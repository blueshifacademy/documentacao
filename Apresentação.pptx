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2" r:id="rId1"/>
  </p:sldMasterIdLst>
  <p:notesMasterIdLst>
    <p:notesMasterId r:id="rId19"/>
  </p:notesMasterIdLst>
  <p:sldIdLst>
    <p:sldId id="256" r:id="rId2"/>
    <p:sldId id="269" r:id="rId3"/>
    <p:sldId id="263" r:id="rId4"/>
    <p:sldId id="264" r:id="rId5"/>
    <p:sldId id="258" r:id="rId6"/>
    <p:sldId id="270" r:id="rId7"/>
    <p:sldId id="259" r:id="rId8"/>
    <p:sldId id="276" r:id="rId9"/>
    <p:sldId id="267" r:id="rId10"/>
    <p:sldId id="314" r:id="rId11"/>
    <p:sldId id="275" r:id="rId12"/>
    <p:sldId id="315" r:id="rId13"/>
    <p:sldId id="316" r:id="rId14"/>
    <p:sldId id="317" r:id="rId15"/>
    <p:sldId id="318" r:id="rId16"/>
    <p:sldId id="286" r:id="rId17"/>
    <p:sldId id="266" r:id="rId18"/>
  </p:sldIdLst>
  <p:sldSz cx="9144000" cy="5143500" type="screen16x9"/>
  <p:notesSz cx="6858000" cy="9144000"/>
  <p:embeddedFontLst>
    <p:embeddedFont>
      <p:font typeface="Encode Sans" panose="020B0604020202020204" charset="0"/>
      <p:regular r:id="rId20"/>
      <p:bold r:id="rId21"/>
    </p:embeddedFont>
    <p:embeddedFont>
      <p:font typeface="Inter-Regular" panose="020B0604020202020204" charset="0"/>
      <p:bold r:id="rId22"/>
    </p:embeddedFont>
    <p:embeddedFont>
      <p:font typeface="Montserrat Alternates" panose="020B0604020202020204" charset="0"/>
      <p:regular r:id="rId23"/>
      <p:bold r:id="rId24"/>
      <p:italic r:id="rId25"/>
      <p:boldItalic r:id="rId26"/>
    </p:embeddedFont>
    <p:embeddedFont>
      <p:font typeface="Oxygen" panose="020B0604020202020204" charset="0"/>
      <p:regular r:id="rId27"/>
      <p:bold r:id="rId28"/>
    </p:embeddedFont>
    <p:embeddedFont>
      <p:font typeface="Paytone One" panose="020B0604020202020204" charset="0"/>
      <p:regular r:id="rId29"/>
    </p:embeddedFont>
    <p:embeddedFont>
      <p:font typeface="Roboto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19A9BA-1AF8-4E92-8201-A10CC5B24A49}">
  <a:tblStyle styleId="{4A19A9BA-1AF8-4E92-8201-A10CC5B24A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5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809887-9C66-4FF3-9DF7-7E73D55E3B1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55A91C97-01FA-41B4-8998-265B067DC0D3}">
      <dgm:prSet phldrT="[Texto]" custT="1"/>
      <dgm:spPr>
        <a:noFill/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r>
            <a:rPr lang="pt-BR" sz="2400" dirty="0">
              <a:solidFill>
                <a:schemeClr val="tx2">
                  <a:lumMod val="25000"/>
                </a:schemeClr>
              </a:solidFill>
            </a:rPr>
            <a:t>Power BI | Dashboard</a:t>
          </a:r>
        </a:p>
      </dgm:t>
    </dgm:pt>
    <dgm:pt modelId="{CB3E3709-EB74-4C44-9F98-AE3A636EC6A7}" type="parTrans" cxnId="{6EF9D15B-AE8B-40DD-9FE5-507D79670C5C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F0CC52F-EF7A-4BAC-9122-5BC49C90BEEB}" type="sibTrans" cxnId="{6EF9D15B-AE8B-40DD-9FE5-507D79670C5C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C3BEC644-D189-43DE-9BA9-10CB5405EC54}">
      <dgm:prSet phldrT="[Texto]" custT="1"/>
      <dgm:spPr>
        <a:noFill/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r>
            <a:rPr lang="pt-BR" sz="2400" dirty="0">
              <a:solidFill>
                <a:schemeClr val="tx2">
                  <a:lumMod val="25000"/>
                </a:schemeClr>
              </a:solidFill>
            </a:rPr>
            <a:t>Cloud | Códigos</a:t>
          </a:r>
          <a:endParaRPr lang="pt-BR" sz="24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35407A75-D4D2-4D6F-84F5-0AE9D1779163}" type="parTrans" cxnId="{0FB4281D-111B-4469-9D48-479FADCC7DF8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6D4076CD-A0CF-4274-89C2-D9E7F5F0F6E2}" type="sibTrans" cxnId="{0FB4281D-111B-4469-9D48-479FADCC7DF8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2B12C24A-2E78-4D54-8697-3AD459FD315B}">
      <dgm:prSet phldrT="[Texto]" custT="1"/>
      <dgm:spPr>
        <a:noFill/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r>
            <a:rPr lang="pt-BR" sz="2400" dirty="0">
              <a:solidFill>
                <a:schemeClr val="tx2">
                  <a:lumMod val="25000"/>
                </a:schemeClr>
              </a:solidFill>
            </a:rPr>
            <a:t>Contexto e Regras de Negócio</a:t>
          </a:r>
        </a:p>
      </dgm:t>
    </dgm:pt>
    <dgm:pt modelId="{7708830B-30EA-446B-B7EA-8500E857E623}" type="sibTrans" cxnId="{918E5C01-B2A3-49F4-B48A-2A644572B60A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618402A0-35E8-44DF-8656-26683083E90D}" type="parTrans" cxnId="{918E5C01-B2A3-49F4-B48A-2A644572B60A}">
      <dgm:prSet/>
      <dgm:spPr/>
      <dgm:t>
        <a:bodyPr/>
        <a:lstStyle/>
        <a:p>
          <a:endParaRPr lang="pt-BR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CE407DB5-45B1-4C51-AB16-604E91EE40BE}" type="pres">
      <dgm:prSet presAssocID="{E5809887-9C66-4FF3-9DF7-7E73D55E3B16}" presName="linearFlow" presStyleCnt="0">
        <dgm:presLayoutVars>
          <dgm:dir/>
          <dgm:resizeHandles val="exact"/>
        </dgm:presLayoutVars>
      </dgm:prSet>
      <dgm:spPr/>
    </dgm:pt>
    <dgm:pt modelId="{A2C1B3E7-5D8D-4808-98A6-44EF17715439}" type="pres">
      <dgm:prSet presAssocID="{2B12C24A-2E78-4D54-8697-3AD459FD315B}" presName="composite" presStyleCnt="0"/>
      <dgm:spPr/>
    </dgm:pt>
    <dgm:pt modelId="{407E7A5D-6834-4EDE-97DB-5D3552E4AEA6}" type="pres">
      <dgm:prSet presAssocID="{2B12C24A-2E78-4D54-8697-3AD459FD315B}" presName="imgShp" presStyleLbl="fgImgPlace1" presStyleIdx="0" presStyleCnt="3" custLinFactNeighborY="-1467"/>
      <dgm:spPr>
        <a:blipFill>
          <a:blip xmlns:r="http://schemas.openxmlformats.org/officeDocument/2006/relationships" r:embed="rId1"/>
          <a:srcRect/>
          <a:stretch>
            <a:fillRect l="-17000" r="-17000"/>
          </a:stretch>
        </a:blipFill>
      </dgm:spPr>
    </dgm:pt>
    <dgm:pt modelId="{47141089-239C-4C41-8316-E080FFF78BCC}" type="pres">
      <dgm:prSet presAssocID="{2B12C24A-2E78-4D54-8697-3AD459FD315B}" presName="txShp" presStyleLbl="node1" presStyleIdx="0" presStyleCnt="3" custLinFactNeighborY="-2256">
        <dgm:presLayoutVars>
          <dgm:bulletEnabled val="1"/>
        </dgm:presLayoutVars>
      </dgm:prSet>
      <dgm:spPr/>
    </dgm:pt>
    <dgm:pt modelId="{12A6A945-19F7-4418-875C-0EE36421ED8D}" type="pres">
      <dgm:prSet presAssocID="{7708830B-30EA-446B-B7EA-8500E857E623}" presName="spacing" presStyleCnt="0"/>
      <dgm:spPr/>
    </dgm:pt>
    <dgm:pt modelId="{C0DA0F78-9049-477F-8D1F-9C60520DDC20}" type="pres">
      <dgm:prSet presAssocID="{C3BEC644-D189-43DE-9BA9-10CB5405EC54}" presName="composite" presStyleCnt="0"/>
      <dgm:spPr/>
    </dgm:pt>
    <dgm:pt modelId="{0286B64C-25C5-4EE7-A8F2-618DDDEA564D}" type="pres">
      <dgm:prSet presAssocID="{C3BEC644-D189-43DE-9BA9-10CB5405EC54}" presName="imgShp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50B0F1DA-95B6-4D0F-B970-71B8F72299C3}" type="pres">
      <dgm:prSet presAssocID="{C3BEC644-D189-43DE-9BA9-10CB5405EC54}" presName="txShp" presStyleLbl="node1" presStyleIdx="1" presStyleCnt="3">
        <dgm:presLayoutVars>
          <dgm:bulletEnabled val="1"/>
        </dgm:presLayoutVars>
      </dgm:prSet>
      <dgm:spPr/>
    </dgm:pt>
    <dgm:pt modelId="{4399CEDE-979E-44DB-8972-80052C65648A}" type="pres">
      <dgm:prSet presAssocID="{6D4076CD-A0CF-4274-89C2-D9E7F5F0F6E2}" presName="spacing" presStyleCnt="0"/>
      <dgm:spPr/>
    </dgm:pt>
    <dgm:pt modelId="{5B77114F-4050-4264-9135-130953DBD7ED}" type="pres">
      <dgm:prSet presAssocID="{55A91C97-01FA-41B4-8998-265B067DC0D3}" presName="composite" presStyleCnt="0"/>
      <dgm:spPr/>
    </dgm:pt>
    <dgm:pt modelId="{A0985C06-3AD6-4B35-97A5-5CEDB02613E6}" type="pres">
      <dgm:prSet presAssocID="{55A91C97-01FA-41B4-8998-265B067DC0D3}" presName="imgShp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</dgm:spPr>
    </dgm:pt>
    <dgm:pt modelId="{C46929AB-0234-4185-8F5F-3A460ABA22BB}" type="pres">
      <dgm:prSet presAssocID="{55A91C97-01FA-41B4-8998-265B067DC0D3}" presName="txShp" presStyleLbl="node1" presStyleIdx="2" presStyleCnt="3" custLinFactNeighborY="2256">
        <dgm:presLayoutVars>
          <dgm:bulletEnabled val="1"/>
        </dgm:presLayoutVars>
      </dgm:prSet>
      <dgm:spPr/>
    </dgm:pt>
  </dgm:ptLst>
  <dgm:cxnLst>
    <dgm:cxn modelId="{918E5C01-B2A3-49F4-B48A-2A644572B60A}" srcId="{E5809887-9C66-4FF3-9DF7-7E73D55E3B16}" destId="{2B12C24A-2E78-4D54-8697-3AD459FD315B}" srcOrd="0" destOrd="0" parTransId="{618402A0-35E8-44DF-8656-26683083E90D}" sibTransId="{7708830B-30EA-446B-B7EA-8500E857E623}"/>
    <dgm:cxn modelId="{0FB4281D-111B-4469-9D48-479FADCC7DF8}" srcId="{E5809887-9C66-4FF3-9DF7-7E73D55E3B16}" destId="{C3BEC644-D189-43DE-9BA9-10CB5405EC54}" srcOrd="1" destOrd="0" parTransId="{35407A75-D4D2-4D6F-84F5-0AE9D1779163}" sibTransId="{6D4076CD-A0CF-4274-89C2-D9E7F5F0F6E2}"/>
    <dgm:cxn modelId="{C085AB40-A049-4C31-9870-5F619391E088}" type="presOf" srcId="{2B12C24A-2E78-4D54-8697-3AD459FD315B}" destId="{47141089-239C-4C41-8316-E080FFF78BCC}" srcOrd="0" destOrd="0" presId="urn:microsoft.com/office/officeart/2005/8/layout/vList3"/>
    <dgm:cxn modelId="{6EF9D15B-AE8B-40DD-9FE5-507D79670C5C}" srcId="{E5809887-9C66-4FF3-9DF7-7E73D55E3B16}" destId="{55A91C97-01FA-41B4-8998-265B067DC0D3}" srcOrd="2" destOrd="0" parTransId="{CB3E3709-EB74-4C44-9F98-AE3A636EC6A7}" sibTransId="{BF0CC52F-EF7A-4BAC-9122-5BC49C90BEEB}"/>
    <dgm:cxn modelId="{47DBD661-FE7E-4024-B2E9-F2268A869CEC}" type="presOf" srcId="{55A91C97-01FA-41B4-8998-265B067DC0D3}" destId="{C46929AB-0234-4185-8F5F-3A460ABA22BB}" srcOrd="0" destOrd="0" presId="urn:microsoft.com/office/officeart/2005/8/layout/vList3"/>
    <dgm:cxn modelId="{CD005F6F-5A11-40A1-A9F7-F9EAE593EBDC}" type="presOf" srcId="{E5809887-9C66-4FF3-9DF7-7E73D55E3B16}" destId="{CE407DB5-45B1-4C51-AB16-604E91EE40BE}" srcOrd="0" destOrd="0" presId="urn:microsoft.com/office/officeart/2005/8/layout/vList3"/>
    <dgm:cxn modelId="{D9B6CCD5-B78A-4E72-B4DB-33FFE0D8FD93}" type="presOf" srcId="{C3BEC644-D189-43DE-9BA9-10CB5405EC54}" destId="{50B0F1DA-95B6-4D0F-B970-71B8F72299C3}" srcOrd="0" destOrd="0" presId="urn:microsoft.com/office/officeart/2005/8/layout/vList3"/>
    <dgm:cxn modelId="{CB36502B-6FB9-4C5B-B679-FED99592F4B6}" type="presParOf" srcId="{CE407DB5-45B1-4C51-AB16-604E91EE40BE}" destId="{A2C1B3E7-5D8D-4808-98A6-44EF17715439}" srcOrd="0" destOrd="0" presId="urn:microsoft.com/office/officeart/2005/8/layout/vList3"/>
    <dgm:cxn modelId="{13219A43-1BE2-4A30-A86A-CECFA460B1A2}" type="presParOf" srcId="{A2C1B3E7-5D8D-4808-98A6-44EF17715439}" destId="{407E7A5D-6834-4EDE-97DB-5D3552E4AEA6}" srcOrd="0" destOrd="0" presId="urn:microsoft.com/office/officeart/2005/8/layout/vList3"/>
    <dgm:cxn modelId="{D951E68D-F8C8-400C-876F-1397819768FF}" type="presParOf" srcId="{A2C1B3E7-5D8D-4808-98A6-44EF17715439}" destId="{47141089-239C-4C41-8316-E080FFF78BCC}" srcOrd="1" destOrd="0" presId="urn:microsoft.com/office/officeart/2005/8/layout/vList3"/>
    <dgm:cxn modelId="{2FDB3474-815F-464B-8AEC-67ED1806161A}" type="presParOf" srcId="{CE407DB5-45B1-4C51-AB16-604E91EE40BE}" destId="{12A6A945-19F7-4418-875C-0EE36421ED8D}" srcOrd="1" destOrd="0" presId="urn:microsoft.com/office/officeart/2005/8/layout/vList3"/>
    <dgm:cxn modelId="{4856A67C-9792-4DE6-9841-87AE2C2E7382}" type="presParOf" srcId="{CE407DB5-45B1-4C51-AB16-604E91EE40BE}" destId="{C0DA0F78-9049-477F-8D1F-9C60520DDC20}" srcOrd="2" destOrd="0" presId="urn:microsoft.com/office/officeart/2005/8/layout/vList3"/>
    <dgm:cxn modelId="{D02AD019-56C7-4238-9648-89820878F575}" type="presParOf" srcId="{C0DA0F78-9049-477F-8D1F-9C60520DDC20}" destId="{0286B64C-25C5-4EE7-A8F2-618DDDEA564D}" srcOrd="0" destOrd="0" presId="urn:microsoft.com/office/officeart/2005/8/layout/vList3"/>
    <dgm:cxn modelId="{96B6A281-4204-46EE-8038-9C7488864729}" type="presParOf" srcId="{C0DA0F78-9049-477F-8D1F-9C60520DDC20}" destId="{50B0F1DA-95B6-4D0F-B970-71B8F72299C3}" srcOrd="1" destOrd="0" presId="urn:microsoft.com/office/officeart/2005/8/layout/vList3"/>
    <dgm:cxn modelId="{C609BBE7-AF8B-4131-B7EF-EFE1801D886A}" type="presParOf" srcId="{CE407DB5-45B1-4C51-AB16-604E91EE40BE}" destId="{4399CEDE-979E-44DB-8972-80052C65648A}" srcOrd="3" destOrd="0" presId="urn:microsoft.com/office/officeart/2005/8/layout/vList3"/>
    <dgm:cxn modelId="{72715EB4-E0EB-4E4B-8B63-635A68BE7211}" type="presParOf" srcId="{CE407DB5-45B1-4C51-AB16-604E91EE40BE}" destId="{5B77114F-4050-4264-9135-130953DBD7ED}" srcOrd="4" destOrd="0" presId="urn:microsoft.com/office/officeart/2005/8/layout/vList3"/>
    <dgm:cxn modelId="{1275DBAB-39B8-4131-853C-54B3F1ABCDBF}" type="presParOf" srcId="{5B77114F-4050-4264-9135-130953DBD7ED}" destId="{A0985C06-3AD6-4B35-97A5-5CEDB02613E6}" srcOrd="0" destOrd="0" presId="urn:microsoft.com/office/officeart/2005/8/layout/vList3"/>
    <dgm:cxn modelId="{AB54DB35-574C-416A-80A2-57A5F3A9AE69}" type="presParOf" srcId="{5B77114F-4050-4264-9135-130953DBD7ED}" destId="{C46929AB-0234-4185-8F5F-3A460ABA22B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141089-239C-4C41-8316-E080FFF78BCC}">
      <dsp:nvSpPr>
        <dsp:cNvPr id="0" name=""/>
        <dsp:cNvSpPr/>
      </dsp:nvSpPr>
      <dsp:spPr>
        <a:xfrm rot="10800000">
          <a:off x="1191246" y="0"/>
          <a:ext cx="3715329" cy="1021720"/>
        </a:xfrm>
        <a:prstGeom prst="homePlate">
          <a:avLst/>
        </a:prstGeom>
        <a:noFill/>
        <a:ln w="25400" cap="flat" cmpd="sng" algn="ctr">
          <a:solidFill>
            <a:schemeClr val="bg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055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solidFill>
                <a:schemeClr val="tx2">
                  <a:lumMod val="25000"/>
                </a:schemeClr>
              </a:solidFill>
            </a:rPr>
            <a:t>Contexto e Regras de Negócio</a:t>
          </a:r>
        </a:p>
      </dsp:txBody>
      <dsp:txXfrm rot="10800000">
        <a:off x="1446676" y="0"/>
        <a:ext cx="3459899" cy="1021720"/>
      </dsp:txXfrm>
    </dsp:sp>
    <dsp:sp modelId="{407E7A5D-6834-4EDE-97DB-5D3552E4AEA6}">
      <dsp:nvSpPr>
        <dsp:cNvPr id="0" name=""/>
        <dsp:cNvSpPr/>
      </dsp:nvSpPr>
      <dsp:spPr>
        <a:xfrm>
          <a:off x="680385" y="0"/>
          <a:ext cx="1021720" cy="1021720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17000" r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B0F1DA-95B6-4D0F-B970-71B8F72299C3}">
      <dsp:nvSpPr>
        <dsp:cNvPr id="0" name=""/>
        <dsp:cNvSpPr/>
      </dsp:nvSpPr>
      <dsp:spPr>
        <a:xfrm rot="10800000">
          <a:off x="1191246" y="1327083"/>
          <a:ext cx="3715329" cy="1021720"/>
        </a:xfrm>
        <a:prstGeom prst="homePlate">
          <a:avLst/>
        </a:prstGeom>
        <a:noFill/>
        <a:ln w="25400" cap="flat" cmpd="sng" algn="ctr">
          <a:solidFill>
            <a:schemeClr val="bg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055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solidFill>
                <a:schemeClr val="tx2">
                  <a:lumMod val="25000"/>
                </a:schemeClr>
              </a:solidFill>
            </a:rPr>
            <a:t>Cloud | Códigos</a:t>
          </a:r>
          <a:endParaRPr lang="pt-BR" sz="24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 rot="10800000">
        <a:off x="1446676" y="1327083"/>
        <a:ext cx="3459899" cy="1021720"/>
      </dsp:txXfrm>
    </dsp:sp>
    <dsp:sp modelId="{0286B64C-25C5-4EE7-A8F2-618DDDEA564D}">
      <dsp:nvSpPr>
        <dsp:cNvPr id="0" name=""/>
        <dsp:cNvSpPr/>
      </dsp:nvSpPr>
      <dsp:spPr>
        <a:xfrm>
          <a:off x="680385" y="1327083"/>
          <a:ext cx="1021720" cy="1021720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929AB-0234-4185-8F5F-3A460ABA22BB}">
      <dsp:nvSpPr>
        <dsp:cNvPr id="0" name=""/>
        <dsp:cNvSpPr/>
      </dsp:nvSpPr>
      <dsp:spPr>
        <a:xfrm rot="10800000">
          <a:off x="1191246" y="2654166"/>
          <a:ext cx="3715329" cy="1021720"/>
        </a:xfrm>
        <a:prstGeom prst="homePlate">
          <a:avLst/>
        </a:prstGeom>
        <a:noFill/>
        <a:ln w="25400" cap="flat" cmpd="sng" algn="ctr">
          <a:solidFill>
            <a:schemeClr val="bg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055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solidFill>
                <a:schemeClr val="tx2">
                  <a:lumMod val="25000"/>
                </a:schemeClr>
              </a:solidFill>
            </a:rPr>
            <a:t>Power BI | Dashboard</a:t>
          </a:r>
        </a:p>
      </dsp:txBody>
      <dsp:txXfrm rot="10800000">
        <a:off x="1446676" y="2654166"/>
        <a:ext cx="3459899" cy="1021720"/>
      </dsp:txXfrm>
    </dsp:sp>
    <dsp:sp modelId="{A0985C06-3AD6-4B35-97A5-5CEDB02613E6}">
      <dsp:nvSpPr>
        <dsp:cNvPr id="0" name=""/>
        <dsp:cNvSpPr/>
      </dsp:nvSpPr>
      <dsp:spPr>
        <a:xfrm>
          <a:off x="680385" y="2653795"/>
          <a:ext cx="1021720" cy="1021720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ga80cf2c364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5" name="Google Shape;2525;ga80cf2c364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gb0ae22a1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4" name="Google Shape;2164;gb0ae22a1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gb0ae22a193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2" name="Google Shape;2172;gb0ae22a193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a80cf2c364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5" name="Google Shape;1845;ga80cf2c364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ga80cf2c364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7" name="Google Shape;2567;ga80cf2c364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a80cf2c364_1_24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a80cf2c364_1_24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ga80cf2c364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4" name="Google Shape;3064;ga80cf2c364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ga91abd1cd8_0_289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3" name="Google Shape;2473;ga91abd1cd8_0_289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ga80cf2c364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7" name="Google Shape;2567;ga80cf2c364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917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ga91abd1cd8_0_147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7" name="Google Shape;2937;ga91abd1cd8_0_147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ga80cf2c364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4" name="Google Shape;3064;ga80cf2c364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7216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ga80cf2c364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7" name="Google Shape;2567;ga80cf2c364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0220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" name="Google Shape;3063;ga80cf2c364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4" name="Google Shape;3064;ga80cf2c364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69806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ga80cf2c364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7" name="Google Shape;2567;ga80cf2c364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430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2" name="Google Shape;3542;ga91abd1cd8_0_218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3" name="Google Shape;3543;ga91abd1cd8_0_218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a80cf2c364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a80cf2c364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835200" y="3617400"/>
            <a:ext cx="5308680" cy="1526057"/>
          </a:xfrm>
          <a:custGeom>
            <a:avLst/>
            <a:gdLst/>
            <a:ahLst/>
            <a:cxnLst/>
            <a:rect l="l" t="t" r="r" b="b"/>
            <a:pathLst>
              <a:path w="302834" h="87054" extrusionOk="0">
                <a:moveTo>
                  <a:pt x="1" y="87053"/>
                </a:moveTo>
                <a:cubicBezTo>
                  <a:pt x="1" y="87053"/>
                  <a:pt x="12250" y="45898"/>
                  <a:pt x="65108" y="39545"/>
                </a:cubicBezTo>
                <a:cubicBezTo>
                  <a:pt x="135262" y="31065"/>
                  <a:pt x="142921" y="60244"/>
                  <a:pt x="200460" y="60457"/>
                </a:cubicBezTo>
                <a:cubicBezTo>
                  <a:pt x="270158" y="60670"/>
                  <a:pt x="302833" y="0"/>
                  <a:pt x="302833" y="0"/>
                </a:cubicBezTo>
                <a:lnTo>
                  <a:pt x="302833" y="86628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9724" y="0"/>
            <a:ext cx="4953404" cy="1790987"/>
          </a:xfrm>
          <a:custGeom>
            <a:avLst/>
            <a:gdLst/>
            <a:ahLst/>
            <a:cxnLst/>
            <a:rect l="l" t="t" r="r" b="b"/>
            <a:pathLst>
              <a:path w="356360" h="128848" extrusionOk="0">
                <a:moveTo>
                  <a:pt x="356360" y="1"/>
                </a:moveTo>
                <a:cubicBezTo>
                  <a:pt x="356360" y="1"/>
                  <a:pt x="341983" y="60853"/>
                  <a:pt x="279763" y="70336"/>
                </a:cubicBezTo>
                <a:cubicBezTo>
                  <a:pt x="197178" y="82859"/>
                  <a:pt x="188211" y="39667"/>
                  <a:pt x="120459" y="39393"/>
                </a:cubicBezTo>
                <a:cubicBezTo>
                  <a:pt x="38451" y="39059"/>
                  <a:pt x="1" y="128848"/>
                  <a:pt x="1" y="128848"/>
                </a:cubicBezTo>
                <a:lnTo>
                  <a:pt x="1" y="609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555577" y="1013346"/>
            <a:ext cx="38118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005577" y="3341271"/>
            <a:ext cx="29118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146800" y="-60100"/>
            <a:ext cx="725875" cy="709300"/>
            <a:chOff x="703175" y="3286325"/>
            <a:chExt cx="725875" cy="709300"/>
          </a:xfrm>
        </p:grpSpPr>
        <p:sp>
          <p:nvSpPr>
            <p:cNvPr id="14" name="Google Shape;14;p2"/>
            <p:cNvSpPr/>
            <p:nvPr/>
          </p:nvSpPr>
          <p:spPr>
            <a:xfrm>
              <a:off x="1048975" y="3589325"/>
              <a:ext cx="51950" cy="52525"/>
            </a:xfrm>
            <a:custGeom>
              <a:avLst/>
              <a:gdLst/>
              <a:ahLst/>
              <a:cxnLst/>
              <a:rect l="l" t="t" r="r" b="b"/>
              <a:pathLst>
                <a:path w="2078" h="2101" extrusionOk="0">
                  <a:moveTo>
                    <a:pt x="1051" y="0"/>
                  </a:moveTo>
                  <a:cubicBezTo>
                    <a:pt x="959" y="0"/>
                    <a:pt x="868" y="23"/>
                    <a:pt x="777" y="46"/>
                  </a:cubicBezTo>
                  <a:lnTo>
                    <a:pt x="754" y="46"/>
                  </a:lnTo>
                  <a:cubicBezTo>
                    <a:pt x="686" y="69"/>
                    <a:pt x="617" y="115"/>
                    <a:pt x="549" y="137"/>
                  </a:cubicBezTo>
                  <a:cubicBezTo>
                    <a:pt x="549" y="137"/>
                    <a:pt x="526" y="160"/>
                    <a:pt x="503" y="160"/>
                  </a:cubicBezTo>
                  <a:cubicBezTo>
                    <a:pt x="457" y="206"/>
                    <a:pt x="389" y="251"/>
                    <a:pt x="343" y="297"/>
                  </a:cubicBezTo>
                  <a:cubicBezTo>
                    <a:pt x="343" y="297"/>
                    <a:pt x="320" y="297"/>
                    <a:pt x="320" y="320"/>
                  </a:cubicBezTo>
                  <a:cubicBezTo>
                    <a:pt x="275" y="366"/>
                    <a:pt x="206" y="434"/>
                    <a:pt x="161" y="503"/>
                  </a:cubicBezTo>
                  <a:cubicBezTo>
                    <a:pt x="161" y="525"/>
                    <a:pt x="161" y="525"/>
                    <a:pt x="138" y="548"/>
                  </a:cubicBezTo>
                  <a:cubicBezTo>
                    <a:pt x="115" y="617"/>
                    <a:pt x="69" y="708"/>
                    <a:pt x="46" y="776"/>
                  </a:cubicBezTo>
                  <a:cubicBezTo>
                    <a:pt x="46" y="799"/>
                    <a:pt x="46" y="822"/>
                    <a:pt x="24" y="822"/>
                  </a:cubicBezTo>
                  <a:cubicBezTo>
                    <a:pt x="24" y="913"/>
                    <a:pt x="1" y="1005"/>
                    <a:pt x="1" y="1073"/>
                  </a:cubicBezTo>
                  <a:cubicBezTo>
                    <a:pt x="1" y="1164"/>
                    <a:pt x="24" y="1279"/>
                    <a:pt x="24" y="1324"/>
                  </a:cubicBezTo>
                  <a:cubicBezTo>
                    <a:pt x="24" y="1347"/>
                    <a:pt x="46" y="1370"/>
                    <a:pt x="46" y="1370"/>
                  </a:cubicBezTo>
                  <a:cubicBezTo>
                    <a:pt x="69" y="1461"/>
                    <a:pt x="92" y="1530"/>
                    <a:pt x="138" y="1598"/>
                  </a:cubicBezTo>
                  <a:cubicBezTo>
                    <a:pt x="138" y="1621"/>
                    <a:pt x="138" y="1621"/>
                    <a:pt x="161" y="1621"/>
                  </a:cubicBezTo>
                  <a:cubicBezTo>
                    <a:pt x="183" y="1689"/>
                    <a:pt x="229" y="1735"/>
                    <a:pt x="275" y="1781"/>
                  </a:cubicBezTo>
                  <a:cubicBezTo>
                    <a:pt x="275" y="1804"/>
                    <a:pt x="275" y="1804"/>
                    <a:pt x="275" y="1804"/>
                  </a:cubicBezTo>
                  <a:cubicBezTo>
                    <a:pt x="343" y="1872"/>
                    <a:pt x="412" y="1918"/>
                    <a:pt x="480" y="1963"/>
                  </a:cubicBezTo>
                  <a:cubicBezTo>
                    <a:pt x="480" y="1963"/>
                    <a:pt x="503" y="1963"/>
                    <a:pt x="526" y="1986"/>
                  </a:cubicBezTo>
                  <a:cubicBezTo>
                    <a:pt x="571" y="2009"/>
                    <a:pt x="640" y="2032"/>
                    <a:pt x="708" y="2055"/>
                  </a:cubicBezTo>
                  <a:cubicBezTo>
                    <a:pt x="731" y="2055"/>
                    <a:pt x="731" y="2078"/>
                    <a:pt x="754" y="2078"/>
                  </a:cubicBezTo>
                  <a:cubicBezTo>
                    <a:pt x="822" y="2100"/>
                    <a:pt x="914" y="2100"/>
                    <a:pt x="982" y="2100"/>
                  </a:cubicBezTo>
                  <a:lnTo>
                    <a:pt x="1051" y="2100"/>
                  </a:lnTo>
                  <a:cubicBezTo>
                    <a:pt x="1142" y="2100"/>
                    <a:pt x="1256" y="2100"/>
                    <a:pt x="1347" y="2055"/>
                  </a:cubicBezTo>
                  <a:cubicBezTo>
                    <a:pt x="1416" y="2032"/>
                    <a:pt x="1484" y="1986"/>
                    <a:pt x="1553" y="1963"/>
                  </a:cubicBezTo>
                  <a:cubicBezTo>
                    <a:pt x="1621" y="1918"/>
                    <a:pt x="1713" y="1849"/>
                    <a:pt x="1758" y="1804"/>
                  </a:cubicBezTo>
                  <a:cubicBezTo>
                    <a:pt x="1758" y="1804"/>
                    <a:pt x="1781" y="1781"/>
                    <a:pt x="1781" y="1781"/>
                  </a:cubicBezTo>
                  <a:cubicBezTo>
                    <a:pt x="1850" y="1712"/>
                    <a:pt x="1895" y="1667"/>
                    <a:pt x="1941" y="1575"/>
                  </a:cubicBezTo>
                  <a:cubicBezTo>
                    <a:pt x="1941" y="1575"/>
                    <a:pt x="1941" y="1575"/>
                    <a:pt x="1941" y="1553"/>
                  </a:cubicBezTo>
                  <a:cubicBezTo>
                    <a:pt x="1964" y="1507"/>
                    <a:pt x="2009" y="1438"/>
                    <a:pt x="2032" y="1370"/>
                  </a:cubicBezTo>
                  <a:cubicBezTo>
                    <a:pt x="2055" y="1279"/>
                    <a:pt x="2055" y="1187"/>
                    <a:pt x="2078" y="1119"/>
                  </a:cubicBezTo>
                  <a:cubicBezTo>
                    <a:pt x="2078" y="1028"/>
                    <a:pt x="2055" y="936"/>
                    <a:pt x="2032" y="868"/>
                  </a:cubicBezTo>
                  <a:cubicBezTo>
                    <a:pt x="2032" y="845"/>
                    <a:pt x="2032" y="822"/>
                    <a:pt x="2032" y="822"/>
                  </a:cubicBezTo>
                  <a:cubicBezTo>
                    <a:pt x="2009" y="754"/>
                    <a:pt x="1964" y="662"/>
                    <a:pt x="1941" y="594"/>
                  </a:cubicBezTo>
                  <a:cubicBezTo>
                    <a:pt x="1918" y="594"/>
                    <a:pt x="1918" y="594"/>
                    <a:pt x="1918" y="571"/>
                  </a:cubicBezTo>
                  <a:cubicBezTo>
                    <a:pt x="1918" y="571"/>
                    <a:pt x="1895" y="548"/>
                    <a:pt x="1895" y="548"/>
                  </a:cubicBezTo>
                  <a:cubicBezTo>
                    <a:pt x="1872" y="503"/>
                    <a:pt x="1872" y="457"/>
                    <a:pt x="1850" y="411"/>
                  </a:cubicBezTo>
                  <a:cubicBezTo>
                    <a:pt x="1781" y="297"/>
                    <a:pt x="1690" y="206"/>
                    <a:pt x="1576" y="137"/>
                  </a:cubicBezTo>
                  <a:cubicBezTo>
                    <a:pt x="1416" y="46"/>
                    <a:pt x="1233" y="0"/>
                    <a:pt x="10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06175" y="3486050"/>
              <a:ext cx="46825" cy="49075"/>
            </a:xfrm>
            <a:custGeom>
              <a:avLst/>
              <a:gdLst/>
              <a:ahLst/>
              <a:cxnLst/>
              <a:rect l="l" t="t" r="r" b="b"/>
              <a:pathLst>
                <a:path w="1873" h="1963" extrusionOk="0">
                  <a:moveTo>
                    <a:pt x="845" y="0"/>
                  </a:moveTo>
                  <a:cubicBezTo>
                    <a:pt x="777" y="0"/>
                    <a:pt x="708" y="23"/>
                    <a:pt x="617" y="46"/>
                  </a:cubicBezTo>
                  <a:cubicBezTo>
                    <a:pt x="549" y="46"/>
                    <a:pt x="457" y="91"/>
                    <a:pt x="389" y="137"/>
                  </a:cubicBezTo>
                  <a:cubicBezTo>
                    <a:pt x="298" y="183"/>
                    <a:pt x="229" y="251"/>
                    <a:pt x="183" y="320"/>
                  </a:cubicBezTo>
                  <a:cubicBezTo>
                    <a:pt x="115" y="411"/>
                    <a:pt x="69" y="479"/>
                    <a:pt x="47" y="593"/>
                  </a:cubicBezTo>
                  <a:cubicBezTo>
                    <a:pt x="1" y="685"/>
                    <a:pt x="1" y="799"/>
                    <a:pt x="24" y="890"/>
                  </a:cubicBezTo>
                  <a:cubicBezTo>
                    <a:pt x="24" y="982"/>
                    <a:pt x="47" y="1050"/>
                    <a:pt x="92" y="1118"/>
                  </a:cubicBezTo>
                  <a:cubicBezTo>
                    <a:pt x="92" y="1118"/>
                    <a:pt x="92" y="1118"/>
                    <a:pt x="92" y="1141"/>
                  </a:cubicBezTo>
                  <a:cubicBezTo>
                    <a:pt x="69" y="1278"/>
                    <a:pt x="115" y="1461"/>
                    <a:pt x="206" y="1575"/>
                  </a:cubicBezTo>
                  <a:cubicBezTo>
                    <a:pt x="229" y="1598"/>
                    <a:pt x="298" y="1712"/>
                    <a:pt x="320" y="1735"/>
                  </a:cubicBezTo>
                  <a:cubicBezTo>
                    <a:pt x="412" y="1826"/>
                    <a:pt x="549" y="1917"/>
                    <a:pt x="663" y="1940"/>
                  </a:cubicBezTo>
                  <a:lnTo>
                    <a:pt x="777" y="1940"/>
                  </a:lnTo>
                  <a:cubicBezTo>
                    <a:pt x="800" y="1963"/>
                    <a:pt x="845" y="1963"/>
                    <a:pt x="891" y="1963"/>
                  </a:cubicBezTo>
                  <a:lnTo>
                    <a:pt x="914" y="1963"/>
                  </a:lnTo>
                  <a:cubicBezTo>
                    <a:pt x="982" y="1963"/>
                    <a:pt x="1051" y="1940"/>
                    <a:pt x="1119" y="1940"/>
                  </a:cubicBezTo>
                  <a:cubicBezTo>
                    <a:pt x="1142" y="1940"/>
                    <a:pt x="1142" y="1940"/>
                    <a:pt x="1165" y="1917"/>
                  </a:cubicBezTo>
                  <a:cubicBezTo>
                    <a:pt x="1233" y="1895"/>
                    <a:pt x="1302" y="1872"/>
                    <a:pt x="1370" y="1849"/>
                  </a:cubicBezTo>
                  <a:cubicBezTo>
                    <a:pt x="1370" y="1826"/>
                    <a:pt x="1370" y="1826"/>
                    <a:pt x="1393" y="1826"/>
                  </a:cubicBezTo>
                  <a:cubicBezTo>
                    <a:pt x="1439" y="1780"/>
                    <a:pt x="1507" y="1735"/>
                    <a:pt x="1553" y="1689"/>
                  </a:cubicBezTo>
                  <a:cubicBezTo>
                    <a:pt x="1621" y="1643"/>
                    <a:pt x="1690" y="1529"/>
                    <a:pt x="1713" y="1506"/>
                  </a:cubicBezTo>
                  <a:cubicBezTo>
                    <a:pt x="1736" y="1484"/>
                    <a:pt x="1736" y="1461"/>
                    <a:pt x="1758" y="1438"/>
                  </a:cubicBezTo>
                  <a:cubicBezTo>
                    <a:pt x="1781" y="1392"/>
                    <a:pt x="1827" y="1278"/>
                    <a:pt x="1850" y="1210"/>
                  </a:cubicBezTo>
                  <a:cubicBezTo>
                    <a:pt x="1850" y="1141"/>
                    <a:pt x="1873" y="1027"/>
                    <a:pt x="1873" y="959"/>
                  </a:cubicBezTo>
                  <a:cubicBezTo>
                    <a:pt x="1873" y="890"/>
                    <a:pt x="1850" y="776"/>
                    <a:pt x="1827" y="708"/>
                  </a:cubicBezTo>
                  <a:cubicBezTo>
                    <a:pt x="1804" y="639"/>
                    <a:pt x="1781" y="525"/>
                    <a:pt x="1736" y="479"/>
                  </a:cubicBezTo>
                  <a:cubicBezTo>
                    <a:pt x="1690" y="434"/>
                    <a:pt x="1644" y="342"/>
                    <a:pt x="1576" y="274"/>
                  </a:cubicBezTo>
                  <a:cubicBezTo>
                    <a:pt x="1507" y="228"/>
                    <a:pt x="1439" y="183"/>
                    <a:pt x="1370" y="137"/>
                  </a:cubicBezTo>
                  <a:cubicBezTo>
                    <a:pt x="1211" y="46"/>
                    <a:pt x="1074" y="0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25725" y="3567650"/>
              <a:ext cx="49675" cy="47375"/>
            </a:xfrm>
            <a:custGeom>
              <a:avLst/>
              <a:gdLst/>
              <a:ahLst/>
              <a:cxnLst/>
              <a:rect l="l" t="t" r="r" b="b"/>
              <a:pathLst>
                <a:path w="1987" h="1895" extrusionOk="0">
                  <a:moveTo>
                    <a:pt x="799" y="0"/>
                  </a:moveTo>
                  <a:cubicBezTo>
                    <a:pt x="731" y="0"/>
                    <a:pt x="662" y="23"/>
                    <a:pt x="617" y="23"/>
                  </a:cubicBezTo>
                  <a:cubicBezTo>
                    <a:pt x="480" y="69"/>
                    <a:pt x="366" y="137"/>
                    <a:pt x="274" y="228"/>
                  </a:cubicBezTo>
                  <a:cubicBezTo>
                    <a:pt x="229" y="274"/>
                    <a:pt x="183" y="342"/>
                    <a:pt x="137" y="388"/>
                  </a:cubicBezTo>
                  <a:cubicBezTo>
                    <a:pt x="137" y="411"/>
                    <a:pt x="137" y="411"/>
                    <a:pt x="137" y="411"/>
                  </a:cubicBezTo>
                  <a:lnTo>
                    <a:pt x="115" y="411"/>
                  </a:lnTo>
                  <a:cubicBezTo>
                    <a:pt x="92" y="479"/>
                    <a:pt x="69" y="548"/>
                    <a:pt x="46" y="616"/>
                  </a:cubicBezTo>
                  <a:cubicBezTo>
                    <a:pt x="23" y="662"/>
                    <a:pt x="23" y="708"/>
                    <a:pt x="23" y="776"/>
                  </a:cubicBezTo>
                  <a:cubicBezTo>
                    <a:pt x="0" y="822"/>
                    <a:pt x="0" y="867"/>
                    <a:pt x="0" y="936"/>
                  </a:cubicBezTo>
                  <a:cubicBezTo>
                    <a:pt x="0" y="1004"/>
                    <a:pt x="23" y="1073"/>
                    <a:pt x="23" y="1141"/>
                  </a:cubicBezTo>
                  <a:cubicBezTo>
                    <a:pt x="23" y="1164"/>
                    <a:pt x="23" y="1164"/>
                    <a:pt x="23" y="1164"/>
                  </a:cubicBezTo>
                  <a:cubicBezTo>
                    <a:pt x="46" y="1164"/>
                    <a:pt x="46" y="1187"/>
                    <a:pt x="46" y="1187"/>
                  </a:cubicBezTo>
                  <a:cubicBezTo>
                    <a:pt x="69" y="1255"/>
                    <a:pt x="92" y="1324"/>
                    <a:pt x="115" y="1392"/>
                  </a:cubicBezTo>
                  <a:cubicBezTo>
                    <a:pt x="137" y="1392"/>
                    <a:pt x="137" y="1392"/>
                    <a:pt x="137" y="1415"/>
                  </a:cubicBezTo>
                  <a:cubicBezTo>
                    <a:pt x="137" y="1415"/>
                    <a:pt x="137" y="1415"/>
                    <a:pt x="160" y="1438"/>
                  </a:cubicBezTo>
                  <a:cubicBezTo>
                    <a:pt x="160" y="1461"/>
                    <a:pt x="206" y="1484"/>
                    <a:pt x="206" y="1529"/>
                  </a:cubicBezTo>
                  <a:cubicBezTo>
                    <a:pt x="229" y="1552"/>
                    <a:pt x="252" y="1575"/>
                    <a:pt x="274" y="1598"/>
                  </a:cubicBezTo>
                  <a:cubicBezTo>
                    <a:pt x="297" y="1621"/>
                    <a:pt x="297" y="1621"/>
                    <a:pt x="320" y="1643"/>
                  </a:cubicBezTo>
                  <a:cubicBezTo>
                    <a:pt x="366" y="1666"/>
                    <a:pt x="411" y="1712"/>
                    <a:pt x="480" y="1758"/>
                  </a:cubicBezTo>
                  <a:cubicBezTo>
                    <a:pt x="525" y="1780"/>
                    <a:pt x="571" y="1803"/>
                    <a:pt x="594" y="1826"/>
                  </a:cubicBezTo>
                  <a:cubicBezTo>
                    <a:pt x="640" y="1826"/>
                    <a:pt x="685" y="1849"/>
                    <a:pt x="731" y="1872"/>
                  </a:cubicBezTo>
                  <a:cubicBezTo>
                    <a:pt x="799" y="1872"/>
                    <a:pt x="891" y="1895"/>
                    <a:pt x="936" y="1895"/>
                  </a:cubicBezTo>
                  <a:lnTo>
                    <a:pt x="982" y="1895"/>
                  </a:lnTo>
                  <a:cubicBezTo>
                    <a:pt x="1073" y="1895"/>
                    <a:pt x="1142" y="1895"/>
                    <a:pt x="1233" y="1872"/>
                  </a:cubicBezTo>
                  <a:cubicBezTo>
                    <a:pt x="1233" y="1872"/>
                    <a:pt x="1256" y="1872"/>
                    <a:pt x="1256" y="1849"/>
                  </a:cubicBezTo>
                  <a:cubicBezTo>
                    <a:pt x="1324" y="1826"/>
                    <a:pt x="1393" y="1803"/>
                    <a:pt x="1461" y="1780"/>
                  </a:cubicBezTo>
                  <a:cubicBezTo>
                    <a:pt x="1461" y="1780"/>
                    <a:pt x="1461" y="1780"/>
                    <a:pt x="1461" y="1758"/>
                  </a:cubicBezTo>
                  <a:lnTo>
                    <a:pt x="1507" y="1758"/>
                  </a:lnTo>
                  <a:cubicBezTo>
                    <a:pt x="1553" y="1712"/>
                    <a:pt x="1621" y="1666"/>
                    <a:pt x="1690" y="1598"/>
                  </a:cubicBezTo>
                  <a:cubicBezTo>
                    <a:pt x="1690" y="1598"/>
                    <a:pt x="1690" y="1598"/>
                    <a:pt x="1712" y="1575"/>
                  </a:cubicBezTo>
                  <a:cubicBezTo>
                    <a:pt x="1735" y="1529"/>
                    <a:pt x="1781" y="1484"/>
                    <a:pt x="1827" y="1415"/>
                  </a:cubicBezTo>
                  <a:cubicBezTo>
                    <a:pt x="1827" y="1415"/>
                    <a:pt x="1827" y="1415"/>
                    <a:pt x="1849" y="1392"/>
                  </a:cubicBezTo>
                  <a:cubicBezTo>
                    <a:pt x="1849" y="1392"/>
                    <a:pt x="1849" y="1392"/>
                    <a:pt x="1849" y="1370"/>
                  </a:cubicBezTo>
                  <a:cubicBezTo>
                    <a:pt x="1872" y="1324"/>
                    <a:pt x="1918" y="1233"/>
                    <a:pt x="1941" y="1187"/>
                  </a:cubicBezTo>
                  <a:cubicBezTo>
                    <a:pt x="1941" y="1164"/>
                    <a:pt x="1941" y="1164"/>
                    <a:pt x="1941" y="1164"/>
                  </a:cubicBezTo>
                  <a:cubicBezTo>
                    <a:pt x="1941" y="1164"/>
                    <a:pt x="1941" y="1141"/>
                    <a:pt x="1941" y="1141"/>
                  </a:cubicBezTo>
                  <a:cubicBezTo>
                    <a:pt x="1963" y="1118"/>
                    <a:pt x="1963" y="1050"/>
                    <a:pt x="1963" y="1027"/>
                  </a:cubicBezTo>
                  <a:cubicBezTo>
                    <a:pt x="1963" y="1027"/>
                    <a:pt x="1963" y="959"/>
                    <a:pt x="1986" y="936"/>
                  </a:cubicBezTo>
                  <a:cubicBezTo>
                    <a:pt x="1986" y="913"/>
                    <a:pt x="1986" y="913"/>
                    <a:pt x="1986" y="913"/>
                  </a:cubicBezTo>
                  <a:cubicBezTo>
                    <a:pt x="1963" y="845"/>
                    <a:pt x="1963" y="776"/>
                    <a:pt x="1941" y="708"/>
                  </a:cubicBezTo>
                  <a:lnTo>
                    <a:pt x="1872" y="525"/>
                  </a:lnTo>
                  <a:cubicBezTo>
                    <a:pt x="1872" y="525"/>
                    <a:pt x="1872" y="525"/>
                    <a:pt x="1872" y="502"/>
                  </a:cubicBezTo>
                  <a:cubicBezTo>
                    <a:pt x="1849" y="479"/>
                    <a:pt x="1758" y="388"/>
                    <a:pt x="1735" y="365"/>
                  </a:cubicBezTo>
                  <a:cubicBezTo>
                    <a:pt x="1735" y="342"/>
                    <a:pt x="1735" y="342"/>
                    <a:pt x="1735" y="342"/>
                  </a:cubicBezTo>
                  <a:cubicBezTo>
                    <a:pt x="1690" y="320"/>
                    <a:pt x="1644" y="274"/>
                    <a:pt x="1644" y="274"/>
                  </a:cubicBezTo>
                  <a:cubicBezTo>
                    <a:pt x="1621" y="251"/>
                    <a:pt x="1598" y="228"/>
                    <a:pt x="1553" y="205"/>
                  </a:cubicBezTo>
                  <a:lnTo>
                    <a:pt x="1530" y="205"/>
                  </a:lnTo>
                  <a:cubicBezTo>
                    <a:pt x="1507" y="183"/>
                    <a:pt x="1393" y="137"/>
                    <a:pt x="1347" y="114"/>
                  </a:cubicBezTo>
                  <a:lnTo>
                    <a:pt x="1302" y="114"/>
                  </a:lnTo>
                  <a:cubicBezTo>
                    <a:pt x="1279" y="91"/>
                    <a:pt x="1210" y="91"/>
                    <a:pt x="1142" y="91"/>
                  </a:cubicBezTo>
                  <a:cubicBezTo>
                    <a:pt x="1050" y="23"/>
                    <a:pt x="936" y="0"/>
                    <a:pt x="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946850" y="3693750"/>
              <a:ext cx="43375" cy="51675"/>
            </a:xfrm>
            <a:custGeom>
              <a:avLst/>
              <a:gdLst/>
              <a:ahLst/>
              <a:cxnLst/>
              <a:rect l="l" t="t" r="r" b="b"/>
              <a:pathLst>
                <a:path w="1735" h="2067" extrusionOk="0">
                  <a:moveTo>
                    <a:pt x="936" y="0"/>
                  </a:moveTo>
                  <a:cubicBezTo>
                    <a:pt x="867" y="0"/>
                    <a:pt x="799" y="23"/>
                    <a:pt x="730" y="23"/>
                  </a:cubicBezTo>
                  <a:lnTo>
                    <a:pt x="708" y="23"/>
                  </a:lnTo>
                  <a:lnTo>
                    <a:pt x="525" y="115"/>
                  </a:lnTo>
                  <a:cubicBezTo>
                    <a:pt x="502" y="137"/>
                    <a:pt x="479" y="137"/>
                    <a:pt x="457" y="183"/>
                  </a:cubicBezTo>
                  <a:cubicBezTo>
                    <a:pt x="342" y="252"/>
                    <a:pt x="388" y="206"/>
                    <a:pt x="320" y="320"/>
                  </a:cubicBezTo>
                  <a:cubicBezTo>
                    <a:pt x="297" y="320"/>
                    <a:pt x="251" y="366"/>
                    <a:pt x="251" y="388"/>
                  </a:cubicBezTo>
                  <a:cubicBezTo>
                    <a:pt x="228" y="411"/>
                    <a:pt x="183" y="571"/>
                    <a:pt x="160" y="594"/>
                  </a:cubicBezTo>
                  <a:cubicBezTo>
                    <a:pt x="160" y="617"/>
                    <a:pt x="160" y="662"/>
                    <a:pt x="160" y="685"/>
                  </a:cubicBezTo>
                  <a:cubicBezTo>
                    <a:pt x="137" y="731"/>
                    <a:pt x="137" y="776"/>
                    <a:pt x="137" y="799"/>
                  </a:cubicBezTo>
                  <a:cubicBezTo>
                    <a:pt x="137" y="799"/>
                    <a:pt x="137" y="822"/>
                    <a:pt x="137" y="868"/>
                  </a:cubicBezTo>
                  <a:cubicBezTo>
                    <a:pt x="137" y="891"/>
                    <a:pt x="114" y="913"/>
                    <a:pt x="114" y="913"/>
                  </a:cubicBezTo>
                  <a:cubicBezTo>
                    <a:pt x="46" y="1005"/>
                    <a:pt x="23" y="1096"/>
                    <a:pt x="23" y="1210"/>
                  </a:cubicBezTo>
                  <a:cubicBezTo>
                    <a:pt x="0" y="1301"/>
                    <a:pt x="0" y="1416"/>
                    <a:pt x="46" y="1507"/>
                  </a:cubicBezTo>
                  <a:cubicBezTo>
                    <a:pt x="69" y="1598"/>
                    <a:pt x="114" y="1689"/>
                    <a:pt x="183" y="1758"/>
                  </a:cubicBezTo>
                  <a:cubicBezTo>
                    <a:pt x="228" y="1849"/>
                    <a:pt x="297" y="1918"/>
                    <a:pt x="388" y="1963"/>
                  </a:cubicBezTo>
                  <a:cubicBezTo>
                    <a:pt x="457" y="1986"/>
                    <a:pt x="502" y="2009"/>
                    <a:pt x="571" y="2032"/>
                  </a:cubicBezTo>
                  <a:cubicBezTo>
                    <a:pt x="639" y="2055"/>
                    <a:pt x="708" y="2066"/>
                    <a:pt x="776" y="2066"/>
                  </a:cubicBezTo>
                  <a:cubicBezTo>
                    <a:pt x="845" y="2066"/>
                    <a:pt x="913" y="2055"/>
                    <a:pt x="982" y="2032"/>
                  </a:cubicBezTo>
                  <a:lnTo>
                    <a:pt x="1164" y="1963"/>
                  </a:lnTo>
                  <a:cubicBezTo>
                    <a:pt x="1278" y="1895"/>
                    <a:pt x="1370" y="1804"/>
                    <a:pt x="1415" y="1689"/>
                  </a:cubicBezTo>
                  <a:cubicBezTo>
                    <a:pt x="1461" y="1621"/>
                    <a:pt x="1507" y="1530"/>
                    <a:pt x="1552" y="1461"/>
                  </a:cubicBezTo>
                  <a:cubicBezTo>
                    <a:pt x="1598" y="1301"/>
                    <a:pt x="1666" y="1165"/>
                    <a:pt x="1712" y="1028"/>
                  </a:cubicBezTo>
                  <a:cubicBezTo>
                    <a:pt x="1712" y="1028"/>
                    <a:pt x="1712" y="1005"/>
                    <a:pt x="1712" y="1005"/>
                  </a:cubicBezTo>
                  <a:cubicBezTo>
                    <a:pt x="1712" y="982"/>
                    <a:pt x="1735" y="822"/>
                    <a:pt x="1735" y="799"/>
                  </a:cubicBezTo>
                  <a:cubicBezTo>
                    <a:pt x="1735" y="776"/>
                    <a:pt x="1712" y="617"/>
                    <a:pt x="1712" y="594"/>
                  </a:cubicBezTo>
                  <a:cubicBezTo>
                    <a:pt x="1712" y="571"/>
                    <a:pt x="1643" y="434"/>
                    <a:pt x="1643" y="411"/>
                  </a:cubicBezTo>
                  <a:lnTo>
                    <a:pt x="1621" y="411"/>
                  </a:lnTo>
                  <a:cubicBezTo>
                    <a:pt x="1598" y="343"/>
                    <a:pt x="1552" y="297"/>
                    <a:pt x="1507" y="252"/>
                  </a:cubicBezTo>
                  <a:cubicBezTo>
                    <a:pt x="1507" y="252"/>
                    <a:pt x="1507" y="229"/>
                    <a:pt x="1507" y="229"/>
                  </a:cubicBezTo>
                  <a:cubicBezTo>
                    <a:pt x="1461" y="206"/>
                    <a:pt x="1392" y="160"/>
                    <a:pt x="1347" y="115"/>
                  </a:cubicBezTo>
                  <a:lnTo>
                    <a:pt x="1324" y="115"/>
                  </a:lnTo>
                  <a:cubicBezTo>
                    <a:pt x="1278" y="92"/>
                    <a:pt x="1210" y="69"/>
                    <a:pt x="1141" y="23"/>
                  </a:cubicBez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070675" y="3739125"/>
              <a:ext cx="41675" cy="49350"/>
            </a:xfrm>
            <a:custGeom>
              <a:avLst/>
              <a:gdLst/>
              <a:ahLst/>
              <a:cxnLst/>
              <a:rect l="l" t="t" r="r" b="b"/>
              <a:pathLst>
                <a:path w="1667" h="1974" extrusionOk="0">
                  <a:moveTo>
                    <a:pt x="845" y="0"/>
                  </a:moveTo>
                  <a:cubicBezTo>
                    <a:pt x="776" y="0"/>
                    <a:pt x="708" y="11"/>
                    <a:pt x="639" y="34"/>
                  </a:cubicBezTo>
                  <a:lnTo>
                    <a:pt x="457" y="103"/>
                  </a:lnTo>
                  <a:cubicBezTo>
                    <a:pt x="343" y="171"/>
                    <a:pt x="251" y="263"/>
                    <a:pt x="183" y="377"/>
                  </a:cubicBezTo>
                  <a:cubicBezTo>
                    <a:pt x="137" y="468"/>
                    <a:pt x="91" y="582"/>
                    <a:pt x="69" y="673"/>
                  </a:cubicBezTo>
                  <a:cubicBezTo>
                    <a:pt x="46" y="696"/>
                    <a:pt x="46" y="719"/>
                    <a:pt x="46" y="742"/>
                  </a:cubicBezTo>
                  <a:cubicBezTo>
                    <a:pt x="23" y="810"/>
                    <a:pt x="23" y="902"/>
                    <a:pt x="23" y="993"/>
                  </a:cubicBezTo>
                  <a:cubicBezTo>
                    <a:pt x="0" y="1039"/>
                    <a:pt x="23" y="1061"/>
                    <a:pt x="23" y="1107"/>
                  </a:cubicBezTo>
                  <a:cubicBezTo>
                    <a:pt x="46" y="1267"/>
                    <a:pt x="46" y="1427"/>
                    <a:pt x="160" y="1564"/>
                  </a:cubicBezTo>
                  <a:cubicBezTo>
                    <a:pt x="251" y="1701"/>
                    <a:pt x="297" y="1769"/>
                    <a:pt x="457" y="1860"/>
                  </a:cubicBezTo>
                  <a:cubicBezTo>
                    <a:pt x="566" y="1938"/>
                    <a:pt x="707" y="1974"/>
                    <a:pt x="851" y="1974"/>
                  </a:cubicBezTo>
                  <a:cubicBezTo>
                    <a:pt x="918" y="1974"/>
                    <a:pt x="985" y="1966"/>
                    <a:pt x="1050" y="1952"/>
                  </a:cubicBezTo>
                  <a:cubicBezTo>
                    <a:pt x="1187" y="1906"/>
                    <a:pt x="1301" y="1837"/>
                    <a:pt x="1415" y="1746"/>
                  </a:cubicBezTo>
                  <a:cubicBezTo>
                    <a:pt x="1507" y="1632"/>
                    <a:pt x="1575" y="1518"/>
                    <a:pt x="1621" y="1381"/>
                  </a:cubicBezTo>
                  <a:cubicBezTo>
                    <a:pt x="1666" y="1221"/>
                    <a:pt x="1644" y="1039"/>
                    <a:pt x="1575" y="879"/>
                  </a:cubicBezTo>
                  <a:cubicBezTo>
                    <a:pt x="1598" y="765"/>
                    <a:pt x="1598" y="673"/>
                    <a:pt x="1575" y="559"/>
                  </a:cubicBezTo>
                  <a:cubicBezTo>
                    <a:pt x="1552" y="468"/>
                    <a:pt x="1507" y="377"/>
                    <a:pt x="1438" y="308"/>
                  </a:cubicBezTo>
                  <a:cubicBezTo>
                    <a:pt x="1392" y="217"/>
                    <a:pt x="1301" y="171"/>
                    <a:pt x="1233" y="103"/>
                  </a:cubicBezTo>
                  <a:cubicBezTo>
                    <a:pt x="1164" y="80"/>
                    <a:pt x="1096" y="57"/>
                    <a:pt x="1050" y="34"/>
                  </a:cubicBezTo>
                  <a:cubicBezTo>
                    <a:pt x="982" y="11"/>
                    <a:pt x="913" y="0"/>
                    <a:pt x="8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157400" y="3674925"/>
              <a:ext cx="44525" cy="41675"/>
            </a:xfrm>
            <a:custGeom>
              <a:avLst/>
              <a:gdLst/>
              <a:ahLst/>
              <a:cxnLst/>
              <a:rect l="l" t="t" r="r" b="b"/>
              <a:pathLst>
                <a:path w="1781" h="1667" extrusionOk="0">
                  <a:moveTo>
                    <a:pt x="799" y="0"/>
                  </a:moveTo>
                  <a:cubicBezTo>
                    <a:pt x="640" y="0"/>
                    <a:pt x="548" y="23"/>
                    <a:pt x="411" y="114"/>
                  </a:cubicBezTo>
                  <a:cubicBezTo>
                    <a:pt x="297" y="160"/>
                    <a:pt x="183" y="274"/>
                    <a:pt x="115" y="388"/>
                  </a:cubicBezTo>
                  <a:cubicBezTo>
                    <a:pt x="69" y="457"/>
                    <a:pt x="46" y="525"/>
                    <a:pt x="23" y="594"/>
                  </a:cubicBezTo>
                  <a:cubicBezTo>
                    <a:pt x="1" y="776"/>
                    <a:pt x="1" y="822"/>
                    <a:pt x="23" y="1005"/>
                  </a:cubicBezTo>
                  <a:cubicBezTo>
                    <a:pt x="69" y="1096"/>
                    <a:pt x="115" y="1187"/>
                    <a:pt x="160" y="1256"/>
                  </a:cubicBezTo>
                  <a:cubicBezTo>
                    <a:pt x="229" y="1347"/>
                    <a:pt x="297" y="1415"/>
                    <a:pt x="389" y="1461"/>
                  </a:cubicBezTo>
                  <a:cubicBezTo>
                    <a:pt x="434" y="1484"/>
                    <a:pt x="480" y="1507"/>
                    <a:pt x="526" y="1529"/>
                  </a:cubicBezTo>
                  <a:cubicBezTo>
                    <a:pt x="548" y="1529"/>
                    <a:pt x="548" y="1552"/>
                    <a:pt x="571" y="1552"/>
                  </a:cubicBezTo>
                  <a:cubicBezTo>
                    <a:pt x="594" y="1575"/>
                    <a:pt x="754" y="1621"/>
                    <a:pt x="754" y="1644"/>
                  </a:cubicBezTo>
                  <a:lnTo>
                    <a:pt x="777" y="1644"/>
                  </a:lnTo>
                  <a:cubicBezTo>
                    <a:pt x="777" y="1644"/>
                    <a:pt x="959" y="1666"/>
                    <a:pt x="982" y="1666"/>
                  </a:cubicBezTo>
                  <a:cubicBezTo>
                    <a:pt x="982" y="1666"/>
                    <a:pt x="1187" y="1644"/>
                    <a:pt x="1187" y="1644"/>
                  </a:cubicBezTo>
                  <a:cubicBezTo>
                    <a:pt x="1210" y="1621"/>
                    <a:pt x="1256" y="1621"/>
                    <a:pt x="1279" y="1598"/>
                  </a:cubicBezTo>
                  <a:cubicBezTo>
                    <a:pt x="1302" y="1575"/>
                    <a:pt x="1347" y="1575"/>
                    <a:pt x="1370" y="1552"/>
                  </a:cubicBezTo>
                  <a:cubicBezTo>
                    <a:pt x="1393" y="1552"/>
                    <a:pt x="1530" y="1438"/>
                    <a:pt x="1530" y="1438"/>
                  </a:cubicBezTo>
                  <a:cubicBezTo>
                    <a:pt x="1530" y="1438"/>
                    <a:pt x="1553" y="1415"/>
                    <a:pt x="1553" y="1415"/>
                  </a:cubicBezTo>
                  <a:cubicBezTo>
                    <a:pt x="1553" y="1415"/>
                    <a:pt x="1598" y="1370"/>
                    <a:pt x="1598" y="1347"/>
                  </a:cubicBezTo>
                  <a:cubicBezTo>
                    <a:pt x="1621" y="1324"/>
                    <a:pt x="1644" y="1278"/>
                    <a:pt x="1667" y="1256"/>
                  </a:cubicBezTo>
                  <a:cubicBezTo>
                    <a:pt x="1667" y="1233"/>
                    <a:pt x="1758" y="1073"/>
                    <a:pt x="1758" y="1073"/>
                  </a:cubicBezTo>
                  <a:cubicBezTo>
                    <a:pt x="1758" y="1073"/>
                    <a:pt x="1758" y="1050"/>
                    <a:pt x="1758" y="1050"/>
                  </a:cubicBezTo>
                  <a:cubicBezTo>
                    <a:pt x="1758" y="1027"/>
                    <a:pt x="1758" y="982"/>
                    <a:pt x="1758" y="959"/>
                  </a:cubicBezTo>
                  <a:cubicBezTo>
                    <a:pt x="1781" y="913"/>
                    <a:pt x="1781" y="890"/>
                    <a:pt x="1781" y="845"/>
                  </a:cubicBezTo>
                  <a:cubicBezTo>
                    <a:pt x="1781" y="845"/>
                    <a:pt x="1758" y="639"/>
                    <a:pt x="1758" y="639"/>
                  </a:cubicBezTo>
                  <a:cubicBezTo>
                    <a:pt x="1758" y="639"/>
                    <a:pt x="1690" y="457"/>
                    <a:pt x="1667" y="457"/>
                  </a:cubicBezTo>
                  <a:cubicBezTo>
                    <a:pt x="1667" y="457"/>
                    <a:pt x="1553" y="297"/>
                    <a:pt x="1553" y="297"/>
                  </a:cubicBezTo>
                  <a:cubicBezTo>
                    <a:pt x="1553" y="297"/>
                    <a:pt x="1393" y="183"/>
                    <a:pt x="1393" y="183"/>
                  </a:cubicBezTo>
                  <a:cubicBezTo>
                    <a:pt x="1393" y="183"/>
                    <a:pt x="1210" y="91"/>
                    <a:pt x="1210" y="91"/>
                  </a:cubicBezTo>
                  <a:cubicBezTo>
                    <a:pt x="1187" y="91"/>
                    <a:pt x="1165" y="69"/>
                    <a:pt x="1142" y="69"/>
                  </a:cubicBezTo>
                  <a:cubicBezTo>
                    <a:pt x="1119" y="69"/>
                    <a:pt x="1073" y="46"/>
                    <a:pt x="1051" y="23"/>
                  </a:cubicBezTo>
                  <a:cubicBezTo>
                    <a:pt x="959" y="0"/>
                    <a:pt x="891" y="0"/>
                    <a:pt x="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73950" y="3534550"/>
              <a:ext cx="41675" cy="46525"/>
            </a:xfrm>
            <a:custGeom>
              <a:avLst/>
              <a:gdLst/>
              <a:ahLst/>
              <a:cxnLst/>
              <a:rect l="l" t="t" r="r" b="b"/>
              <a:pathLst>
                <a:path w="1667" h="1861" extrusionOk="0">
                  <a:moveTo>
                    <a:pt x="891" y="0"/>
                  </a:moveTo>
                  <a:cubicBezTo>
                    <a:pt x="822" y="23"/>
                    <a:pt x="754" y="23"/>
                    <a:pt x="685" y="46"/>
                  </a:cubicBezTo>
                  <a:cubicBezTo>
                    <a:pt x="571" y="69"/>
                    <a:pt x="457" y="137"/>
                    <a:pt x="366" y="228"/>
                  </a:cubicBezTo>
                  <a:cubicBezTo>
                    <a:pt x="343" y="251"/>
                    <a:pt x="320" y="251"/>
                    <a:pt x="297" y="274"/>
                  </a:cubicBezTo>
                  <a:cubicBezTo>
                    <a:pt x="297" y="274"/>
                    <a:pt x="297" y="297"/>
                    <a:pt x="297" y="297"/>
                  </a:cubicBezTo>
                  <a:cubicBezTo>
                    <a:pt x="206" y="343"/>
                    <a:pt x="137" y="411"/>
                    <a:pt x="92" y="502"/>
                  </a:cubicBezTo>
                  <a:cubicBezTo>
                    <a:pt x="69" y="571"/>
                    <a:pt x="46" y="639"/>
                    <a:pt x="23" y="685"/>
                  </a:cubicBezTo>
                  <a:cubicBezTo>
                    <a:pt x="1" y="776"/>
                    <a:pt x="1" y="845"/>
                    <a:pt x="1" y="936"/>
                  </a:cubicBezTo>
                  <a:cubicBezTo>
                    <a:pt x="1" y="959"/>
                    <a:pt x="1" y="959"/>
                    <a:pt x="1" y="982"/>
                  </a:cubicBezTo>
                  <a:cubicBezTo>
                    <a:pt x="1" y="1164"/>
                    <a:pt x="23" y="1233"/>
                    <a:pt x="115" y="1415"/>
                  </a:cubicBezTo>
                  <a:cubicBezTo>
                    <a:pt x="115" y="1415"/>
                    <a:pt x="115" y="1438"/>
                    <a:pt x="115" y="1438"/>
                  </a:cubicBezTo>
                  <a:cubicBezTo>
                    <a:pt x="160" y="1484"/>
                    <a:pt x="206" y="1552"/>
                    <a:pt x="252" y="1621"/>
                  </a:cubicBezTo>
                  <a:cubicBezTo>
                    <a:pt x="366" y="1712"/>
                    <a:pt x="480" y="1781"/>
                    <a:pt x="640" y="1826"/>
                  </a:cubicBezTo>
                  <a:cubicBezTo>
                    <a:pt x="708" y="1849"/>
                    <a:pt x="788" y="1860"/>
                    <a:pt x="868" y="1860"/>
                  </a:cubicBezTo>
                  <a:cubicBezTo>
                    <a:pt x="948" y="1860"/>
                    <a:pt x="1028" y="1849"/>
                    <a:pt x="1096" y="1826"/>
                  </a:cubicBezTo>
                  <a:lnTo>
                    <a:pt x="1279" y="1758"/>
                  </a:lnTo>
                  <a:cubicBezTo>
                    <a:pt x="1370" y="1712"/>
                    <a:pt x="1438" y="1644"/>
                    <a:pt x="1484" y="1552"/>
                  </a:cubicBezTo>
                  <a:cubicBezTo>
                    <a:pt x="1530" y="1507"/>
                    <a:pt x="1553" y="1461"/>
                    <a:pt x="1575" y="1393"/>
                  </a:cubicBezTo>
                  <a:cubicBezTo>
                    <a:pt x="1621" y="1301"/>
                    <a:pt x="1644" y="1210"/>
                    <a:pt x="1644" y="1096"/>
                  </a:cubicBezTo>
                  <a:cubicBezTo>
                    <a:pt x="1644" y="1050"/>
                    <a:pt x="1644" y="1004"/>
                    <a:pt x="1644" y="959"/>
                  </a:cubicBezTo>
                  <a:cubicBezTo>
                    <a:pt x="1644" y="890"/>
                    <a:pt x="1667" y="845"/>
                    <a:pt x="1667" y="776"/>
                  </a:cubicBezTo>
                  <a:cubicBezTo>
                    <a:pt x="1667" y="662"/>
                    <a:pt x="1644" y="571"/>
                    <a:pt x="1598" y="480"/>
                  </a:cubicBezTo>
                  <a:cubicBezTo>
                    <a:pt x="1553" y="388"/>
                    <a:pt x="1507" y="297"/>
                    <a:pt x="1438" y="228"/>
                  </a:cubicBezTo>
                  <a:cubicBezTo>
                    <a:pt x="1393" y="183"/>
                    <a:pt x="1324" y="160"/>
                    <a:pt x="1279" y="114"/>
                  </a:cubicBezTo>
                  <a:cubicBezTo>
                    <a:pt x="1165" y="46"/>
                    <a:pt x="1028" y="0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107175" y="3440400"/>
              <a:ext cx="41700" cy="48175"/>
            </a:xfrm>
            <a:custGeom>
              <a:avLst/>
              <a:gdLst/>
              <a:ahLst/>
              <a:cxnLst/>
              <a:rect l="l" t="t" r="r" b="b"/>
              <a:pathLst>
                <a:path w="1668" h="1927" extrusionOk="0">
                  <a:moveTo>
                    <a:pt x="891" y="0"/>
                  </a:moveTo>
                  <a:cubicBezTo>
                    <a:pt x="823" y="0"/>
                    <a:pt x="754" y="0"/>
                    <a:pt x="686" y="23"/>
                  </a:cubicBezTo>
                  <a:cubicBezTo>
                    <a:pt x="572" y="46"/>
                    <a:pt x="457" y="114"/>
                    <a:pt x="343" y="205"/>
                  </a:cubicBezTo>
                  <a:cubicBezTo>
                    <a:pt x="298" y="274"/>
                    <a:pt x="252" y="320"/>
                    <a:pt x="229" y="388"/>
                  </a:cubicBezTo>
                  <a:cubicBezTo>
                    <a:pt x="206" y="388"/>
                    <a:pt x="206" y="411"/>
                    <a:pt x="206" y="411"/>
                  </a:cubicBezTo>
                  <a:cubicBezTo>
                    <a:pt x="206" y="411"/>
                    <a:pt x="206" y="434"/>
                    <a:pt x="184" y="434"/>
                  </a:cubicBezTo>
                  <a:cubicBezTo>
                    <a:pt x="161" y="502"/>
                    <a:pt x="138" y="571"/>
                    <a:pt x="115" y="639"/>
                  </a:cubicBezTo>
                  <a:cubicBezTo>
                    <a:pt x="115" y="639"/>
                    <a:pt x="115" y="639"/>
                    <a:pt x="115" y="662"/>
                  </a:cubicBezTo>
                  <a:cubicBezTo>
                    <a:pt x="92" y="685"/>
                    <a:pt x="69" y="708"/>
                    <a:pt x="69" y="730"/>
                  </a:cubicBezTo>
                  <a:cubicBezTo>
                    <a:pt x="24" y="822"/>
                    <a:pt x="1" y="936"/>
                    <a:pt x="1" y="1027"/>
                  </a:cubicBezTo>
                  <a:cubicBezTo>
                    <a:pt x="1" y="1096"/>
                    <a:pt x="24" y="1164"/>
                    <a:pt x="24" y="1233"/>
                  </a:cubicBezTo>
                  <a:cubicBezTo>
                    <a:pt x="69" y="1370"/>
                    <a:pt x="138" y="1484"/>
                    <a:pt x="229" y="1575"/>
                  </a:cubicBezTo>
                  <a:cubicBezTo>
                    <a:pt x="229" y="1575"/>
                    <a:pt x="252" y="1598"/>
                    <a:pt x="252" y="1598"/>
                  </a:cubicBezTo>
                  <a:cubicBezTo>
                    <a:pt x="275" y="1621"/>
                    <a:pt x="320" y="1666"/>
                    <a:pt x="343" y="1689"/>
                  </a:cubicBezTo>
                  <a:cubicBezTo>
                    <a:pt x="412" y="1780"/>
                    <a:pt x="480" y="1826"/>
                    <a:pt x="572" y="1849"/>
                  </a:cubicBezTo>
                  <a:cubicBezTo>
                    <a:pt x="640" y="1895"/>
                    <a:pt x="709" y="1917"/>
                    <a:pt x="777" y="1917"/>
                  </a:cubicBezTo>
                  <a:cubicBezTo>
                    <a:pt x="804" y="1924"/>
                    <a:pt x="832" y="1927"/>
                    <a:pt x="862" y="1927"/>
                  </a:cubicBezTo>
                  <a:cubicBezTo>
                    <a:pt x="933" y="1927"/>
                    <a:pt x="1009" y="1911"/>
                    <a:pt x="1074" y="1895"/>
                  </a:cubicBezTo>
                  <a:cubicBezTo>
                    <a:pt x="1142" y="1872"/>
                    <a:pt x="1188" y="1849"/>
                    <a:pt x="1256" y="1826"/>
                  </a:cubicBezTo>
                  <a:cubicBezTo>
                    <a:pt x="1302" y="1780"/>
                    <a:pt x="1370" y="1735"/>
                    <a:pt x="1416" y="1689"/>
                  </a:cubicBezTo>
                  <a:cubicBezTo>
                    <a:pt x="1485" y="1621"/>
                    <a:pt x="1530" y="1552"/>
                    <a:pt x="1576" y="1461"/>
                  </a:cubicBezTo>
                  <a:cubicBezTo>
                    <a:pt x="1622" y="1370"/>
                    <a:pt x="1644" y="1278"/>
                    <a:pt x="1644" y="1164"/>
                  </a:cubicBezTo>
                  <a:cubicBezTo>
                    <a:pt x="1644" y="1096"/>
                    <a:pt x="1622" y="1027"/>
                    <a:pt x="1622" y="981"/>
                  </a:cubicBezTo>
                  <a:cubicBezTo>
                    <a:pt x="1644" y="913"/>
                    <a:pt x="1644" y="822"/>
                    <a:pt x="1644" y="753"/>
                  </a:cubicBezTo>
                  <a:cubicBezTo>
                    <a:pt x="1667" y="639"/>
                    <a:pt x="1644" y="548"/>
                    <a:pt x="1576" y="457"/>
                  </a:cubicBezTo>
                  <a:cubicBezTo>
                    <a:pt x="1553" y="365"/>
                    <a:pt x="1507" y="274"/>
                    <a:pt x="1439" y="205"/>
                  </a:cubicBezTo>
                  <a:cubicBezTo>
                    <a:pt x="1370" y="183"/>
                    <a:pt x="1325" y="137"/>
                    <a:pt x="1279" y="91"/>
                  </a:cubicBezTo>
                  <a:cubicBezTo>
                    <a:pt x="1165" y="23"/>
                    <a:pt x="1028" y="0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977650" y="3383475"/>
              <a:ext cx="50825" cy="51225"/>
            </a:xfrm>
            <a:custGeom>
              <a:avLst/>
              <a:gdLst/>
              <a:ahLst/>
              <a:cxnLst/>
              <a:rect l="l" t="t" r="r" b="b"/>
              <a:pathLst>
                <a:path w="2033" h="2049" extrusionOk="0">
                  <a:moveTo>
                    <a:pt x="962" y="0"/>
                  </a:moveTo>
                  <a:cubicBezTo>
                    <a:pt x="896" y="0"/>
                    <a:pt x="834" y="6"/>
                    <a:pt x="777" y="17"/>
                  </a:cubicBezTo>
                  <a:cubicBezTo>
                    <a:pt x="708" y="40"/>
                    <a:pt x="640" y="63"/>
                    <a:pt x="571" y="109"/>
                  </a:cubicBezTo>
                  <a:lnTo>
                    <a:pt x="548" y="109"/>
                  </a:lnTo>
                  <a:cubicBezTo>
                    <a:pt x="548" y="109"/>
                    <a:pt x="548" y="131"/>
                    <a:pt x="526" y="131"/>
                  </a:cubicBezTo>
                  <a:cubicBezTo>
                    <a:pt x="480" y="154"/>
                    <a:pt x="411" y="200"/>
                    <a:pt x="366" y="246"/>
                  </a:cubicBezTo>
                  <a:cubicBezTo>
                    <a:pt x="297" y="314"/>
                    <a:pt x="229" y="405"/>
                    <a:pt x="183" y="474"/>
                  </a:cubicBezTo>
                  <a:cubicBezTo>
                    <a:pt x="183" y="474"/>
                    <a:pt x="183" y="497"/>
                    <a:pt x="160" y="497"/>
                  </a:cubicBezTo>
                  <a:cubicBezTo>
                    <a:pt x="160" y="497"/>
                    <a:pt x="160" y="519"/>
                    <a:pt x="160" y="519"/>
                  </a:cubicBezTo>
                  <a:cubicBezTo>
                    <a:pt x="115" y="588"/>
                    <a:pt x="92" y="656"/>
                    <a:pt x="69" y="725"/>
                  </a:cubicBezTo>
                  <a:cubicBezTo>
                    <a:pt x="69" y="748"/>
                    <a:pt x="46" y="771"/>
                    <a:pt x="46" y="793"/>
                  </a:cubicBezTo>
                  <a:cubicBezTo>
                    <a:pt x="46" y="885"/>
                    <a:pt x="1" y="999"/>
                    <a:pt x="23" y="1090"/>
                  </a:cubicBezTo>
                  <a:cubicBezTo>
                    <a:pt x="23" y="1136"/>
                    <a:pt x="46" y="1250"/>
                    <a:pt x="46" y="1318"/>
                  </a:cubicBezTo>
                  <a:cubicBezTo>
                    <a:pt x="69" y="1318"/>
                    <a:pt x="69" y="1341"/>
                    <a:pt x="69" y="1341"/>
                  </a:cubicBezTo>
                  <a:cubicBezTo>
                    <a:pt x="92" y="1410"/>
                    <a:pt x="115" y="1478"/>
                    <a:pt x="138" y="1547"/>
                  </a:cubicBezTo>
                  <a:cubicBezTo>
                    <a:pt x="160" y="1547"/>
                    <a:pt x="160" y="1569"/>
                    <a:pt x="160" y="1569"/>
                  </a:cubicBezTo>
                  <a:cubicBezTo>
                    <a:pt x="206" y="1638"/>
                    <a:pt x="252" y="1684"/>
                    <a:pt x="297" y="1729"/>
                  </a:cubicBezTo>
                  <a:cubicBezTo>
                    <a:pt x="297" y="1752"/>
                    <a:pt x="297" y="1752"/>
                    <a:pt x="320" y="1752"/>
                  </a:cubicBezTo>
                  <a:cubicBezTo>
                    <a:pt x="366" y="1798"/>
                    <a:pt x="434" y="1843"/>
                    <a:pt x="480" y="1889"/>
                  </a:cubicBezTo>
                  <a:cubicBezTo>
                    <a:pt x="503" y="1912"/>
                    <a:pt x="503" y="1912"/>
                    <a:pt x="526" y="1912"/>
                  </a:cubicBezTo>
                  <a:cubicBezTo>
                    <a:pt x="594" y="1957"/>
                    <a:pt x="663" y="1980"/>
                    <a:pt x="731" y="2003"/>
                  </a:cubicBezTo>
                  <a:cubicBezTo>
                    <a:pt x="754" y="2003"/>
                    <a:pt x="754" y="2003"/>
                    <a:pt x="777" y="2026"/>
                  </a:cubicBezTo>
                  <a:cubicBezTo>
                    <a:pt x="845" y="2026"/>
                    <a:pt x="914" y="2026"/>
                    <a:pt x="982" y="2049"/>
                  </a:cubicBezTo>
                  <a:lnTo>
                    <a:pt x="1073" y="2049"/>
                  </a:lnTo>
                  <a:cubicBezTo>
                    <a:pt x="1142" y="2049"/>
                    <a:pt x="1210" y="2026"/>
                    <a:pt x="1279" y="2026"/>
                  </a:cubicBezTo>
                  <a:cubicBezTo>
                    <a:pt x="1302" y="2003"/>
                    <a:pt x="1302" y="2003"/>
                    <a:pt x="1324" y="2003"/>
                  </a:cubicBezTo>
                  <a:lnTo>
                    <a:pt x="1347" y="2003"/>
                  </a:lnTo>
                  <a:cubicBezTo>
                    <a:pt x="1416" y="1980"/>
                    <a:pt x="1484" y="1957"/>
                    <a:pt x="1530" y="1912"/>
                  </a:cubicBezTo>
                  <a:cubicBezTo>
                    <a:pt x="1553" y="1912"/>
                    <a:pt x="1553" y="1912"/>
                    <a:pt x="1576" y="1889"/>
                  </a:cubicBezTo>
                  <a:cubicBezTo>
                    <a:pt x="1735" y="1775"/>
                    <a:pt x="1781" y="1752"/>
                    <a:pt x="1895" y="1569"/>
                  </a:cubicBezTo>
                  <a:cubicBezTo>
                    <a:pt x="1895" y="1569"/>
                    <a:pt x="1895" y="1569"/>
                    <a:pt x="1918" y="1547"/>
                  </a:cubicBezTo>
                  <a:cubicBezTo>
                    <a:pt x="1941" y="1478"/>
                    <a:pt x="1964" y="1410"/>
                    <a:pt x="1986" y="1364"/>
                  </a:cubicBezTo>
                  <a:cubicBezTo>
                    <a:pt x="1986" y="1341"/>
                    <a:pt x="2009" y="1341"/>
                    <a:pt x="2009" y="1341"/>
                  </a:cubicBezTo>
                  <a:cubicBezTo>
                    <a:pt x="2032" y="1250"/>
                    <a:pt x="2032" y="1181"/>
                    <a:pt x="2032" y="1090"/>
                  </a:cubicBezTo>
                  <a:cubicBezTo>
                    <a:pt x="2032" y="1090"/>
                    <a:pt x="2032" y="1090"/>
                    <a:pt x="2032" y="1067"/>
                  </a:cubicBezTo>
                  <a:cubicBezTo>
                    <a:pt x="2032" y="999"/>
                    <a:pt x="2009" y="907"/>
                    <a:pt x="2009" y="862"/>
                  </a:cubicBezTo>
                  <a:cubicBezTo>
                    <a:pt x="2009" y="839"/>
                    <a:pt x="2009" y="839"/>
                    <a:pt x="1986" y="816"/>
                  </a:cubicBezTo>
                  <a:cubicBezTo>
                    <a:pt x="1964" y="748"/>
                    <a:pt x="1941" y="679"/>
                    <a:pt x="1918" y="611"/>
                  </a:cubicBezTo>
                  <a:lnTo>
                    <a:pt x="1895" y="611"/>
                  </a:lnTo>
                  <a:cubicBezTo>
                    <a:pt x="1872" y="565"/>
                    <a:pt x="1849" y="519"/>
                    <a:pt x="1827" y="497"/>
                  </a:cubicBezTo>
                  <a:cubicBezTo>
                    <a:pt x="1781" y="451"/>
                    <a:pt x="1758" y="405"/>
                    <a:pt x="1735" y="383"/>
                  </a:cubicBezTo>
                  <a:cubicBezTo>
                    <a:pt x="1667" y="314"/>
                    <a:pt x="1598" y="268"/>
                    <a:pt x="1553" y="223"/>
                  </a:cubicBezTo>
                  <a:lnTo>
                    <a:pt x="1507" y="223"/>
                  </a:lnTo>
                  <a:cubicBezTo>
                    <a:pt x="1461" y="177"/>
                    <a:pt x="1416" y="131"/>
                    <a:pt x="1347" y="86"/>
                  </a:cubicBezTo>
                  <a:cubicBezTo>
                    <a:pt x="1302" y="63"/>
                    <a:pt x="1233" y="40"/>
                    <a:pt x="1165" y="17"/>
                  </a:cubicBezTo>
                  <a:cubicBezTo>
                    <a:pt x="1096" y="6"/>
                    <a:pt x="1028" y="0"/>
                    <a:pt x="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81225" y="3473475"/>
              <a:ext cx="46800" cy="47825"/>
            </a:xfrm>
            <a:custGeom>
              <a:avLst/>
              <a:gdLst/>
              <a:ahLst/>
              <a:cxnLst/>
              <a:rect l="l" t="t" r="r" b="b"/>
              <a:pathLst>
                <a:path w="1872" h="1913" extrusionOk="0">
                  <a:moveTo>
                    <a:pt x="1073" y="1"/>
                  </a:moveTo>
                  <a:cubicBezTo>
                    <a:pt x="1004" y="1"/>
                    <a:pt x="936" y="1"/>
                    <a:pt x="867" y="24"/>
                  </a:cubicBezTo>
                  <a:cubicBezTo>
                    <a:pt x="753" y="47"/>
                    <a:pt x="662" y="115"/>
                    <a:pt x="571" y="183"/>
                  </a:cubicBezTo>
                  <a:cubicBezTo>
                    <a:pt x="525" y="183"/>
                    <a:pt x="479" y="206"/>
                    <a:pt x="434" y="229"/>
                  </a:cubicBezTo>
                  <a:cubicBezTo>
                    <a:pt x="388" y="275"/>
                    <a:pt x="297" y="343"/>
                    <a:pt x="274" y="366"/>
                  </a:cubicBezTo>
                  <a:cubicBezTo>
                    <a:pt x="251" y="366"/>
                    <a:pt x="251" y="389"/>
                    <a:pt x="228" y="389"/>
                  </a:cubicBezTo>
                  <a:cubicBezTo>
                    <a:pt x="160" y="457"/>
                    <a:pt x="114" y="549"/>
                    <a:pt x="69" y="640"/>
                  </a:cubicBezTo>
                  <a:cubicBezTo>
                    <a:pt x="23" y="731"/>
                    <a:pt x="0" y="823"/>
                    <a:pt x="0" y="937"/>
                  </a:cubicBezTo>
                  <a:cubicBezTo>
                    <a:pt x="0" y="1051"/>
                    <a:pt x="23" y="1142"/>
                    <a:pt x="69" y="1233"/>
                  </a:cubicBezTo>
                  <a:cubicBezTo>
                    <a:pt x="114" y="1325"/>
                    <a:pt x="160" y="1416"/>
                    <a:pt x="228" y="1485"/>
                  </a:cubicBezTo>
                  <a:cubicBezTo>
                    <a:pt x="297" y="1507"/>
                    <a:pt x="343" y="1553"/>
                    <a:pt x="388" y="1599"/>
                  </a:cubicBezTo>
                  <a:cubicBezTo>
                    <a:pt x="434" y="1621"/>
                    <a:pt x="457" y="1621"/>
                    <a:pt x="502" y="1644"/>
                  </a:cubicBezTo>
                  <a:cubicBezTo>
                    <a:pt x="502" y="1644"/>
                    <a:pt x="502" y="1644"/>
                    <a:pt x="525" y="1667"/>
                  </a:cubicBezTo>
                  <a:cubicBezTo>
                    <a:pt x="525" y="1667"/>
                    <a:pt x="548" y="1690"/>
                    <a:pt x="548" y="1690"/>
                  </a:cubicBezTo>
                  <a:cubicBezTo>
                    <a:pt x="639" y="1781"/>
                    <a:pt x="753" y="1850"/>
                    <a:pt x="890" y="1895"/>
                  </a:cubicBezTo>
                  <a:cubicBezTo>
                    <a:pt x="936" y="1907"/>
                    <a:pt x="987" y="1912"/>
                    <a:pt x="1039" y="1912"/>
                  </a:cubicBezTo>
                  <a:cubicBezTo>
                    <a:pt x="1090" y="1912"/>
                    <a:pt x="1141" y="1907"/>
                    <a:pt x="1187" y="1895"/>
                  </a:cubicBezTo>
                  <a:cubicBezTo>
                    <a:pt x="1278" y="1895"/>
                    <a:pt x="1392" y="1873"/>
                    <a:pt x="1461" y="1804"/>
                  </a:cubicBezTo>
                  <a:cubicBezTo>
                    <a:pt x="1575" y="1736"/>
                    <a:pt x="1666" y="1644"/>
                    <a:pt x="1735" y="1530"/>
                  </a:cubicBezTo>
                  <a:cubicBezTo>
                    <a:pt x="1780" y="1462"/>
                    <a:pt x="1803" y="1393"/>
                    <a:pt x="1826" y="1325"/>
                  </a:cubicBezTo>
                  <a:cubicBezTo>
                    <a:pt x="1849" y="1302"/>
                    <a:pt x="1849" y="1302"/>
                    <a:pt x="1849" y="1279"/>
                  </a:cubicBezTo>
                  <a:cubicBezTo>
                    <a:pt x="1849" y="1256"/>
                    <a:pt x="1872" y="1119"/>
                    <a:pt x="1872" y="1051"/>
                  </a:cubicBezTo>
                  <a:cubicBezTo>
                    <a:pt x="1872" y="960"/>
                    <a:pt x="1849" y="891"/>
                    <a:pt x="1849" y="823"/>
                  </a:cubicBezTo>
                  <a:cubicBezTo>
                    <a:pt x="1826" y="800"/>
                    <a:pt x="1826" y="777"/>
                    <a:pt x="1826" y="777"/>
                  </a:cubicBezTo>
                  <a:cubicBezTo>
                    <a:pt x="1826" y="777"/>
                    <a:pt x="1826" y="777"/>
                    <a:pt x="1826" y="754"/>
                  </a:cubicBezTo>
                  <a:cubicBezTo>
                    <a:pt x="1826" y="640"/>
                    <a:pt x="1803" y="549"/>
                    <a:pt x="1758" y="457"/>
                  </a:cubicBezTo>
                  <a:cubicBezTo>
                    <a:pt x="1735" y="366"/>
                    <a:pt x="1666" y="275"/>
                    <a:pt x="1598" y="206"/>
                  </a:cubicBezTo>
                  <a:cubicBezTo>
                    <a:pt x="1552" y="183"/>
                    <a:pt x="1507" y="138"/>
                    <a:pt x="1438" y="92"/>
                  </a:cubicBezTo>
                  <a:cubicBezTo>
                    <a:pt x="1324" y="24"/>
                    <a:pt x="1210" y="1"/>
                    <a:pt x="10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19575" y="3607200"/>
              <a:ext cx="45125" cy="49900"/>
            </a:xfrm>
            <a:custGeom>
              <a:avLst/>
              <a:gdLst/>
              <a:ahLst/>
              <a:cxnLst/>
              <a:rect l="l" t="t" r="r" b="b"/>
              <a:pathLst>
                <a:path w="1805" h="1996" extrusionOk="0">
                  <a:moveTo>
                    <a:pt x="906" y="1"/>
                  </a:moveTo>
                  <a:cubicBezTo>
                    <a:pt x="846" y="1"/>
                    <a:pt x="785" y="12"/>
                    <a:pt x="731" y="39"/>
                  </a:cubicBezTo>
                  <a:cubicBezTo>
                    <a:pt x="617" y="61"/>
                    <a:pt x="549" y="107"/>
                    <a:pt x="457" y="153"/>
                  </a:cubicBezTo>
                  <a:cubicBezTo>
                    <a:pt x="389" y="221"/>
                    <a:pt x="321" y="290"/>
                    <a:pt x="275" y="358"/>
                  </a:cubicBezTo>
                  <a:cubicBezTo>
                    <a:pt x="275" y="358"/>
                    <a:pt x="252" y="381"/>
                    <a:pt x="252" y="381"/>
                  </a:cubicBezTo>
                  <a:cubicBezTo>
                    <a:pt x="161" y="472"/>
                    <a:pt x="92" y="586"/>
                    <a:pt x="47" y="723"/>
                  </a:cubicBezTo>
                  <a:cubicBezTo>
                    <a:pt x="47" y="746"/>
                    <a:pt x="47" y="769"/>
                    <a:pt x="24" y="792"/>
                  </a:cubicBezTo>
                  <a:cubicBezTo>
                    <a:pt x="24" y="860"/>
                    <a:pt x="1" y="952"/>
                    <a:pt x="1" y="1043"/>
                  </a:cubicBezTo>
                  <a:cubicBezTo>
                    <a:pt x="1" y="1134"/>
                    <a:pt x="24" y="1226"/>
                    <a:pt x="47" y="1294"/>
                  </a:cubicBezTo>
                  <a:cubicBezTo>
                    <a:pt x="47" y="1385"/>
                    <a:pt x="92" y="1477"/>
                    <a:pt x="138" y="1545"/>
                  </a:cubicBezTo>
                  <a:cubicBezTo>
                    <a:pt x="138" y="1568"/>
                    <a:pt x="161" y="1568"/>
                    <a:pt x="161" y="1591"/>
                  </a:cubicBezTo>
                  <a:cubicBezTo>
                    <a:pt x="206" y="1636"/>
                    <a:pt x="252" y="1705"/>
                    <a:pt x="275" y="1751"/>
                  </a:cubicBezTo>
                  <a:cubicBezTo>
                    <a:pt x="298" y="1751"/>
                    <a:pt x="298" y="1751"/>
                    <a:pt x="298" y="1773"/>
                  </a:cubicBezTo>
                  <a:cubicBezTo>
                    <a:pt x="343" y="1819"/>
                    <a:pt x="412" y="1865"/>
                    <a:pt x="457" y="1887"/>
                  </a:cubicBezTo>
                  <a:cubicBezTo>
                    <a:pt x="549" y="1956"/>
                    <a:pt x="640" y="1979"/>
                    <a:pt x="754" y="1979"/>
                  </a:cubicBezTo>
                  <a:cubicBezTo>
                    <a:pt x="811" y="1990"/>
                    <a:pt x="851" y="1996"/>
                    <a:pt x="894" y="1996"/>
                  </a:cubicBezTo>
                  <a:cubicBezTo>
                    <a:pt x="937" y="1996"/>
                    <a:pt x="982" y="1990"/>
                    <a:pt x="1051" y="1979"/>
                  </a:cubicBezTo>
                  <a:lnTo>
                    <a:pt x="1074" y="1979"/>
                  </a:lnTo>
                  <a:cubicBezTo>
                    <a:pt x="1074" y="1956"/>
                    <a:pt x="1074" y="1956"/>
                    <a:pt x="1074" y="1956"/>
                  </a:cubicBezTo>
                  <a:cubicBezTo>
                    <a:pt x="1119" y="1956"/>
                    <a:pt x="1234" y="1910"/>
                    <a:pt x="1302" y="1865"/>
                  </a:cubicBezTo>
                  <a:cubicBezTo>
                    <a:pt x="1462" y="1751"/>
                    <a:pt x="1507" y="1705"/>
                    <a:pt x="1622" y="1545"/>
                  </a:cubicBezTo>
                  <a:cubicBezTo>
                    <a:pt x="1644" y="1522"/>
                    <a:pt x="1644" y="1522"/>
                    <a:pt x="1644" y="1499"/>
                  </a:cubicBezTo>
                  <a:cubicBezTo>
                    <a:pt x="1690" y="1431"/>
                    <a:pt x="1713" y="1363"/>
                    <a:pt x="1759" y="1271"/>
                  </a:cubicBezTo>
                  <a:cubicBezTo>
                    <a:pt x="1759" y="1271"/>
                    <a:pt x="1759" y="1248"/>
                    <a:pt x="1759" y="1248"/>
                  </a:cubicBezTo>
                  <a:cubicBezTo>
                    <a:pt x="1759" y="1226"/>
                    <a:pt x="1759" y="1226"/>
                    <a:pt x="1759" y="1226"/>
                  </a:cubicBezTo>
                  <a:cubicBezTo>
                    <a:pt x="1781" y="1134"/>
                    <a:pt x="1781" y="1066"/>
                    <a:pt x="1781" y="997"/>
                  </a:cubicBezTo>
                  <a:cubicBezTo>
                    <a:pt x="1804" y="974"/>
                    <a:pt x="1804" y="974"/>
                    <a:pt x="1781" y="952"/>
                  </a:cubicBezTo>
                  <a:cubicBezTo>
                    <a:pt x="1781" y="952"/>
                    <a:pt x="1781" y="929"/>
                    <a:pt x="1781" y="929"/>
                  </a:cubicBezTo>
                  <a:cubicBezTo>
                    <a:pt x="1781" y="860"/>
                    <a:pt x="1781" y="792"/>
                    <a:pt x="1759" y="701"/>
                  </a:cubicBezTo>
                  <a:cubicBezTo>
                    <a:pt x="1759" y="701"/>
                    <a:pt x="1759" y="678"/>
                    <a:pt x="1736" y="655"/>
                  </a:cubicBezTo>
                  <a:cubicBezTo>
                    <a:pt x="1736" y="632"/>
                    <a:pt x="1690" y="495"/>
                    <a:pt x="1644" y="449"/>
                  </a:cubicBezTo>
                  <a:cubicBezTo>
                    <a:pt x="1644" y="449"/>
                    <a:pt x="1644" y="427"/>
                    <a:pt x="1644" y="427"/>
                  </a:cubicBezTo>
                  <a:cubicBezTo>
                    <a:pt x="1599" y="381"/>
                    <a:pt x="1553" y="313"/>
                    <a:pt x="1507" y="267"/>
                  </a:cubicBezTo>
                  <a:cubicBezTo>
                    <a:pt x="1507" y="267"/>
                    <a:pt x="1507" y="267"/>
                    <a:pt x="1507" y="244"/>
                  </a:cubicBezTo>
                  <a:cubicBezTo>
                    <a:pt x="1462" y="221"/>
                    <a:pt x="1439" y="198"/>
                    <a:pt x="1416" y="176"/>
                  </a:cubicBezTo>
                  <a:cubicBezTo>
                    <a:pt x="1371" y="153"/>
                    <a:pt x="1348" y="130"/>
                    <a:pt x="1302" y="107"/>
                  </a:cubicBezTo>
                  <a:cubicBezTo>
                    <a:pt x="1234" y="39"/>
                    <a:pt x="1119" y="16"/>
                    <a:pt x="1028" y="16"/>
                  </a:cubicBezTo>
                  <a:cubicBezTo>
                    <a:pt x="990" y="6"/>
                    <a:pt x="949" y="1"/>
                    <a:pt x="9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55525" y="3754800"/>
              <a:ext cx="41700" cy="49675"/>
            </a:xfrm>
            <a:custGeom>
              <a:avLst/>
              <a:gdLst/>
              <a:ahLst/>
              <a:cxnLst/>
              <a:rect l="l" t="t" r="r" b="b"/>
              <a:pathLst>
                <a:path w="1668" h="1987" extrusionOk="0">
                  <a:moveTo>
                    <a:pt x="777" y="1"/>
                  </a:moveTo>
                  <a:cubicBezTo>
                    <a:pt x="640" y="1"/>
                    <a:pt x="503" y="46"/>
                    <a:pt x="389" y="115"/>
                  </a:cubicBezTo>
                  <a:cubicBezTo>
                    <a:pt x="343" y="138"/>
                    <a:pt x="298" y="183"/>
                    <a:pt x="229" y="229"/>
                  </a:cubicBezTo>
                  <a:cubicBezTo>
                    <a:pt x="138" y="320"/>
                    <a:pt x="69" y="434"/>
                    <a:pt x="47" y="571"/>
                  </a:cubicBezTo>
                  <a:cubicBezTo>
                    <a:pt x="24" y="663"/>
                    <a:pt x="1" y="777"/>
                    <a:pt x="1" y="868"/>
                  </a:cubicBezTo>
                  <a:cubicBezTo>
                    <a:pt x="1" y="914"/>
                    <a:pt x="1" y="959"/>
                    <a:pt x="1" y="1005"/>
                  </a:cubicBezTo>
                  <a:cubicBezTo>
                    <a:pt x="24" y="1096"/>
                    <a:pt x="24" y="1210"/>
                    <a:pt x="47" y="1325"/>
                  </a:cubicBezTo>
                  <a:cubicBezTo>
                    <a:pt x="92" y="1416"/>
                    <a:pt x="138" y="1507"/>
                    <a:pt x="161" y="1598"/>
                  </a:cubicBezTo>
                  <a:cubicBezTo>
                    <a:pt x="206" y="1690"/>
                    <a:pt x="275" y="1758"/>
                    <a:pt x="366" y="1827"/>
                  </a:cubicBezTo>
                  <a:cubicBezTo>
                    <a:pt x="435" y="1895"/>
                    <a:pt x="526" y="1941"/>
                    <a:pt x="617" y="1964"/>
                  </a:cubicBezTo>
                  <a:lnTo>
                    <a:pt x="823" y="1987"/>
                  </a:lnTo>
                  <a:cubicBezTo>
                    <a:pt x="960" y="1987"/>
                    <a:pt x="1097" y="1941"/>
                    <a:pt x="1211" y="1872"/>
                  </a:cubicBezTo>
                  <a:cubicBezTo>
                    <a:pt x="1234" y="1850"/>
                    <a:pt x="1279" y="1827"/>
                    <a:pt x="1302" y="1804"/>
                  </a:cubicBezTo>
                  <a:cubicBezTo>
                    <a:pt x="1302" y="1804"/>
                    <a:pt x="1348" y="1781"/>
                    <a:pt x="1371" y="1758"/>
                  </a:cubicBezTo>
                  <a:cubicBezTo>
                    <a:pt x="1393" y="1735"/>
                    <a:pt x="1393" y="1735"/>
                    <a:pt x="1393" y="1735"/>
                  </a:cubicBezTo>
                  <a:cubicBezTo>
                    <a:pt x="1416" y="1713"/>
                    <a:pt x="1439" y="1667"/>
                    <a:pt x="1462" y="1644"/>
                  </a:cubicBezTo>
                  <a:cubicBezTo>
                    <a:pt x="1485" y="1621"/>
                    <a:pt x="1507" y="1598"/>
                    <a:pt x="1530" y="1553"/>
                  </a:cubicBezTo>
                  <a:cubicBezTo>
                    <a:pt x="1530" y="1553"/>
                    <a:pt x="1530" y="1553"/>
                    <a:pt x="1530" y="1530"/>
                  </a:cubicBezTo>
                  <a:cubicBezTo>
                    <a:pt x="1576" y="1462"/>
                    <a:pt x="1622" y="1393"/>
                    <a:pt x="1622" y="1325"/>
                  </a:cubicBezTo>
                  <a:cubicBezTo>
                    <a:pt x="1644" y="1302"/>
                    <a:pt x="1644" y="1302"/>
                    <a:pt x="1644" y="1302"/>
                  </a:cubicBezTo>
                  <a:cubicBezTo>
                    <a:pt x="1644" y="1233"/>
                    <a:pt x="1644" y="1165"/>
                    <a:pt x="1667" y="1096"/>
                  </a:cubicBezTo>
                  <a:cubicBezTo>
                    <a:pt x="1667" y="1096"/>
                    <a:pt x="1667" y="1074"/>
                    <a:pt x="1667" y="1074"/>
                  </a:cubicBezTo>
                  <a:cubicBezTo>
                    <a:pt x="1667" y="1051"/>
                    <a:pt x="1667" y="1051"/>
                    <a:pt x="1667" y="1051"/>
                  </a:cubicBezTo>
                  <a:cubicBezTo>
                    <a:pt x="1667" y="1005"/>
                    <a:pt x="1644" y="959"/>
                    <a:pt x="1644" y="937"/>
                  </a:cubicBezTo>
                  <a:cubicBezTo>
                    <a:pt x="1644" y="891"/>
                    <a:pt x="1644" y="868"/>
                    <a:pt x="1644" y="822"/>
                  </a:cubicBezTo>
                  <a:cubicBezTo>
                    <a:pt x="1622" y="822"/>
                    <a:pt x="1622" y="800"/>
                    <a:pt x="1622" y="800"/>
                  </a:cubicBezTo>
                  <a:cubicBezTo>
                    <a:pt x="1622" y="800"/>
                    <a:pt x="1622" y="800"/>
                    <a:pt x="1622" y="777"/>
                  </a:cubicBezTo>
                  <a:cubicBezTo>
                    <a:pt x="1599" y="731"/>
                    <a:pt x="1576" y="663"/>
                    <a:pt x="1553" y="594"/>
                  </a:cubicBezTo>
                  <a:cubicBezTo>
                    <a:pt x="1530" y="571"/>
                    <a:pt x="1507" y="549"/>
                    <a:pt x="1507" y="526"/>
                  </a:cubicBezTo>
                  <a:cubicBezTo>
                    <a:pt x="1485" y="480"/>
                    <a:pt x="1462" y="434"/>
                    <a:pt x="1439" y="389"/>
                  </a:cubicBezTo>
                  <a:cubicBezTo>
                    <a:pt x="1393" y="297"/>
                    <a:pt x="1325" y="229"/>
                    <a:pt x="1234" y="161"/>
                  </a:cubicBezTo>
                  <a:cubicBezTo>
                    <a:pt x="1165" y="92"/>
                    <a:pt x="1074" y="46"/>
                    <a:pt x="982" y="24"/>
                  </a:cubicBezTo>
                  <a:cubicBezTo>
                    <a:pt x="914" y="24"/>
                    <a:pt x="846" y="24"/>
                    <a:pt x="7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003900" y="3859000"/>
              <a:ext cx="49100" cy="46850"/>
            </a:xfrm>
            <a:custGeom>
              <a:avLst/>
              <a:gdLst/>
              <a:ahLst/>
              <a:cxnLst/>
              <a:rect l="l" t="t" r="r" b="b"/>
              <a:pathLst>
                <a:path w="1964" h="1874" extrusionOk="0">
                  <a:moveTo>
                    <a:pt x="1207" y="0"/>
                  </a:moveTo>
                  <a:cubicBezTo>
                    <a:pt x="1134" y="0"/>
                    <a:pt x="1069" y="16"/>
                    <a:pt x="1005" y="33"/>
                  </a:cubicBezTo>
                  <a:cubicBezTo>
                    <a:pt x="959" y="55"/>
                    <a:pt x="914" y="78"/>
                    <a:pt x="868" y="78"/>
                  </a:cubicBezTo>
                  <a:cubicBezTo>
                    <a:pt x="777" y="78"/>
                    <a:pt x="662" y="78"/>
                    <a:pt x="571" y="101"/>
                  </a:cubicBezTo>
                  <a:lnTo>
                    <a:pt x="389" y="170"/>
                  </a:lnTo>
                  <a:cubicBezTo>
                    <a:pt x="274" y="238"/>
                    <a:pt x="183" y="329"/>
                    <a:pt x="115" y="443"/>
                  </a:cubicBezTo>
                  <a:lnTo>
                    <a:pt x="46" y="626"/>
                  </a:lnTo>
                  <a:cubicBezTo>
                    <a:pt x="1" y="763"/>
                    <a:pt x="1" y="900"/>
                    <a:pt x="46" y="1037"/>
                  </a:cubicBezTo>
                  <a:cubicBezTo>
                    <a:pt x="46" y="1060"/>
                    <a:pt x="46" y="1105"/>
                    <a:pt x="69" y="1128"/>
                  </a:cubicBezTo>
                  <a:cubicBezTo>
                    <a:pt x="92" y="1197"/>
                    <a:pt x="115" y="1265"/>
                    <a:pt x="138" y="1311"/>
                  </a:cubicBezTo>
                  <a:cubicBezTo>
                    <a:pt x="138" y="1334"/>
                    <a:pt x="160" y="1334"/>
                    <a:pt x="160" y="1334"/>
                  </a:cubicBezTo>
                  <a:cubicBezTo>
                    <a:pt x="160" y="1356"/>
                    <a:pt x="160" y="1356"/>
                    <a:pt x="183" y="1379"/>
                  </a:cubicBezTo>
                  <a:cubicBezTo>
                    <a:pt x="229" y="1425"/>
                    <a:pt x="274" y="1493"/>
                    <a:pt x="297" y="1539"/>
                  </a:cubicBezTo>
                  <a:cubicBezTo>
                    <a:pt x="320" y="1539"/>
                    <a:pt x="320" y="1562"/>
                    <a:pt x="320" y="1562"/>
                  </a:cubicBezTo>
                  <a:cubicBezTo>
                    <a:pt x="320" y="1562"/>
                    <a:pt x="343" y="1585"/>
                    <a:pt x="343" y="1585"/>
                  </a:cubicBezTo>
                  <a:cubicBezTo>
                    <a:pt x="366" y="1585"/>
                    <a:pt x="366" y="1608"/>
                    <a:pt x="366" y="1608"/>
                  </a:cubicBezTo>
                  <a:cubicBezTo>
                    <a:pt x="411" y="1653"/>
                    <a:pt x="480" y="1699"/>
                    <a:pt x="526" y="1722"/>
                  </a:cubicBezTo>
                  <a:cubicBezTo>
                    <a:pt x="548" y="1744"/>
                    <a:pt x="571" y="1744"/>
                    <a:pt x="571" y="1744"/>
                  </a:cubicBezTo>
                  <a:cubicBezTo>
                    <a:pt x="571" y="1767"/>
                    <a:pt x="594" y="1767"/>
                    <a:pt x="594" y="1767"/>
                  </a:cubicBezTo>
                  <a:cubicBezTo>
                    <a:pt x="662" y="1790"/>
                    <a:pt x="731" y="1813"/>
                    <a:pt x="777" y="1836"/>
                  </a:cubicBezTo>
                  <a:cubicBezTo>
                    <a:pt x="857" y="1863"/>
                    <a:pt x="914" y="1874"/>
                    <a:pt x="970" y="1874"/>
                  </a:cubicBezTo>
                  <a:cubicBezTo>
                    <a:pt x="1009" y="1874"/>
                    <a:pt x="1049" y="1868"/>
                    <a:pt x="1096" y="1859"/>
                  </a:cubicBezTo>
                  <a:cubicBezTo>
                    <a:pt x="1142" y="1859"/>
                    <a:pt x="1165" y="1859"/>
                    <a:pt x="1210" y="1836"/>
                  </a:cubicBezTo>
                  <a:cubicBezTo>
                    <a:pt x="1256" y="1813"/>
                    <a:pt x="1324" y="1790"/>
                    <a:pt x="1393" y="1767"/>
                  </a:cubicBezTo>
                  <a:cubicBezTo>
                    <a:pt x="1416" y="1744"/>
                    <a:pt x="1416" y="1744"/>
                    <a:pt x="1439" y="1744"/>
                  </a:cubicBezTo>
                  <a:cubicBezTo>
                    <a:pt x="1439" y="1744"/>
                    <a:pt x="1439" y="1744"/>
                    <a:pt x="1439" y="1722"/>
                  </a:cubicBezTo>
                  <a:cubicBezTo>
                    <a:pt x="1507" y="1699"/>
                    <a:pt x="1553" y="1653"/>
                    <a:pt x="1621" y="1608"/>
                  </a:cubicBezTo>
                  <a:cubicBezTo>
                    <a:pt x="1621" y="1585"/>
                    <a:pt x="1644" y="1585"/>
                    <a:pt x="1644" y="1585"/>
                  </a:cubicBezTo>
                  <a:cubicBezTo>
                    <a:pt x="1644" y="1562"/>
                    <a:pt x="1644" y="1562"/>
                    <a:pt x="1667" y="1562"/>
                  </a:cubicBezTo>
                  <a:cubicBezTo>
                    <a:pt x="1712" y="1516"/>
                    <a:pt x="1758" y="1448"/>
                    <a:pt x="1781" y="1402"/>
                  </a:cubicBezTo>
                  <a:cubicBezTo>
                    <a:pt x="1804" y="1379"/>
                    <a:pt x="1827" y="1356"/>
                    <a:pt x="1827" y="1311"/>
                  </a:cubicBezTo>
                  <a:cubicBezTo>
                    <a:pt x="1849" y="1265"/>
                    <a:pt x="1895" y="1174"/>
                    <a:pt x="1918" y="1105"/>
                  </a:cubicBezTo>
                  <a:cubicBezTo>
                    <a:pt x="1941" y="1060"/>
                    <a:pt x="1941" y="991"/>
                    <a:pt x="1941" y="946"/>
                  </a:cubicBezTo>
                  <a:cubicBezTo>
                    <a:pt x="1941" y="900"/>
                    <a:pt x="1964" y="854"/>
                    <a:pt x="1964" y="809"/>
                  </a:cubicBezTo>
                  <a:cubicBezTo>
                    <a:pt x="1964" y="809"/>
                    <a:pt x="1964" y="786"/>
                    <a:pt x="1964" y="786"/>
                  </a:cubicBezTo>
                  <a:cubicBezTo>
                    <a:pt x="1964" y="717"/>
                    <a:pt x="1941" y="649"/>
                    <a:pt x="1941" y="558"/>
                  </a:cubicBezTo>
                  <a:cubicBezTo>
                    <a:pt x="1918" y="466"/>
                    <a:pt x="1872" y="375"/>
                    <a:pt x="1804" y="306"/>
                  </a:cubicBezTo>
                  <a:cubicBezTo>
                    <a:pt x="1735" y="215"/>
                    <a:pt x="1667" y="147"/>
                    <a:pt x="1576" y="101"/>
                  </a:cubicBezTo>
                  <a:cubicBezTo>
                    <a:pt x="1484" y="55"/>
                    <a:pt x="1393" y="33"/>
                    <a:pt x="1302" y="10"/>
                  </a:cubicBezTo>
                  <a:cubicBezTo>
                    <a:pt x="1268" y="3"/>
                    <a:pt x="1237" y="0"/>
                    <a:pt x="12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81375" y="3800650"/>
              <a:ext cx="47375" cy="53000"/>
            </a:xfrm>
            <a:custGeom>
              <a:avLst/>
              <a:gdLst/>
              <a:ahLst/>
              <a:cxnLst/>
              <a:rect l="l" t="t" r="r" b="b"/>
              <a:pathLst>
                <a:path w="1895" h="2120" extrusionOk="0">
                  <a:moveTo>
                    <a:pt x="1035" y="1"/>
                  </a:moveTo>
                  <a:cubicBezTo>
                    <a:pt x="993" y="1"/>
                    <a:pt x="951" y="6"/>
                    <a:pt x="913" y="16"/>
                  </a:cubicBezTo>
                  <a:cubicBezTo>
                    <a:pt x="799" y="16"/>
                    <a:pt x="708" y="61"/>
                    <a:pt x="639" y="107"/>
                  </a:cubicBezTo>
                  <a:cubicBezTo>
                    <a:pt x="571" y="153"/>
                    <a:pt x="525" y="198"/>
                    <a:pt x="480" y="221"/>
                  </a:cubicBezTo>
                  <a:cubicBezTo>
                    <a:pt x="388" y="312"/>
                    <a:pt x="320" y="426"/>
                    <a:pt x="274" y="563"/>
                  </a:cubicBezTo>
                  <a:cubicBezTo>
                    <a:pt x="274" y="563"/>
                    <a:pt x="251" y="563"/>
                    <a:pt x="251" y="586"/>
                  </a:cubicBezTo>
                  <a:lnTo>
                    <a:pt x="228" y="586"/>
                  </a:lnTo>
                  <a:cubicBezTo>
                    <a:pt x="228" y="609"/>
                    <a:pt x="137" y="723"/>
                    <a:pt x="114" y="746"/>
                  </a:cubicBezTo>
                  <a:cubicBezTo>
                    <a:pt x="114" y="746"/>
                    <a:pt x="114" y="769"/>
                    <a:pt x="114" y="769"/>
                  </a:cubicBezTo>
                  <a:cubicBezTo>
                    <a:pt x="69" y="837"/>
                    <a:pt x="46" y="883"/>
                    <a:pt x="23" y="951"/>
                  </a:cubicBezTo>
                  <a:cubicBezTo>
                    <a:pt x="23" y="974"/>
                    <a:pt x="23" y="974"/>
                    <a:pt x="23" y="974"/>
                  </a:cubicBezTo>
                  <a:cubicBezTo>
                    <a:pt x="23" y="1020"/>
                    <a:pt x="0" y="1134"/>
                    <a:pt x="0" y="1180"/>
                  </a:cubicBezTo>
                  <a:cubicBezTo>
                    <a:pt x="0" y="1180"/>
                    <a:pt x="0" y="1202"/>
                    <a:pt x="0" y="1202"/>
                  </a:cubicBezTo>
                  <a:cubicBezTo>
                    <a:pt x="0" y="1202"/>
                    <a:pt x="0" y="1202"/>
                    <a:pt x="0" y="1225"/>
                  </a:cubicBezTo>
                  <a:cubicBezTo>
                    <a:pt x="0" y="1248"/>
                    <a:pt x="23" y="1385"/>
                    <a:pt x="23" y="1431"/>
                  </a:cubicBezTo>
                  <a:cubicBezTo>
                    <a:pt x="23" y="1431"/>
                    <a:pt x="23" y="1431"/>
                    <a:pt x="23" y="1454"/>
                  </a:cubicBezTo>
                  <a:cubicBezTo>
                    <a:pt x="46" y="1522"/>
                    <a:pt x="92" y="1591"/>
                    <a:pt x="114" y="1636"/>
                  </a:cubicBezTo>
                  <a:cubicBezTo>
                    <a:pt x="114" y="1659"/>
                    <a:pt x="137" y="1682"/>
                    <a:pt x="137" y="1682"/>
                  </a:cubicBezTo>
                  <a:cubicBezTo>
                    <a:pt x="183" y="1727"/>
                    <a:pt x="228" y="1819"/>
                    <a:pt x="297" y="1864"/>
                  </a:cubicBezTo>
                  <a:cubicBezTo>
                    <a:pt x="320" y="1910"/>
                    <a:pt x="411" y="1979"/>
                    <a:pt x="457" y="2001"/>
                  </a:cubicBezTo>
                  <a:lnTo>
                    <a:pt x="480" y="2001"/>
                  </a:lnTo>
                  <a:cubicBezTo>
                    <a:pt x="639" y="2093"/>
                    <a:pt x="708" y="2115"/>
                    <a:pt x="890" y="2115"/>
                  </a:cubicBezTo>
                  <a:cubicBezTo>
                    <a:pt x="915" y="2119"/>
                    <a:pt x="939" y="2120"/>
                    <a:pt x="963" y="2120"/>
                  </a:cubicBezTo>
                  <a:cubicBezTo>
                    <a:pt x="1115" y="2120"/>
                    <a:pt x="1251" y="2061"/>
                    <a:pt x="1370" y="2001"/>
                  </a:cubicBezTo>
                  <a:lnTo>
                    <a:pt x="1393" y="2001"/>
                  </a:lnTo>
                  <a:cubicBezTo>
                    <a:pt x="1461" y="1956"/>
                    <a:pt x="1507" y="1910"/>
                    <a:pt x="1575" y="1864"/>
                  </a:cubicBezTo>
                  <a:cubicBezTo>
                    <a:pt x="1598" y="1819"/>
                    <a:pt x="1644" y="1796"/>
                    <a:pt x="1666" y="1750"/>
                  </a:cubicBezTo>
                  <a:cubicBezTo>
                    <a:pt x="1689" y="1705"/>
                    <a:pt x="1735" y="1659"/>
                    <a:pt x="1758" y="1613"/>
                  </a:cubicBezTo>
                  <a:cubicBezTo>
                    <a:pt x="1803" y="1545"/>
                    <a:pt x="1826" y="1476"/>
                    <a:pt x="1849" y="1385"/>
                  </a:cubicBezTo>
                  <a:cubicBezTo>
                    <a:pt x="1849" y="1385"/>
                    <a:pt x="1849" y="1362"/>
                    <a:pt x="1849" y="1362"/>
                  </a:cubicBezTo>
                  <a:cubicBezTo>
                    <a:pt x="1872" y="1294"/>
                    <a:pt x="1872" y="1202"/>
                    <a:pt x="1895" y="1134"/>
                  </a:cubicBezTo>
                  <a:cubicBezTo>
                    <a:pt x="1895" y="1111"/>
                    <a:pt x="1895" y="1088"/>
                    <a:pt x="1895" y="1066"/>
                  </a:cubicBezTo>
                  <a:cubicBezTo>
                    <a:pt x="1872" y="951"/>
                    <a:pt x="1872" y="837"/>
                    <a:pt x="1826" y="723"/>
                  </a:cubicBezTo>
                  <a:cubicBezTo>
                    <a:pt x="1781" y="609"/>
                    <a:pt x="1735" y="495"/>
                    <a:pt x="1666" y="381"/>
                  </a:cubicBezTo>
                  <a:cubicBezTo>
                    <a:pt x="1621" y="289"/>
                    <a:pt x="1552" y="221"/>
                    <a:pt x="1484" y="175"/>
                  </a:cubicBezTo>
                  <a:cubicBezTo>
                    <a:pt x="1393" y="107"/>
                    <a:pt x="1324" y="61"/>
                    <a:pt x="1210" y="38"/>
                  </a:cubicBezTo>
                  <a:cubicBezTo>
                    <a:pt x="1156" y="12"/>
                    <a:pt x="1095" y="1"/>
                    <a:pt x="10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273250" y="3659075"/>
              <a:ext cx="48525" cy="51250"/>
            </a:xfrm>
            <a:custGeom>
              <a:avLst/>
              <a:gdLst/>
              <a:ahLst/>
              <a:cxnLst/>
              <a:rect l="l" t="t" r="r" b="b"/>
              <a:pathLst>
                <a:path w="1941" h="2050" extrusionOk="0">
                  <a:moveTo>
                    <a:pt x="1144" y="1"/>
                  </a:moveTo>
                  <a:cubicBezTo>
                    <a:pt x="1096" y="1"/>
                    <a:pt x="1050" y="6"/>
                    <a:pt x="1004" y="18"/>
                  </a:cubicBezTo>
                  <a:cubicBezTo>
                    <a:pt x="890" y="18"/>
                    <a:pt x="799" y="41"/>
                    <a:pt x="708" y="86"/>
                  </a:cubicBezTo>
                  <a:cubicBezTo>
                    <a:pt x="662" y="132"/>
                    <a:pt x="616" y="178"/>
                    <a:pt x="548" y="223"/>
                  </a:cubicBezTo>
                  <a:cubicBezTo>
                    <a:pt x="457" y="315"/>
                    <a:pt x="411" y="406"/>
                    <a:pt x="365" y="520"/>
                  </a:cubicBezTo>
                  <a:cubicBezTo>
                    <a:pt x="274" y="589"/>
                    <a:pt x="183" y="680"/>
                    <a:pt x="114" y="794"/>
                  </a:cubicBezTo>
                  <a:cubicBezTo>
                    <a:pt x="91" y="840"/>
                    <a:pt x="69" y="908"/>
                    <a:pt x="46" y="977"/>
                  </a:cubicBezTo>
                  <a:cubicBezTo>
                    <a:pt x="0" y="1114"/>
                    <a:pt x="0" y="1250"/>
                    <a:pt x="46" y="1365"/>
                  </a:cubicBezTo>
                  <a:cubicBezTo>
                    <a:pt x="46" y="1387"/>
                    <a:pt x="46" y="1387"/>
                    <a:pt x="46" y="1387"/>
                  </a:cubicBezTo>
                  <a:cubicBezTo>
                    <a:pt x="46" y="1433"/>
                    <a:pt x="91" y="1479"/>
                    <a:pt x="91" y="1502"/>
                  </a:cubicBezTo>
                  <a:cubicBezTo>
                    <a:pt x="91" y="1502"/>
                    <a:pt x="114" y="1570"/>
                    <a:pt x="137" y="1593"/>
                  </a:cubicBezTo>
                  <a:cubicBezTo>
                    <a:pt x="160" y="1661"/>
                    <a:pt x="206" y="1707"/>
                    <a:pt x="274" y="1775"/>
                  </a:cubicBezTo>
                  <a:cubicBezTo>
                    <a:pt x="274" y="1798"/>
                    <a:pt x="274" y="1798"/>
                    <a:pt x="274" y="1798"/>
                  </a:cubicBezTo>
                  <a:cubicBezTo>
                    <a:pt x="320" y="1821"/>
                    <a:pt x="411" y="1890"/>
                    <a:pt x="434" y="1912"/>
                  </a:cubicBezTo>
                  <a:cubicBezTo>
                    <a:pt x="457" y="1912"/>
                    <a:pt x="457" y="1935"/>
                    <a:pt x="479" y="1935"/>
                  </a:cubicBezTo>
                  <a:cubicBezTo>
                    <a:pt x="525" y="1958"/>
                    <a:pt x="616" y="2004"/>
                    <a:pt x="685" y="2027"/>
                  </a:cubicBezTo>
                  <a:lnTo>
                    <a:pt x="708" y="2027"/>
                  </a:lnTo>
                  <a:cubicBezTo>
                    <a:pt x="776" y="2027"/>
                    <a:pt x="845" y="2049"/>
                    <a:pt x="913" y="2049"/>
                  </a:cubicBezTo>
                  <a:lnTo>
                    <a:pt x="959" y="2049"/>
                  </a:lnTo>
                  <a:cubicBezTo>
                    <a:pt x="1050" y="2049"/>
                    <a:pt x="1119" y="2049"/>
                    <a:pt x="1210" y="2027"/>
                  </a:cubicBezTo>
                  <a:cubicBezTo>
                    <a:pt x="1233" y="2027"/>
                    <a:pt x="1233" y="2004"/>
                    <a:pt x="1255" y="2004"/>
                  </a:cubicBezTo>
                  <a:cubicBezTo>
                    <a:pt x="1301" y="1981"/>
                    <a:pt x="1370" y="1958"/>
                    <a:pt x="1438" y="1935"/>
                  </a:cubicBezTo>
                  <a:cubicBezTo>
                    <a:pt x="1438" y="1912"/>
                    <a:pt x="1461" y="1912"/>
                    <a:pt x="1461" y="1912"/>
                  </a:cubicBezTo>
                  <a:cubicBezTo>
                    <a:pt x="1621" y="1821"/>
                    <a:pt x="1689" y="1730"/>
                    <a:pt x="1780" y="1593"/>
                  </a:cubicBezTo>
                  <a:cubicBezTo>
                    <a:pt x="1803" y="1570"/>
                    <a:pt x="1803" y="1570"/>
                    <a:pt x="1826" y="1547"/>
                  </a:cubicBezTo>
                  <a:cubicBezTo>
                    <a:pt x="1849" y="1479"/>
                    <a:pt x="1872" y="1410"/>
                    <a:pt x="1895" y="1342"/>
                  </a:cubicBezTo>
                  <a:cubicBezTo>
                    <a:pt x="1895" y="1342"/>
                    <a:pt x="1917" y="1319"/>
                    <a:pt x="1917" y="1319"/>
                  </a:cubicBezTo>
                  <a:cubicBezTo>
                    <a:pt x="1917" y="1296"/>
                    <a:pt x="1917" y="1296"/>
                    <a:pt x="1917" y="1296"/>
                  </a:cubicBezTo>
                  <a:cubicBezTo>
                    <a:pt x="1940" y="1205"/>
                    <a:pt x="1940" y="1136"/>
                    <a:pt x="1940" y="1068"/>
                  </a:cubicBezTo>
                  <a:cubicBezTo>
                    <a:pt x="1940" y="1045"/>
                    <a:pt x="1940" y="1022"/>
                    <a:pt x="1940" y="999"/>
                  </a:cubicBezTo>
                  <a:cubicBezTo>
                    <a:pt x="1940" y="931"/>
                    <a:pt x="1917" y="840"/>
                    <a:pt x="1917" y="771"/>
                  </a:cubicBezTo>
                  <a:cubicBezTo>
                    <a:pt x="1917" y="771"/>
                    <a:pt x="1917" y="748"/>
                    <a:pt x="1917" y="748"/>
                  </a:cubicBezTo>
                  <a:cubicBezTo>
                    <a:pt x="1895" y="725"/>
                    <a:pt x="1895" y="703"/>
                    <a:pt x="1895" y="680"/>
                  </a:cubicBezTo>
                  <a:cubicBezTo>
                    <a:pt x="1849" y="566"/>
                    <a:pt x="1803" y="452"/>
                    <a:pt x="1758" y="360"/>
                  </a:cubicBezTo>
                  <a:cubicBezTo>
                    <a:pt x="1712" y="292"/>
                    <a:pt x="1644" y="201"/>
                    <a:pt x="1552" y="155"/>
                  </a:cubicBezTo>
                  <a:cubicBezTo>
                    <a:pt x="1484" y="86"/>
                    <a:pt x="1392" y="41"/>
                    <a:pt x="1301" y="18"/>
                  </a:cubicBezTo>
                  <a:cubicBezTo>
                    <a:pt x="1244" y="6"/>
                    <a:pt x="1193" y="1"/>
                    <a:pt x="11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284650" y="3505575"/>
              <a:ext cx="45100" cy="53250"/>
            </a:xfrm>
            <a:custGeom>
              <a:avLst/>
              <a:gdLst/>
              <a:ahLst/>
              <a:cxnLst/>
              <a:rect l="l" t="t" r="r" b="b"/>
              <a:pathLst>
                <a:path w="1804" h="2130" extrusionOk="0">
                  <a:moveTo>
                    <a:pt x="720" y="1"/>
                  </a:moveTo>
                  <a:cubicBezTo>
                    <a:pt x="668" y="1"/>
                    <a:pt x="617" y="7"/>
                    <a:pt x="571" y="18"/>
                  </a:cubicBezTo>
                  <a:cubicBezTo>
                    <a:pt x="457" y="41"/>
                    <a:pt x="389" y="86"/>
                    <a:pt x="297" y="155"/>
                  </a:cubicBezTo>
                  <a:cubicBezTo>
                    <a:pt x="229" y="201"/>
                    <a:pt x="160" y="292"/>
                    <a:pt x="115" y="360"/>
                  </a:cubicBezTo>
                  <a:lnTo>
                    <a:pt x="23" y="543"/>
                  </a:lnTo>
                  <a:cubicBezTo>
                    <a:pt x="1" y="680"/>
                    <a:pt x="1" y="817"/>
                    <a:pt x="23" y="954"/>
                  </a:cubicBezTo>
                  <a:lnTo>
                    <a:pt x="115" y="1136"/>
                  </a:lnTo>
                  <a:cubicBezTo>
                    <a:pt x="138" y="1182"/>
                    <a:pt x="183" y="1228"/>
                    <a:pt x="206" y="1273"/>
                  </a:cubicBezTo>
                  <a:cubicBezTo>
                    <a:pt x="229" y="1319"/>
                    <a:pt x="229" y="1387"/>
                    <a:pt x="229" y="1433"/>
                  </a:cubicBezTo>
                  <a:cubicBezTo>
                    <a:pt x="229" y="1456"/>
                    <a:pt x="252" y="1456"/>
                    <a:pt x="252" y="1479"/>
                  </a:cubicBezTo>
                  <a:cubicBezTo>
                    <a:pt x="252" y="1479"/>
                    <a:pt x="252" y="1479"/>
                    <a:pt x="252" y="1502"/>
                  </a:cubicBezTo>
                  <a:cubicBezTo>
                    <a:pt x="275" y="1547"/>
                    <a:pt x="297" y="1616"/>
                    <a:pt x="343" y="1684"/>
                  </a:cubicBezTo>
                  <a:cubicBezTo>
                    <a:pt x="343" y="1684"/>
                    <a:pt x="343" y="1707"/>
                    <a:pt x="343" y="1707"/>
                  </a:cubicBezTo>
                  <a:cubicBezTo>
                    <a:pt x="366" y="1753"/>
                    <a:pt x="411" y="1775"/>
                    <a:pt x="411" y="1798"/>
                  </a:cubicBezTo>
                  <a:cubicBezTo>
                    <a:pt x="457" y="1844"/>
                    <a:pt x="480" y="1867"/>
                    <a:pt x="503" y="1890"/>
                  </a:cubicBezTo>
                  <a:cubicBezTo>
                    <a:pt x="594" y="2004"/>
                    <a:pt x="708" y="2049"/>
                    <a:pt x="822" y="2095"/>
                  </a:cubicBezTo>
                  <a:cubicBezTo>
                    <a:pt x="891" y="2118"/>
                    <a:pt x="959" y="2129"/>
                    <a:pt x="1028" y="2129"/>
                  </a:cubicBezTo>
                  <a:cubicBezTo>
                    <a:pt x="1096" y="2129"/>
                    <a:pt x="1165" y="2118"/>
                    <a:pt x="1233" y="2095"/>
                  </a:cubicBezTo>
                  <a:cubicBezTo>
                    <a:pt x="1370" y="2049"/>
                    <a:pt x="1484" y="2004"/>
                    <a:pt x="1576" y="1890"/>
                  </a:cubicBezTo>
                  <a:cubicBezTo>
                    <a:pt x="1667" y="1798"/>
                    <a:pt x="1735" y="1684"/>
                    <a:pt x="1758" y="1570"/>
                  </a:cubicBezTo>
                  <a:cubicBezTo>
                    <a:pt x="1781" y="1433"/>
                    <a:pt x="1804" y="1319"/>
                    <a:pt x="1804" y="1182"/>
                  </a:cubicBezTo>
                  <a:cubicBezTo>
                    <a:pt x="1781" y="1091"/>
                    <a:pt x="1781" y="999"/>
                    <a:pt x="1758" y="908"/>
                  </a:cubicBezTo>
                  <a:cubicBezTo>
                    <a:pt x="1735" y="817"/>
                    <a:pt x="1690" y="725"/>
                    <a:pt x="1644" y="634"/>
                  </a:cubicBezTo>
                  <a:cubicBezTo>
                    <a:pt x="1644" y="611"/>
                    <a:pt x="1621" y="589"/>
                    <a:pt x="1598" y="566"/>
                  </a:cubicBezTo>
                  <a:cubicBezTo>
                    <a:pt x="1553" y="474"/>
                    <a:pt x="1507" y="406"/>
                    <a:pt x="1439" y="337"/>
                  </a:cubicBezTo>
                  <a:cubicBezTo>
                    <a:pt x="1416" y="315"/>
                    <a:pt x="1393" y="292"/>
                    <a:pt x="1370" y="269"/>
                  </a:cubicBezTo>
                  <a:cubicBezTo>
                    <a:pt x="1302" y="201"/>
                    <a:pt x="1233" y="155"/>
                    <a:pt x="1142" y="86"/>
                  </a:cubicBezTo>
                  <a:cubicBezTo>
                    <a:pt x="1073" y="41"/>
                    <a:pt x="959" y="18"/>
                    <a:pt x="868" y="18"/>
                  </a:cubicBezTo>
                  <a:cubicBezTo>
                    <a:pt x="822" y="7"/>
                    <a:pt x="771" y="1"/>
                    <a:pt x="7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249850" y="3394925"/>
              <a:ext cx="600" cy="975"/>
            </a:xfrm>
            <a:custGeom>
              <a:avLst/>
              <a:gdLst/>
              <a:ahLst/>
              <a:cxnLst/>
              <a:rect l="l" t="t" r="r" b="b"/>
              <a:pathLst>
                <a:path w="24" h="39" extrusionOk="0">
                  <a:moveTo>
                    <a:pt x="2" y="1"/>
                  </a:moveTo>
                  <a:cubicBezTo>
                    <a:pt x="0" y="1"/>
                    <a:pt x="0" y="6"/>
                    <a:pt x="0" y="16"/>
                  </a:cubicBezTo>
                  <a:cubicBezTo>
                    <a:pt x="0" y="16"/>
                    <a:pt x="0" y="16"/>
                    <a:pt x="23" y="39"/>
                  </a:cubicBezTo>
                  <a:cubicBezTo>
                    <a:pt x="10" y="12"/>
                    <a:pt x="4" y="1"/>
                    <a:pt x="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203050" y="3383325"/>
              <a:ext cx="49675" cy="42825"/>
            </a:xfrm>
            <a:custGeom>
              <a:avLst/>
              <a:gdLst/>
              <a:ahLst/>
              <a:cxnLst/>
              <a:rect l="l" t="t" r="r" b="b"/>
              <a:pathLst>
                <a:path w="1987" h="1713" extrusionOk="0">
                  <a:moveTo>
                    <a:pt x="754" y="0"/>
                  </a:moveTo>
                  <a:cubicBezTo>
                    <a:pt x="640" y="0"/>
                    <a:pt x="548" y="23"/>
                    <a:pt x="457" y="69"/>
                  </a:cubicBezTo>
                  <a:cubicBezTo>
                    <a:pt x="366" y="92"/>
                    <a:pt x="274" y="137"/>
                    <a:pt x="206" y="229"/>
                  </a:cubicBezTo>
                  <a:cubicBezTo>
                    <a:pt x="138" y="297"/>
                    <a:pt x="92" y="366"/>
                    <a:pt x="69" y="457"/>
                  </a:cubicBezTo>
                  <a:cubicBezTo>
                    <a:pt x="23" y="548"/>
                    <a:pt x="1" y="662"/>
                    <a:pt x="1" y="754"/>
                  </a:cubicBezTo>
                  <a:cubicBezTo>
                    <a:pt x="1" y="822"/>
                    <a:pt x="23" y="891"/>
                    <a:pt x="23" y="959"/>
                  </a:cubicBezTo>
                  <a:cubicBezTo>
                    <a:pt x="46" y="1096"/>
                    <a:pt x="115" y="1210"/>
                    <a:pt x="206" y="1302"/>
                  </a:cubicBezTo>
                  <a:cubicBezTo>
                    <a:pt x="274" y="1324"/>
                    <a:pt x="320" y="1370"/>
                    <a:pt x="366" y="1416"/>
                  </a:cubicBezTo>
                  <a:cubicBezTo>
                    <a:pt x="434" y="1438"/>
                    <a:pt x="503" y="1484"/>
                    <a:pt x="571" y="1484"/>
                  </a:cubicBezTo>
                  <a:cubicBezTo>
                    <a:pt x="594" y="1507"/>
                    <a:pt x="617" y="1507"/>
                    <a:pt x="640" y="1507"/>
                  </a:cubicBezTo>
                  <a:cubicBezTo>
                    <a:pt x="663" y="1530"/>
                    <a:pt x="708" y="1575"/>
                    <a:pt x="731" y="1598"/>
                  </a:cubicBezTo>
                  <a:cubicBezTo>
                    <a:pt x="777" y="1621"/>
                    <a:pt x="799" y="1621"/>
                    <a:pt x="845" y="1644"/>
                  </a:cubicBezTo>
                  <a:cubicBezTo>
                    <a:pt x="982" y="1690"/>
                    <a:pt x="982" y="1690"/>
                    <a:pt x="1165" y="1712"/>
                  </a:cubicBezTo>
                  <a:cubicBezTo>
                    <a:pt x="1233" y="1712"/>
                    <a:pt x="1302" y="1690"/>
                    <a:pt x="1370" y="1690"/>
                  </a:cubicBezTo>
                  <a:cubicBezTo>
                    <a:pt x="1461" y="1667"/>
                    <a:pt x="1530" y="1644"/>
                    <a:pt x="1576" y="1598"/>
                  </a:cubicBezTo>
                  <a:lnTo>
                    <a:pt x="1598" y="1598"/>
                  </a:lnTo>
                  <a:cubicBezTo>
                    <a:pt x="1644" y="1553"/>
                    <a:pt x="1690" y="1507"/>
                    <a:pt x="1758" y="1484"/>
                  </a:cubicBezTo>
                  <a:cubicBezTo>
                    <a:pt x="1758" y="1461"/>
                    <a:pt x="1758" y="1461"/>
                    <a:pt x="1758" y="1461"/>
                  </a:cubicBezTo>
                  <a:cubicBezTo>
                    <a:pt x="1804" y="1416"/>
                    <a:pt x="1849" y="1370"/>
                    <a:pt x="1895" y="1302"/>
                  </a:cubicBezTo>
                  <a:cubicBezTo>
                    <a:pt x="1918" y="1233"/>
                    <a:pt x="1941" y="1165"/>
                    <a:pt x="1964" y="1119"/>
                  </a:cubicBezTo>
                  <a:cubicBezTo>
                    <a:pt x="1964" y="1119"/>
                    <a:pt x="1964" y="1119"/>
                    <a:pt x="1964" y="1096"/>
                  </a:cubicBezTo>
                  <a:cubicBezTo>
                    <a:pt x="1986" y="1028"/>
                    <a:pt x="1986" y="982"/>
                    <a:pt x="1986" y="913"/>
                  </a:cubicBezTo>
                  <a:cubicBezTo>
                    <a:pt x="1986" y="891"/>
                    <a:pt x="1986" y="891"/>
                    <a:pt x="1986" y="891"/>
                  </a:cubicBezTo>
                  <a:cubicBezTo>
                    <a:pt x="1986" y="868"/>
                    <a:pt x="1986" y="822"/>
                    <a:pt x="1986" y="799"/>
                  </a:cubicBezTo>
                  <a:cubicBezTo>
                    <a:pt x="1986" y="754"/>
                    <a:pt x="1964" y="708"/>
                    <a:pt x="1964" y="685"/>
                  </a:cubicBezTo>
                  <a:cubicBezTo>
                    <a:pt x="1964" y="640"/>
                    <a:pt x="1895" y="503"/>
                    <a:pt x="1872" y="480"/>
                  </a:cubicBezTo>
                  <a:cubicBezTo>
                    <a:pt x="1849" y="411"/>
                    <a:pt x="1804" y="366"/>
                    <a:pt x="1758" y="320"/>
                  </a:cubicBezTo>
                  <a:cubicBezTo>
                    <a:pt x="1667" y="229"/>
                    <a:pt x="1507" y="137"/>
                    <a:pt x="1370" y="115"/>
                  </a:cubicBezTo>
                  <a:cubicBezTo>
                    <a:pt x="1302" y="92"/>
                    <a:pt x="1233" y="69"/>
                    <a:pt x="1165" y="69"/>
                  </a:cubicBezTo>
                  <a:cubicBezTo>
                    <a:pt x="1119" y="69"/>
                    <a:pt x="1096" y="46"/>
                    <a:pt x="1051" y="46"/>
                  </a:cubicBezTo>
                  <a:cubicBezTo>
                    <a:pt x="959" y="23"/>
                    <a:pt x="845" y="0"/>
                    <a:pt x="7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083225" y="3300150"/>
              <a:ext cx="43950" cy="42550"/>
            </a:xfrm>
            <a:custGeom>
              <a:avLst/>
              <a:gdLst/>
              <a:ahLst/>
              <a:cxnLst/>
              <a:rect l="l" t="t" r="r" b="b"/>
              <a:pathLst>
                <a:path w="1758" h="1702" extrusionOk="0">
                  <a:moveTo>
                    <a:pt x="811" y="1"/>
                  </a:moveTo>
                  <a:cubicBezTo>
                    <a:pt x="759" y="1"/>
                    <a:pt x="708" y="6"/>
                    <a:pt x="662" y="18"/>
                  </a:cubicBezTo>
                  <a:cubicBezTo>
                    <a:pt x="548" y="18"/>
                    <a:pt x="457" y="41"/>
                    <a:pt x="365" y="109"/>
                  </a:cubicBezTo>
                  <a:cubicBezTo>
                    <a:pt x="274" y="155"/>
                    <a:pt x="206" y="223"/>
                    <a:pt x="160" y="292"/>
                  </a:cubicBezTo>
                  <a:cubicBezTo>
                    <a:pt x="92" y="360"/>
                    <a:pt x="46" y="452"/>
                    <a:pt x="23" y="566"/>
                  </a:cubicBezTo>
                  <a:cubicBezTo>
                    <a:pt x="23" y="611"/>
                    <a:pt x="0" y="680"/>
                    <a:pt x="0" y="748"/>
                  </a:cubicBezTo>
                  <a:cubicBezTo>
                    <a:pt x="0" y="885"/>
                    <a:pt x="23" y="1022"/>
                    <a:pt x="92" y="1136"/>
                  </a:cubicBezTo>
                  <a:cubicBezTo>
                    <a:pt x="137" y="1182"/>
                    <a:pt x="183" y="1250"/>
                    <a:pt x="229" y="1296"/>
                  </a:cubicBezTo>
                  <a:cubicBezTo>
                    <a:pt x="274" y="1342"/>
                    <a:pt x="343" y="1387"/>
                    <a:pt x="411" y="1433"/>
                  </a:cubicBezTo>
                  <a:cubicBezTo>
                    <a:pt x="457" y="1479"/>
                    <a:pt x="480" y="1501"/>
                    <a:pt x="548" y="1547"/>
                  </a:cubicBezTo>
                  <a:cubicBezTo>
                    <a:pt x="617" y="1616"/>
                    <a:pt x="708" y="1661"/>
                    <a:pt x="799" y="1684"/>
                  </a:cubicBezTo>
                  <a:cubicBezTo>
                    <a:pt x="845" y="1695"/>
                    <a:pt x="896" y="1701"/>
                    <a:pt x="948" y="1701"/>
                  </a:cubicBezTo>
                  <a:cubicBezTo>
                    <a:pt x="999" y="1701"/>
                    <a:pt x="1050" y="1695"/>
                    <a:pt x="1096" y="1684"/>
                  </a:cubicBezTo>
                  <a:cubicBezTo>
                    <a:pt x="1210" y="1684"/>
                    <a:pt x="1301" y="1661"/>
                    <a:pt x="1393" y="1593"/>
                  </a:cubicBezTo>
                  <a:cubicBezTo>
                    <a:pt x="1438" y="1570"/>
                    <a:pt x="1484" y="1524"/>
                    <a:pt x="1530" y="1479"/>
                  </a:cubicBezTo>
                  <a:cubicBezTo>
                    <a:pt x="1621" y="1387"/>
                    <a:pt x="1689" y="1273"/>
                    <a:pt x="1735" y="1136"/>
                  </a:cubicBezTo>
                  <a:cubicBezTo>
                    <a:pt x="1735" y="1091"/>
                    <a:pt x="1758" y="1022"/>
                    <a:pt x="1758" y="954"/>
                  </a:cubicBezTo>
                  <a:cubicBezTo>
                    <a:pt x="1758" y="817"/>
                    <a:pt x="1735" y="680"/>
                    <a:pt x="1667" y="566"/>
                  </a:cubicBezTo>
                  <a:cubicBezTo>
                    <a:pt x="1644" y="543"/>
                    <a:pt x="1644" y="543"/>
                    <a:pt x="1644" y="520"/>
                  </a:cubicBezTo>
                  <a:cubicBezTo>
                    <a:pt x="1598" y="452"/>
                    <a:pt x="1552" y="406"/>
                    <a:pt x="1484" y="337"/>
                  </a:cubicBezTo>
                  <a:cubicBezTo>
                    <a:pt x="1484" y="315"/>
                    <a:pt x="1461" y="292"/>
                    <a:pt x="1438" y="292"/>
                  </a:cubicBezTo>
                  <a:cubicBezTo>
                    <a:pt x="1393" y="246"/>
                    <a:pt x="1324" y="200"/>
                    <a:pt x="1278" y="155"/>
                  </a:cubicBezTo>
                  <a:lnTo>
                    <a:pt x="1256" y="155"/>
                  </a:lnTo>
                  <a:cubicBezTo>
                    <a:pt x="1233" y="132"/>
                    <a:pt x="1233" y="132"/>
                    <a:pt x="1210" y="132"/>
                  </a:cubicBezTo>
                  <a:cubicBezTo>
                    <a:pt x="1142" y="86"/>
                    <a:pt x="1073" y="63"/>
                    <a:pt x="1005" y="41"/>
                  </a:cubicBezTo>
                  <a:cubicBezTo>
                    <a:pt x="982" y="41"/>
                    <a:pt x="982" y="18"/>
                    <a:pt x="959" y="18"/>
                  </a:cubicBezTo>
                  <a:cubicBezTo>
                    <a:pt x="913" y="6"/>
                    <a:pt x="862" y="1"/>
                    <a:pt x="8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82925" y="3315425"/>
              <a:ext cx="46825" cy="48525"/>
            </a:xfrm>
            <a:custGeom>
              <a:avLst/>
              <a:gdLst/>
              <a:ahLst/>
              <a:cxnLst/>
              <a:rect l="l" t="t" r="r" b="b"/>
              <a:pathLst>
                <a:path w="1873" h="1941" extrusionOk="0">
                  <a:moveTo>
                    <a:pt x="914" y="0"/>
                  </a:moveTo>
                  <a:cubicBezTo>
                    <a:pt x="845" y="0"/>
                    <a:pt x="777" y="23"/>
                    <a:pt x="708" y="23"/>
                  </a:cubicBezTo>
                  <a:cubicBezTo>
                    <a:pt x="571" y="69"/>
                    <a:pt x="457" y="137"/>
                    <a:pt x="366" y="229"/>
                  </a:cubicBezTo>
                  <a:cubicBezTo>
                    <a:pt x="320" y="274"/>
                    <a:pt x="297" y="320"/>
                    <a:pt x="252" y="388"/>
                  </a:cubicBezTo>
                  <a:cubicBezTo>
                    <a:pt x="206" y="434"/>
                    <a:pt x="183" y="502"/>
                    <a:pt x="160" y="571"/>
                  </a:cubicBezTo>
                  <a:cubicBezTo>
                    <a:pt x="138" y="617"/>
                    <a:pt x="92" y="685"/>
                    <a:pt x="69" y="754"/>
                  </a:cubicBezTo>
                  <a:cubicBezTo>
                    <a:pt x="23" y="845"/>
                    <a:pt x="1" y="936"/>
                    <a:pt x="1" y="1027"/>
                  </a:cubicBezTo>
                  <a:cubicBezTo>
                    <a:pt x="1" y="1142"/>
                    <a:pt x="23" y="1233"/>
                    <a:pt x="69" y="1324"/>
                  </a:cubicBezTo>
                  <a:cubicBezTo>
                    <a:pt x="115" y="1415"/>
                    <a:pt x="160" y="1507"/>
                    <a:pt x="229" y="1575"/>
                  </a:cubicBezTo>
                  <a:cubicBezTo>
                    <a:pt x="252" y="1598"/>
                    <a:pt x="297" y="1621"/>
                    <a:pt x="320" y="1644"/>
                  </a:cubicBezTo>
                  <a:cubicBezTo>
                    <a:pt x="366" y="1712"/>
                    <a:pt x="389" y="1735"/>
                    <a:pt x="457" y="1781"/>
                  </a:cubicBezTo>
                  <a:cubicBezTo>
                    <a:pt x="526" y="1849"/>
                    <a:pt x="617" y="1895"/>
                    <a:pt x="708" y="1918"/>
                  </a:cubicBezTo>
                  <a:lnTo>
                    <a:pt x="731" y="1918"/>
                  </a:lnTo>
                  <a:cubicBezTo>
                    <a:pt x="799" y="1940"/>
                    <a:pt x="868" y="1940"/>
                    <a:pt x="936" y="1940"/>
                  </a:cubicBezTo>
                  <a:lnTo>
                    <a:pt x="959" y="1940"/>
                  </a:lnTo>
                  <a:cubicBezTo>
                    <a:pt x="1028" y="1940"/>
                    <a:pt x="1096" y="1940"/>
                    <a:pt x="1165" y="1918"/>
                  </a:cubicBezTo>
                  <a:lnTo>
                    <a:pt x="1188" y="1918"/>
                  </a:lnTo>
                  <a:lnTo>
                    <a:pt x="1370" y="1849"/>
                  </a:lnTo>
                  <a:cubicBezTo>
                    <a:pt x="1370" y="1826"/>
                    <a:pt x="1393" y="1826"/>
                    <a:pt x="1393" y="1826"/>
                  </a:cubicBezTo>
                  <a:cubicBezTo>
                    <a:pt x="1439" y="1781"/>
                    <a:pt x="1507" y="1735"/>
                    <a:pt x="1553" y="1712"/>
                  </a:cubicBezTo>
                  <a:cubicBezTo>
                    <a:pt x="1553" y="1712"/>
                    <a:pt x="1553" y="1712"/>
                    <a:pt x="1553" y="1689"/>
                  </a:cubicBezTo>
                  <a:lnTo>
                    <a:pt x="1576" y="1689"/>
                  </a:lnTo>
                  <a:cubicBezTo>
                    <a:pt x="1598" y="1667"/>
                    <a:pt x="1621" y="1621"/>
                    <a:pt x="1644" y="1598"/>
                  </a:cubicBezTo>
                  <a:cubicBezTo>
                    <a:pt x="1644" y="1575"/>
                    <a:pt x="1690" y="1552"/>
                    <a:pt x="1712" y="1507"/>
                  </a:cubicBezTo>
                  <a:cubicBezTo>
                    <a:pt x="1712" y="1507"/>
                    <a:pt x="1712" y="1484"/>
                    <a:pt x="1735" y="1484"/>
                  </a:cubicBezTo>
                  <a:cubicBezTo>
                    <a:pt x="1758" y="1393"/>
                    <a:pt x="1804" y="1324"/>
                    <a:pt x="1827" y="1256"/>
                  </a:cubicBezTo>
                  <a:cubicBezTo>
                    <a:pt x="1827" y="1233"/>
                    <a:pt x="1827" y="1210"/>
                    <a:pt x="1827" y="1210"/>
                  </a:cubicBezTo>
                  <a:cubicBezTo>
                    <a:pt x="1827" y="1187"/>
                    <a:pt x="1827" y="1187"/>
                    <a:pt x="1827" y="1164"/>
                  </a:cubicBezTo>
                  <a:cubicBezTo>
                    <a:pt x="1849" y="1096"/>
                    <a:pt x="1849" y="1027"/>
                    <a:pt x="1872" y="959"/>
                  </a:cubicBezTo>
                  <a:cubicBezTo>
                    <a:pt x="1849" y="890"/>
                    <a:pt x="1849" y="822"/>
                    <a:pt x="1849" y="754"/>
                  </a:cubicBezTo>
                  <a:cubicBezTo>
                    <a:pt x="1827" y="639"/>
                    <a:pt x="1781" y="571"/>
                    <a:pt x="1712" y="480"/>
                  </a:cubicBezTo>
                  <a:cubicBezTo>
                    <a:pt x="1667" y="434"/>
                    <a:pt x="1621" y="388"/>
                    <a:pt x="1576" y="343"/>
                  </a:cubicBezTo>
                  <a:cubicBezTo>
                    <a:pt x="1553" y="343"/>
                    <a:pt x="1530" y="343"/>
                    <a:pt x="1530" y="320"/>
                  </a:cubicBezTo>
                  <a:cubicBezTo>
                    <a:pt x="1507" y="297"/>
                    <a:pt x="1484" y="251"/>
                    <a:pt x="1439" y="229"/>
                  </a:cubicBezTo>
                  <a:cubicBezTo>
                    <a:pt x="1370" y="160"/>
                    <a:pt x="1302" y="92"/>
                    <a:pt x="1188" y="69"/>
                  </a:cubicBezTo>
                  <a:cubicBezTo>
                    <a:pt x="1119" y="23"/>
                    <a:pt x="1005" y="0"/>
                    <a:pt x="9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78500" y="3442100"/>
              <a:ext cx="41675" cy="44750"/>
            </a:xfrm>
            <a:custGeom>
              <a:avLst/>
              <a:gdLst/>
              <a:ahLst/>
              <a:cxnLst/>
              <a:rect l="l" t="t" r="r" b="b"/>
              <a:pathLst>
                <a:path w="1667" h="1790" extrusionOk="0">
                  <a:moveTo>
                    <a:pt x="845" y="0"/>
                  </a:moveTo>
                  <a:cubicBezTo>
                    <a:pt x="708" y="0"/>
                    <a:pt x="594" y="23"/>
                    <a:pt x="457" y="92"/>
                  </a:cubicBezTo>
                  <a:cubicBezTo>
                    <a:pt x="411" y="137"/>
                    <a:pt x="366" y="183"/>
                    <a:pt x="320" y="229"/>
                  </a:cubicBezTo>
                  <a:cubicBezTo>
                    <a:pt x="252" y="297"/>
                    <a:pt x="183" y="366"/>
                    <a:pt x="160" y="457"/>
                  </a:cubicBezTo>
                  <a:cubicBezTo>
                    <a:pt x="115" y="503"/>
                    <a:pt x="92" y="548"/>
                    <a:pt x="92" y="617"/>
                  </a:cubicBezTo>
                  <a:cubicBezTo>
                    <a:pt x="23" y="708"/>
                    <a:pt x="1" y="799"/>
                    <a:pt x="23" y="913"/>
                  </a:cubicBezTo>
                  <a:lnTo>
                    <a:pt x="46" y="1096"/>
                  </a:lnTo>
                  <a:cubicBezTo>
                    <a:pt x="69" y="1233"/>
                    <a:pt x="138" y="1347"/>
                    <a:pt x="229" y="1438"/>
                  </a:cubicBezTo>
                  <a:cubicBezTo>
                    <a:pt x="252" y="1461"/>
                    <a:pt x="274" y="1484"/>
                    <a:pt x="297" y="1484"/>
                  </a:cubicBezTo>
                  <a:cubicBezTo>
                    <a:pt x="320" y="1507"/>
                    <a:pt x="343" y="1530"/>
                    <a:pt x="343" y="1553"/>
                  </a:cubicBezTo>
                  <a:cubicBezTo>
                    <a:pt x="343" y="1553"/>
                    <a:pt x="366" y="1575"/>
                    <a:pt x="366" y="1575"/>
                  </a:cubicBezTo>
                  <a:cubicBezTo>
                    <a:pt x="411" y="1598"/>
                    <a:pt x="457" y="1644"/>
                    <a:pt x="503" y="1690"/>
                  </a:cubicBezTo>
                  <a:cubicBezTo>
                    <a:pt x="571" y="1712"/>
                    <a:pt x="640" y="1735"/>
                    <a:pt x="685" y="1758"/>
                  </a:cubicBezTo>
                  <a:cubicBezTo>
                    <a:pt x="754" y="1781"/>
                    <a:pt x="822" y="1781"/>
                    <a:pt x="891" y="1781"/>
                  </a:cubicBezTo>
                  <a:cubicBezTo>
                    <a:pt x="921" y="1787"/>
                    <a:pt x="950" y="1790"/>
                    <a:pt x="978" y="1790"/>
                  </a:cubicBezTo>
                  <a:cubicBezTo>
                    <a:pt x="1054" y="1790"/>
                    <a:pt x="1121" y="1769"/>
                    <a:pt x="1187" y="1735"/>
                  </a:cubicBezTo>
                  <a:cubicBezTo>
                    <a:pt x="1256" y="1712"/>
                    <a:pt x="1302" y="1667"/>
                    <a:pt x="1347" y="1621"/>
                  </a:cubicBezTo>
                  <a:cubicBezTo>
                    <a:pt x="1416" y="1598"/>
                    <a:pt x="1461" y="1553"/>
                    <a:pt x="1484" y="1484"/>
                  </a:cubicBezTo>
                  <a:cubicBezTo>
                    <a:pt x="1553" y="1438"/>
                    <a:pt x="1576" y="1393"/>
                    <a:pt x="1598" y="1324"/>
                  </a:cubicBezTo>
                  <a:cubicBezTo>
                    <a:pt x="1644" y="1233"/>
                    <a:pt x="1667" y="1142"/>
                    <a:pt x="1667" y="1028"/>
                  </a:cubicBezTo>
                  <a:cubicBezTo>
                    <a:pt x="1667" y="982"/>
                    <a:pt x="1644" y="936"/>
                    <a:pt x="1644" y="913"/>
                  </a:cubicBezTo>
                  <a:cubicBezTo>
                    <a:pt x="1644" y="868"/>
                    <a:pt x="1644" y="822"/>
                    <a:pt x="1621" y="777"/>
                  </a:cubicBezTo>
                  <a:cubicBezTo>
                    <a:pt x="1621" y="781"/>
                    <a:pt x="1621" y="783"/>
                    <a:pt x="1621" y="783"/>
                  </a:cubicBezTo>
                  <a:cubicBezTo>
                    <a:pt x="1620" y="783"/>
                    <a:pt x="1617" y="749"/>
                    <a:pt x="1598" y="731"/>
                  </a:cubicBezTo>
                  <a:cubicBezTo>
                    <a:pt x="1598" y="708"/>
                    <a:pt x="1598" y="685"/>
                    <a:pt x="1598" y="662"/>
                  </a:cubicBezTo>
                  <a:cubicBezTo>
                    <a:pt x="1598" y="548"/>
                    <a:pt x="1553" y="457"/>
                    <a:pt x="1507" y="366"/>
                  </a:cubicBezTo>
                  <a:cubicBezTo>
                    <a:pt x="1461" y="297"/>
                    <a:pt x="1393" y="206"/>
                    <a:pt x="1302" y="160"/>
                  </a:cubicBezTo>
                  <a:cubicBezTo>
                    <a:pt x="1233" y="92"/>
                    <a:pt x="1142" y="46"/>
                    <a:pt x="1051" y="23"/>
                  </a:cubicBezTo>
                  <a:cubicBezTo>
                    <a:pt x="982" y="23"/>
                    <a:pt x="914" y="0"/>
                    <a:pt x="8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03175" y="3628400"/>
              <a:ext cx="42825" cy="40825"/>
            </a:xfrm>
            <a:custGeom>
              <a:avLst/>
              <a:gdLst/>
              <a:ahLst/>
              <a:cxnLst/>
              <a:rect l="l" t="t" r="r" b="b"/>
              <a:pathLst>
                <a:path w="1713" h="1633" extrusionOk="0">
                  <a:moveTo>
                    <a:pt x="777" y="1"/>
                  </a:moveTo>
                  <a:cubicBezTo>
                    <a:pt x="708" y="1"/>
                    <a:pt x="640" y="12"/>
                    <a:pt x="571" y="35"/>
                  </a:cubicBezTo>
                  <a:cubicBezTo>
                    <a:pt x="526" y="58"/>
                    <a:pt x="457" y="81"/>
                    <a:pt x="411" y="104"/>
                  </a:cubicBezTo>
                  <a:cubicBezTo>
                    <a:pt x="297" y="172"/>
                    <a:pt x="206" y="263"/>
                    <a:pt x="138" y="378"/>
                  </a:cubicBezTo>
                  <a:cubicBezTo>
                    <a:pt x="115" y="378"/>
                    <a:pt x="115" y="378"/>
                    <a:pt x="115" y="400"/>
                  </a:cubicBezTo>
                  <a:cubicBezTo>
                    <a:pt x="92" y="446"/>
                    <a:pt x="69" y="515"/>
                    <a:pt x="46" y="583"/>
                  </a:cubicBezTo>
                  <a:cubicBezTo>
                    <a:pt x="1" y="743"/>
                    <a:pt x="1" y="857"/>
                    <a:pt x="46" y="1017"/>
                  </a:cubicBezTo>
                  <a:cubicBezTo>
                    <a:pt x="69" y="1085"/>
                    <a:pt x="92" y="1131"/>
                    <a:pt x="115" y="1199"/>
                  </a:cubicBezTo>
                  <a:cubicBezTo>
                    <a:pt x="115" y="1199"/>
                    <a:pt x="115" y="1222"/>
                    <a:pt x="138" y="1222"/>
                  </a:cubicBezTo>
                  <a:cubicBezTo>
                    <a:pt x="160" y="1268"/>
                    <a:pt x="206" y="1336"/>
                    <a:pt x="252" y="1382"/>
                  </a:cubicBezTo>
                  <a:lnTo>
                    <a:pt x="275" y="1382"/>
                  </a:lnTo>
                  <a:cubicBezTo>
                    <a:pt x="320" y="1428"/>
                    <a:pt x="366" y="1473"/>
                    <a:pt x="434" y="1519"/>
                  </a:cubicBezTo>
                  <a:cubicBezTo>
                    <a:pt x="503" y="1542"/>
                    <a:pt x="571" y="1587"/>
                    <a:pt x="640" y="1610"/>
                  </a:cubicBezTo>
                  <a:cubicBezTo>
                    <a:pt x="731" y="1633"/>
                    <a:pt x="800" y="1633"/>
                    <a:pt x="868" y="1633"/>
                  </a:cubicBezTo>
                  <a:cubicBezTo>
                    <a:pt x="959" y="1633"/>
                    <a:pt x="1028" y="1610"/>
                    <a:pt x="1096" y="1610"/>
                  </a:cubicBezTo>
                  <a:cubicBezTo>
                    <a:pt x="1165" y="1587"/>
                    <a:pt x="1233" y="1564"/>
                    <a:pt x="1302" y="1519"/>
                  </a:cubicBezTo>
                  <a:cubicBezTo>
                    <a:pt x="1347" y="1496"/>
                    <a:pt x="1416" y="1450"/>
                    <a:pt x="1461" y="1405"/>
                  </a:cubicBezTo>
                  <a:cubicBezTo>
                    <a:pt x="1481" y="1386"/>
                    <a:pt x="1532" y="1303"/>
                    <a:pt x="1534" y="1303"/>
                  </a:cubicBezTo>
                  <a:cubicBezTo>
                    <a:pt x="1535" y="1303"/>
                    <a:pt x="1534" y="1306"/>
                    <a:pt x="1530" y="1313"/>
                  </a:cubicBezTo>
                  <a:cubicBezTo>
                    <a:pt x="1530" y="1313"/>
                    <a:pt x="1553" y="1268"/>
                    <a:pt x="1576" y="1245"/>
                  </a:cubicBezTo>
                  <a:cubicBezTo>
                    <a:pt x="1576" y="1245"/>
                    <a:pt x="1576" y="1222"/>
                    <a:pt x="1576" y="1222"/>
                  </a:cubicBezTo>
                  <a:cubicBezTo>
                    <a:pt x="1621" y="1176"/>
                    <a:pt x="1644" y="1108"/>
                    <a:pt x="1667" y="1039"/>
                  </a:cubicBezTo>
                  <a:cubicBezTo>
                    <a:pt x="1690" y="925"/>
                    <a:pt x="1713" y="834"/>
                    <a:pt x="1690" y="720"/>
                  </a:cubicBezTo>
                  <a:cubicBezTo>
                    <a:pt x="1667" y="629"/>
                    <a:pt x="1644" y="537"/>
                    <a:pt x="1598" y="446"/>
                  </a:cubicBezTo>
                  <a:cubicBezTo>
                    <a:pt x="1553" y="355"/>
                    <a:pt x="1484" y="286"/>
                    <a:pt x="1393" y="241"/>
                  </a:cubicBezTo>
                  <a:cubicBezTo>
                    <a:pt x="1324" y="172"/>
                    <a:pt x="1256" y="149"/>
                    <a:pt x="1188" y="104"/>
                  </a:cubicBezTo>
                  <a:lnTo>
                    <a:pt x="1165" y="104"/>
                  </a:lnTo>
                  <a:cubicBezTo>
                    <a:pt x="1119" y="81"/>
                    <a:pt x="1051" y="58"/>
                    <a:pt x="982" y="35"/>
                  </a:cubicBezTo>
                  <a:cubicBezTo>
                    <a:pt x="914" y="12"/>
                    <a:pt x="845" y="1"/>
                    <a:pt x="7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49400" y="3799875"/>
              <a:ext cx="45675" cy="45125"/>
            </a:xfrm>
            <a:custGeom>
              <a:avLst/>
              <a:gdLst/>
              <a:ahLst/>
              <a:cxnLst/>
              <a:rect l="l" t="t" r="r" b="b"/>
              <a:pathLst>
                <a:path w="1827" h="1805" extrusionOk="0">
                  <a:moveTo>
                    <a:pt x="799" y="1"/>
                  </a:moveTo>
                  <a:cubicBezTo>
                    <a:pt x="731" y="1"/>
                    <a:pt x="662" y="1"/>
                    <a:pt x="594" y="24"/>
                  </a:cubicBezTo>
                  <a:cubicBezTo>
                    <a:pt x="457" y="47"/>
                    <a:pt x="343" y="115"/>
                    <a:pt x="252" y="206"/>
                  </a:cubicBezTo>
                  <a:lnTo>
                    <a:pt x="252" y="229"/>
                  </a:lnTo>
                  <a:cubicBezTo>
                    <a:pt x="206" y="275"/>
                    <a:pt x="160" y="343"/>
                    <a:pt x="137" y="366"/>
                  </a:cubicBezTo>
                  <a:cubicBezTo>
                    <a:pt x="115" y="389"/>
                    <a:pt x="115" y="389"/>
                    <a:pt x="115" y="389"/>
                  </a:cubicBezTo>
                  <a:cubicBezTo>
                    <a:pt x="92" y="457"/>
                    <a:pt x="46" y="526"/>
                    <a:pt x="23" y="594"/>
                  </a:cubicBezTo>
                  <a:cubicBezTo>
                    <a:pt x="23" y="594"/>
                    <a:pt x="23" y="617"/>
                    <a:pt x="23" y="617"/>
                  </a:cubicBezTo>
                  <a:cubicBezTo>
                    <a:pt x="23" y="640"/>
                    <a:pt x="23" y="709"/>
                    <a:pt x="0" y="731"/>
                  </a:cubicBezTo>
                  <a:cubicBezTo>
                    <a:pt x="0" y="731"/>
                    <a:pt x="0" y="800"/>
                    <a:pt x="0" y="823"/>
                  </a:cubicBezTo>
                  <a:cubicBezTo>
                    <a:pt x="0" y="823"/>
                    <a:pt x="0" y="845"/>
                    <a:pt x="0" y="845"/>
                  </a:cubicBezTo>
                  <a:cubicBezTo>
                    <a:pt x="0" y="914"/>
                    <a:pt x="23" y="1005"/>
                    <a:pt x="23" y="1074"/>
                  </a:cubicBezTo>
                  <a:cubicBezTo>
                    <a:pt x="23" y="1074"/>
                    <a:pt x="23" y="1097"/>
                    <a:pt x="23" y="1097"/>
                  </a:cubicBezTo>
                  <a:cubicBezTo>
                    <a:pt x="46" y="1165"/>
                    <a:pt x="92" y="1233"/>
                    <a:pt x="115" y="1302"/>
                  </a:cubicBezTo>
                  <a:cubicBezTo>
                    <a:pt x="115" y="1302"/>
                    <a:pt x="115" y="1325"/>
                    <a:pt x="137" y="1325"/>
                  </a:cubicBezTo>
                  <a:cubicBezTo>
                    <a:pt x="183" y="1393"/>
                    <a:pt x="229" y="1462"/>
                    <a:pt x="274" y="1507"/>
                  </a:cubicBezTo>
                  <a:cubicBezTo>
                    <a:pt x="297" y="1530"/>
                    <a:pt x="297" y="1530"/>
                    <a:pt x="297" y="1530"/>
                  </a:cubicBezTo>
                  <a:cubicBezTo>
                    <a:pt x="366" y="1576"/>
                    <a:pt x="411" y="1622"/>
                    <a:pt x="480" y="1667"/>
                  </a:cubicBezTo>
                  <a:cubicBezTo>
                    <a:pt x="480" y="1667"/>
                    <a:pt x="480" y="1690"/>
                    <a:pt x="503" y="1690"/>
                  </a:cubicBezTo>
                  <a:cubicBezTo>
                    <a:pt x="571" y="1713"/>
                    <a:pt x="640" y="1758"/>
                    <a:pt x="708" y="1781"/>
                  </a:cubicBezTo>
                  <a:lnTo>
                    <a:pt x="731" y="1781"/>
                  </a:lnTo>
                  <a:cubicBezTo>
                    <a:pt x="799" y="1804"/>
                    <a:pt x="891" y="1804"/>
                    <a:pt x="959" y="1804"/>
                  </a:cubicBezTo>
                  <a:lnTo>
                    <a:pt x="982" y="1804"/>
                  </a:lnTo>
                  <a:cubicBezTo>
                    <a:pt x="1050" y="1804"/>
                    <a:pt x="1142" y="1804"/>
                    <a:pt x="1210" y="1781"/>
                  </a:cubicBezTo>
                  <a:cubicBezTo>
                    <a:pt x="1393" y="1736"/>
                    <a:pt x="1461" y="1667"/>
                    <a:pt x="1598" y="1553"/>
                  </a:cubicBezTo>
                  <a:cubicBezTo>
                    <a:pt x="1667" y="1485"/>
                    <a:pt x="1712" y="1416"/>
                    <a:pt x="1758" y="1325"/>
                  </a:cubicBezTo>
                  <a:cubicBezTo>
                    <a:pt x="1804" y="1233"/>
                    <a:pt x="1826" y="1119"/>
                    <a:pt x="1826" y="1028"/>
                  </a:cubicBezTo>
                  <a:cubicBezTo>
                    <a:pt x="1826" y="914"/>
                    <a:pt x="1804" y="823"/>
                    <a:pt x="1758" y="731"/>
                  </a:cubicBezTo>
                  <a:cubicBezTo>
                    <a:pt x="1712" y="640"/>
                    <a:pt x="1667" y="549"/>
                    <a:pt x="1598" y="480"/>
                  </a:cubicBezTo>
                  <a:cubicBezTo>
                    <a:pt x="1553" y="435"/>
                    <a:pt x="1484" y="412"/>
                    <a:pt x="1438" y="366"/>
                  </a:cubicBezTo>
                  <a:cubicBezTo>
                    <a:pt x="1416" y="320"/>
                    <a:pt x="1370" y="252"/>
                    <a:pt x="1324" y="206"/>
                  </a:cubicBezTo>
                  <a:lnTo>
                    <a:pt x="1165" y="92"/>
                  </a:lnTo>
                  <a:cubicBezTo>
                    <a:pt x="1050" y="24"/>
                    <a:pt x="936" y="1"/>
                    <a:pt x="7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88075" y="3920575"/>
              <a:ext cx="43375" cy="44475"/>
            </a:xfrm>
            <a:custGeom>
              <a:avLst/>
              <a:gdLst/>
              <a:ahLst/>
              <a:cxnLst/>
              <a:rect l="l" t="t" r="r" b="b"/>
              <a:pathLst>
                <a:path w="1735" h="1779" extrusionOk="0">
                  <a:moveTo>
                    <a:pt x="979" y="0"/>
                  </a:moveTo>
                  <a:cubicBezTo>
                    <a:pt x="913" y="0"/>
                    <a:pt x="845" y="12"/>
                    <a:pt x="776" y="35"/>
                  </a:cubicBezTo>
                  <a:lnTo>
                    <a:pt x="639" y="103"/>
                  </a:lnTo>
                  <a:cubicBezTo>
                    <a:pt x="548" y="103"/>
                    <a:pt x="457" y="126"/>
                    <a:pt x="388" y="172"/>
                  </a:cubicBezTo>
                  <a:cubicBezTo>
                    <a:pt x="342" y="217"/>
                    <a:pt x="274" y="263"/>
                    <a:pt x="228" y="286"/>
                  </a:cubicBezTo>
                  <a:cubicBezTo>
                    <a:pt x="137" y="400"/>
                    <a:pt x="69" y="514"/>
                    <a:pt x="46" y="628"/>
                  </a:cubicBezTo>
                  <a:cubicBezTo>
                    <a:pt x="23" y="697"/>
                    <a:pt x="0" y="788"/>
                    <a:pt x="0" y="856"/>
                  </a:cubicBezTo>
                  <a:cubicBezTo>
                    <a:pt x="0" y="879"/>
                    <a:pt x="0" y="879"/>
                    <a:pt x="0" y="879"/>
                  </a:cubicBezTo>
                  <a:cubicBezTo>
                    <a:pt x="0" y="971"/>
                    <a:pt x="23" y="1039"/>
                    <a:pt x="46" y="1107"/>
                  </a:cubicBezTo>
                  <a:cubicBezTo>
                    <a:pt x="46" y="1130"/>
                    <a:pt x="46" y="1130"/>
                    <a:pt x="46" y="1130"/>
                  </a:cubicBezTo>
                  <a:cubicBezTo>
                    <a:pt x="69" y="1199"/>
                    <a:pt x="91" y="1267"/>
                    <a:pt x="137" y="1336"/>
                  </a:cubicBezTo>
                  <a:cubicBezTo>
                    <a:pt x="137" y="1359"/>
                    <a:pt x="137" y="1359"/>
                    <a:pt x="137" y="1359"/>
                  </a:cubicBezTo>
                  <a:cubicBezTo>
                    <a:pt x="183" y="1404"/>
                    <a:pt x="228" y="1473"/>
                    <a:pt x="274" y="1541"/>
                  </a:cubicBezTo>
                  <a:cubicBezTo>
                    <a:pt x="342" y="1587"/>
                    <a:pt x="388" y="1632"/>
                    <a:pt x="457" y="1678"/>
                  </a:cubicBezTo>
                  <a:cubicBezTo>
                    <a:pt x="548" y="1724"/>
                    <a:pt x="639" y="1747"/>
                    <a:pt x="730" y="1769"/>
                  </a:cubicBezTo>
                  <a:cubicBezTo>
                    <a:pt x="764" y="1776"/>
                    <a:pt x="795" y="1779"/>
                    <a:pt x="826" y="1779"/>
                  </a:cubicBezTo>
                  <a:cubicBezTo>
                    <a:pt x="900" y="1779"/>
                    <a:pt x="969" y="1763"/>
                    <a:pt x="1050" y="1747"/>
                  </a:cubicBezTo>
                  <a:cubicBezTo>
                    <a:pt x="1096" y="1724"/>
                    <a:pt x="1164" y="1701"/>
                    <a:pt x="1210" y="1678"/>
                  </a:cubicBezTo>
                  <a:cubicBezTo>
                    <a:pt x="1324" y="1610"/>
                    <a:pt x="1415" y="1518"/>
                    <a:pt x="1484" y="1404"/>
                  </a:cubicBezTo>
                  <a:cubicBezTo>
                    <a:pt x="1529" y="1313"/>
                    <a:pt x="1575" y="1222"/>
                    <a:pt x="1621" y="1153"/>
                  </a:cubicBezTo>
                  <a:cubicBezTo>
                    <a:pt x="1689" y="1062"/>
                    <a:pt x="1712" y="971"/>
                    <a:pt x="1712" y="856"/>
                  </a:cubicBezTo>
                  <a:cubicBezTo>
                    <a:pt x="1735" y="765"/>
                    <a:pt x="1735" y="674"/>
                    <a:pt x="1712" y="560"/>
                  </a:cubicBezTo>
                  <a:cubicBezTo>
                    <a:pt x="1689" y="468"/>
                    <a:pt x="1643" y="377"/>
                    <a:pt x="1575" y="309"/>
                  </a:cubicBezTo>
                  <a:cubicBezTo>
                    <a:pt x="1506" y="217"/>
                    <a:pt x="1438" y="149"/>
                    <a:pt x="1347" y="103"/>
                  </a:cubicBezTo>
                  <a:lnTo>
                    <a:pt x="1164" y="35"/>
                  </a:lnTo>
                  <a:cubicBezTo>
                    <a:pt x="1107" y="12"/>
                    <a:pt x="1044" y="0"/>
                    <a:pt x="9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070675" y="3952375"/>
              <a:ext cx="43375" cy="43250"/>
            </a:xfrm>
            <a:custGeom>
              <a:avLst/>
              <a:gdLst/>
              <a:ahLst/>
              <a:cxnLst/>
              <a:rect l="l" t="t" r="r" b="b"/>
              <a:pathLst>
                <a:path w="1735" h="1730" extrusionOk="0">
                  <a:moveTo>
                    <a:pt x="959" y="1"/>
                  </a:moveTo>
                  <a:cubicBezTo>
                    <a:pt x="907" y="1"/>
                    <a:pt x="856" y="7"/>
                    <a:pt x="799" y="18"/>
                  </a:cubicBezTo>
                  <a:cubicBezTo>
                    <a:pt x="708" y="18"/>
                    <a:pt x="616" y="41"/>
                    <a:pt x="525" y="87"/>
                  </a:cubicBezTo>
                  <a:cubicBezTo>
                    <a:pt x="479" y="132"/>
                    <a:pt x="434" y="155"/>
                    <a:pt x="388" y="201"/>
                  </a:cubicBezTo>
                  <a:cubicBezTo>
                    <a:pt x="320" y="246"/>
                    <a:pt x="274" y="269"/>
                    <a:pt x="228" y="315"/>
                  </a:cubicBezTo>
                  <a:cubicBezTo>
                    <a:pt x="183" y="383"/>
                    <a:pt x="160" y="429"/>
                    <a:pt x="114" y="475"/>
                  </a:cubicBezTo>
                  <a:cubicBezTo>
                    <a:pt x="46" y="589"/>
                    <a:pt x="0" y="726"/>
                    <a:pt x="0" y="863"/>
                  </a:cubicBezTo>
                  <a:cubicBezTo>
                    <a:pt x="0" y="931"/>
                    <a:pt x="23" y="1000"/>
                    <a:pt x="23" y="1068"/>
                  </a:cubicBezTo>
                  <a:cubicBezTo>
                    <a:pt x="46" y="1068"/>
                    <a:pt x="46" y="1091"/>
                    <a:pt x="46" y="1091"/>
                  </a:cubicBezTo>
                  <a:cubicBezTo>
                    <a:pt x="69" y="1159"/>
                    <a:pt x="91" y="1228"/>
                    <a:pt x="114" y="1296"/>
                  </a:cubicBezTo>
                  <a:cubicBezTo>
                    <a:pt x="137" y="1319"/>
                    <a:pt x="183" y="1365"/>
                    <a:pt x="183" y="1365"/>
                  </a:cubicBezTo>
                  <a:cubicBezTo>
                    <a:pt x="206" y="1388"/>
                    <a:pt x="228" y="1433"/>
                    <a:pt x="251" y="1456"/>
                  </a:cubicBezTo>
                  <a:lnTo>
                    <a:pt x="274" y="1456"/>
                  </a:lnTo>
                  <a:cubicBezTo>
                    <a:pt x="320" y="1502"/>
                    <a:pt x="365" y="1547"/>
                    <a:pt x="434" y="1593"/>
                  </a:cubicBezTo>
                  <a:cubicBezTo>
                    <a:pt x="434" y="1593"/>
                    <a:pt x="434" y="1593"/>
                    <a:pt x="457" y="1616"/>
                  </a:cubicBezTo>
                  <a:cubicBezTo>
                    <a:pt x="502" y="1639"/>
                    <a:pt x="571" y="1662"/>
                    <a:pt x="639" y="1684"/>
                  </a:cubicBezTo>
                  <a:cubicBezTo>
                    <a:pt x="731" y="1707"/>
                    <a:pt x="799" y="1707"/>
                    <a:pt x="867" y="1730"/>
                  </a:cubicBezTo>
                  <a:lnTo>
                    <a:pt x="890" y="1730"/>
                  </a:lnTo>
                  <a:cubicBezTo>
                    <a:pt x="959" y="1707"/>
                    <a:pt x="1096" y="1684"/>
                    <a:pt x="1096" y="1684"/>
                  </a:cubicBezTo>
                  <a:lnTo>
                    <a:pt x="1119" y="1684"/>
                  </a:lnTo>
                  <a:cubicBezTo>
                    <a:pt x="1187" y="1662"/>
                    <a:pt x="1256" y="1639"/>
                    <a:pt x="1301" y="1616"/>
                  </a:cubicBezTo>
                  <a:cubicBezTo>
                    <a:pt x="1322" y="1595"/>
                    <a:pt x="1324" y="1593"/>
                    <a:pt x="1324" y="1593"/>
                  </a:cubicBezTo>
                  <a:lnTo>
                    <a:pt x="1324" y="1593"/>
                  </a:lnTo>
                  <a:cubicBezTo>
                    <a:pt x="1322" y="1595"/>
                    <a:pt x="1321" y="1597"/>
                    <a:pt x="1323" y="1597"/>
                  </a:cubicBezTo>
                  <a:cubicBezTo>
                    <a:pt x="1334" y="1597"/>
                    <a:pt x="1463" y="1517"/>
                    <a:pt x="1484" y="1456"/>
                  </a:cubicBezTo>
                  <a:cubicBezTo>
                    <a:pt x="1529" y="1410"/>
                    <a:pt x="1575" y="1365"/>
                    <a:pt x="1621" y="1296"/>
                  </a:cubicBezTo>
                  <a:cubicBezTo>
                    <a:pt x="1644" y="1228"/>
                    <a:pt x="1689" y="1159"/>
                    <a:pt x="1712" y="1091"/>
                  </a:cubicBezTo>
                  <a:cubicBezTo>
                    <a:pt x="1712" y="1091"/>
                    <a:pt x="1712" y="1091"/>
                    <a:pt x="1712" y="1068"/>
                  </a:cubicBezTo>
                  <a:cubicBezTo>
                    <a:pt x="1712" y="1022"/>
                    <a:pt x="1735" y="954"/>
                    <a:pt x="1735" y="885"/>
                  </a:cubicBezTo>
                  <a:cubicBezTo>
                    <a:pt x="1735" y="885"/>
                    <a:pt x="1735" y="863"/>
                    <a:pt x="1735" y="863"/>
                  </a:cubicBezTo>
                  <a:cubicBezTo>
                    <a:pt x="1735" y="863"/>
                    <a:pt x="1735" y="863"/>
                    <a:pt x="1735" y="840"/>
                  </a:cubicBezTo>
                  <a:cubicBezTo>
                    <a:pt x="1735" y="771"/>
                    <a:pt x="1712" y="703"/>
                    <a:pt x="1712" y="634"/>
                  </a:cubicBezTo>
                  <a:cubicBezTo>
                    <a:pt x="1712" y="634"/>
                    <a:pt x="1712" y="634"/>
                    <a:pt x="1712" y="612"/>
                  </a:cubicBezTo>
                  <a:cubicBezTo>
                    <a:pt x="1644" y="452"/>
                    <a:pt x="1598" y="383"/>
                    <a:pt x="1484" y="246"/>
                  </a:cubicBezTo>
                  <a:cubicBezTo>
                    <a:pt x="1484" y="246"/>
                    <a:pt x="1484" y="246"/>
                    <a:pt x="1484" y="224"/>
                  </a:cubicBezTo>
                  <a:cubicBezTo>
                    <a:pt x="1415" y="178"/>
                    <a:pt x="1370" y="155"/>
                    <a:pt x="1324" y="109"/>
                  </a:cubicBezTo>
                  <a:lnTo>
                    <a:pt x="1301" y="109"/>
                  </a:lnTo>
                  <a:cubicBezTo>
                    <a:pt x="1233" y="64"/>
                    <a:pt x="1187" y="41"/>
                    <a:pt x="1119" y="18"/>
                  </a:cubicBezTo>
                  <a:cubicBezTo>
                    <a:pt x="1061" y="7"/>
                    <a:pt x="1010" y="1"/>
                    <a:pt x="9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262400" y="3871225"/>
              <a:ext cx="41100" cy="47800"/>
            </a:xfrm>
            <a:custGeom>
              <a:avLst/>
              <a:gdLst/>
              <a:ahLst/>
              <a:cxnLst/>
              <a:rect l="l" t="t" r="r" b="b"/>
              <a:pathLst>
                <a:path w="1644" h="1912" extrusionOk="0">
                  <a:moveTo>
                    <a:pt x="891" y="0"/>
                  </a:moveTo>
                  <a:cubicBezTo>
                    <a:pt x="822" y="0"/>
                    <a:pt x="754" y="0"/>
                    <a:pt x="685" y="23"/>
                  </a:cubicBezTo>
                  <a:cubicBezTo>
                    <a:pt x="548" y="46"/>
                    <a:pt x="434" y="114"/>
                    <a:pt x="343" y="206"/>
                  </a:cubicBezTo>
                  <a:cubicBezTo>
                    <a:pt x="343" y="228"/>
                    <a:pt x="343" y="228"/>
                    <a:pt x="343" y="228"/>
                  </a:cubicBezTo>
                  <a:cubicBezTo>
                    <a:pt x="274" y="297"/>
                    <a:pt x="206" y="342"/>
                    <a:pt x="160" y="434"/>
                  </a:cubicBezTo>
                  <a:cubicBezTo>
                    <a:pt x="115" y="502"/>
                    <a:pt x="92" y="594"/>
                    <a:pt x="46" y="685"/>
                  </a:cubicBezTo>
                  <a:cubicBezTo>
                    <a:pt x="46" y="708"/>
                    <a:pt x="46" y="753"/>
                    <a:pt x="23" y="776"/>
                  </a:cubicBezTo>
                  <a:cubicBezTo>
                    <a:pt x="23" y="867"/>
                    <a:pt x="0" y="959"/>
                    <a:pt x="0" y="1050"/>
                  </a:cubicBezTo>
                  <a:cubicBezTo>
                    <a:pt x="0" y="1164"/>
                    <a:pt x="23" y="1255"/>
                    <a:pt x="46" y="1347"/>
                  </a:cubicBezTo>
                  <a:cubicBezTo>
                    <a:pt x="69" y="1415"/>
                    <a:pt x="92" y="1461"/>
                    <a:pt x="115" y="1529"/>
                  </a:cubicBezTo>
                  <a:cubicBezTo>
                    <a:pt x="160" y="1575"/>
                    <a:pt x="183" y="1621"/>
                    <a:pt x="229" y="1689"/>
                  </a:cubicBezTo>
                  <a:cubicBezTo>
                    <a:pt x="274" y="1712"/>
                    <a:pt x="343" y="1758"/>
                    <a:pt x="388" y="1803"/>
                  </a:cubicBezTo>
                  <a:cubicBezTo>
                    <a:pt x="480" y="1849"/>
                    <a:pt x="571" y="1895"/>
                    <a:pt x="662" y="1895"/>
                  </a:cubicBezTo>
                  <a:cubicBezTo>
                    <a:pt x="697" y="1906"/>
                    <a:pt x="731" y="1912"/>
                    <a:pt x="765" y="1912"/>
                  </a:cubicBezTo>
                  <a:cubicBezTo>
                    <a:pt x="799" y="1912"/>
                    <a:pt x="834" y="1906"/>
                    <a:pt x="868" y="1895"/>
                  </a:cubicBezTo>
                  <a:cubicBezTo>
                    <a:pt x="936" y="1895"/>
                    <a:pt x="1005" y="1872"/>
                    <a:pt x="1050" y="1849"/>
                  </a:cubicBezTo>
                  <a:cubicBezTo>
                    <a:pt x="1119" y="1826"/>
                    <a:pt x="1187" y="1780"/>
                    <a:pt x="1233" y="1735"/>
                  </a:cubicBezTo>
                  <a:cubicBezTo>
                    <a:pt x="1301" y="1689"/>
                    <a:pt x="1370" y="1621"/>
                    <a:pt x="1416" y="1529"/>
                  </a:cubicBezTo>
                  <a:cubicBezTo>
                    <a:pt x="1438" y="1507"/>
                    <a:pt x="1461" y="1461"/>
                    <a:pt x="1484" y="1438"/>
                  </a:cubicBezTo>
                  <a:cubicBezTo>
                    <a:pt x="1530" y="1347"/>
                    <a:pt x="1575" y="1255"/>
                    <a:pt x="1598" y="1164"/>
                  </a:cubicBezTo>
                  <a:cubicBezTo>
                    <a:pt x="1598" y="1119"/>
                    <a:pt x="1621" y="1096"/>
                    <a:pt x="1621" y="1050"/>
                  </a:cubicBezTo>
                  <a:cubicBezTo>
                    <a:pt x="1621" y="959"/>
                    <a:pt x="1644" y="845"/>
                    <a:pt x="1644" y="753"/>
                  </a:cubicBezTo>
                  <a:cubicBezTo>
                    <a:pt x="1644" y="639"/>
                    <a:pt x="1621" y="548"/>
                    <a:pt x="1575" y="457"/>
                  </a:cubicBezTo>
                  <a:cubicBezTo>
                    <a:pt x="1553" y="365"/>
                    <a:pt x="1507" y="274"/>
                    <a:pt x="1416" y="206"/>
                  </a:cubicBezTo>
                  <a:cubicBezTo>
                    <a:pt x="1347" y="137"/>
                    <a:pt x="1279" y="91"/>
                    <a:pt x="1187" y="69"/>
                  </a:cubicBezTo>
                  <a:cubicBezTo>
                    <a:pt x="1096" y="0"/>
                    <a:pt x="982" y="0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322325" y="3765075"/>
              <a:ext cx="41675" cy="46525"/>
            </a:xfrm>
            <a:custGeom>
              <a:avLst/>
              <a:gdLst/>
              <a:ahLst/>
              <a:cxnLst/>
              <a:rect l="l" t="t" r="r" b="b"/>
              <a:pathLst>
                <a:path w="1667" h="1861" extrusionOk="0">
                  <a:moveTo>
                    <a:pt x="776" y="1"/>
                  </a:moveTo>
                  <a:cubicBezTo>
                    <a:pt x="708" y="1"/>
                    <a:pt x="639" y="23"/>
                    <a:pt x="571" y="23"/>
                  </a:cubicBezTo>
                  <a:cubicBezTo>
                    <a:pt x="434" y="69"/>
                    <a:pt x="320" y="138"/>
                    <a:pt x="228" y="229"/>
                  </a:cubicBezTo>
                  <a:cubicBezTo>
                    <a:pt x="183" y="274"/>
                    <a:pt x="160" y="320"/>
                    <a:pt x="114" y="389"/>
                  </a:cubicBezTo>
                  <a:cubicBezTo>
                    <a:pt x="46" y="503"/>
                    <a:pt x="0" y="617"/>
                    <a:pt x="0" y="754"/>
                  </a:cubicBezTo>
                  <a:lnTo>
                    <a:pt x="23" y="1096"/>
                  </a:lnTo>
                  <a:cubicBezTo>
                    <a:pt x="23" y="1233"/>
                    <a:pt x="46" y="1370"/>
                    <a:pt x="114" y="1484"/>
                  </a:cubicBezTo>
                  <a:cubicBezTo>
                    <a:pt x="183" y="1576"/>
                    <a:pt x="228" y="1644"/>
                    <a:pt x="320" y="1690"/>
                  </a:cubicBezTo>
                  <a:cubicBezTo>
                    <a:pt x="388" y="1758"/>
                    <a:pt x="479" y="1804"/>
                    <a:pt x="571" y="1827"/>
                  </a:cubicBezTo>
                  <a:cubicBezTo>
                    <a:pt x="639" y="1849"/>
                    <a:pt x="708" y="1861"/>
                    <a:pt x="776" y="1861"/>
                  </a:cubicBezTo>
                  <a:cubicBezTo>
                    <a:pt x="845" y="1861"/>
                    <a:pt x="913" y="1849"/>
                    <a:pt x="982" y="1827"/>
                  </a:cubicBezTo>
                  <a:lnTo>
                    <a:pt x="1004" y="1827"/>
                  </a:lnTo>
                  <a:cubicBezTo>
                    <a:pt x="1073" y="1804"/>
                    <a:pt x="1141" y="1781"/>
                    <a:pt x="1210" y="1735"/>
                  </a:cubicBezTo>
                  <a:cubicBezTo>
                    <a:pt x="1278" y="1712"/>
                    <a:pt x="1324" y="1644"/>
                    <a:pt x="1370" y="1598"/>
                  </a:cubicBezTo>
                  <a:lnTo>
                    <a:pt x="1392" y="1598"/>
                  </a:lnTo>
                  <a:cubicBezTo>
                    <a:pt x="1438" y="1530"/>
                    <a:pt x="1484" y="1484"/>
                    <a:pt x="1529" y="1416"/>
                  </a:cubicBezTo>
                  <a:cubicBezTo>
                    <a:pt x="1529" y="1416"/>
                    <a:pt x="1529" y="1416"/>
                    <a:pt x="1529" y="1393"/>
                  </a:cubicBezTo>
                  <a:cubicBezTo>
                    <a:pt x="1575" y="1347"/>
                    <a:pt x="1598" y="1279"/>
                    <a:pt x="1621" y="1210"/>
                  </a:cubicBezTo>
                  <a:cubicBezTo>
                    <a:pt x="1621" y="1187"/>
                    <a:pt x="1621" y="1187"/>
                    <a:pt x="1621" y="1187"/>
                  </a:cubicBezTo>
                  <a:cubicBezTo>
                    <a:pt x="1644" y="1096"/>
                    <a:pt x="1666" y="1005"/>
                    <a:pt x="1666" y="936"/>
                  </a:cubicBezTo>
                  <a:cubicBezTo>
                    <a:pt x="1666" y="868"/>
                    <a:pt x="1644" y="777"/>
                    <a:pt x="1621" y="708"/>
                  </a:cubicBezTo>
                  <a:cubicBezTo>
                    <a:pt x="1621" y="708"/>
                    <a:pt x="1621" y="708"/>
                    <a:pt x="1621" y="685"/>
                  </a:cubicBezTo>
                  <a:cubicBezTo>
                    <a:pt x="1598" y="617"/>
                    <a:pt x="1575" y="548"/>
                    <a:pt x="1552" y="503"/>
                  </a:cubicBezTo>
                  <a:cubicBezTo>
                    <a:pt x="1552" y="503"/>
                    <a:pt x="1552" y="480"/>
                    <a:pt x="1529" y="480"/>
                  </a:cubicBezTo>
                  <a:cubicBezTo>
                    <a:pt x="1438" y="343"/>
                    <a:pt x="1392" y="297"/>
                    <a:pt x="1301" y="229"/>
                  </a:cubicBezTo>
                  <a:cubicBezTo>
                    <a:pt x="1233" y="160"/>
                    <a:pt x="1164" y="92"/>
                    <a:pt x="1073" y="69"/>
                  </a:cubicBezTo>
                  <a:cubicBezTo>
                    <a:pt x="982" y="23"/>
                    <a:pt x="867" y="1"/>
                    <a:pt x="7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382800" y="3611000"/>
              <a:ext cx="46250" cy="51950"/>
            </a:xfrm>
            <a:custGeom>
              <a:avLst/>
              <a:gdLst/>
              <a:ahLst/>
              <a:cxnLst/>
              <a:rect l="l" t="t" r="r" b="b"/>
              <a:pathLst>
                <a:path w="1850" h="2078" extrusionOk="0">
                  <a:moveTo>
                    <a:pt x="822" y="1"/>
                  </a:moveTo>
                  <a:cubicBezTo>
                    <a:pt x="754" y="1"/>
                    <a:pt x="662" y="1"/>
                    <a:pt x="594" y="46"/>
                  </a:cubicBezTo>
                  <a:cubicBezTo>
                    <a:pt x="526" y="69"/>
                    <a:pt x="434" y="92"/>
                    <a:pt x="366" y="138"/>
                  </a:cubicBezTo>
                  <a:cubicBezTo>
                    <a:pt x="297" y="183"/>
                    <a:pt x="206" y="252"/>
                    <a:pt x="160" y="320"/>
                  </a:cubicBezTo>
                  <a:cubicBezTo>
                    <a:pt x="92" y="412"/>
                    <a:pt x="46" y="480"/>
                    <a:pt x="23" y="594"/>
                  </a:cubicBezTo>
                  <a:cubicBezTo>
                    <a:pt x="1" y="686"/>
                    <a:pt x="1" y="800"/>
                    <a:pt x="23" y="891"/>
                  </a:cubicBezTo>
                  <a:cubicBezTo>
                    <a:pt x="23" y="982"/>
                    <a:pt x="46" y="1096"/>
                    <a:pt x="92" y="1165"/>
                  </a:cubicBezTo>
                  <a:cubicBezTo>
                    <a:pt x="115" y="1188"/>
                    <a:pt x="115" y="1188"/>
                    <a:pt x="115" y="1211"/>
                  </a:cubicBezTo>
                  <a:cubicBezTo>
                    <a:pt x="138" y="1370"/>
                    <a:pt x="160" y="1507"/>
                    <a:pt x="252" y="1644"/>
                  </a:cubicBezTo>
                  <a:cubicBezTo>
                    <a:pt x="366" y="1781"/>
                    <a:pt x="366" y="1804"/>
                    <a:pt x="480" y="1895"/>
                  </a:cubicBezTo>
                  <a:cubicBezTo>
                    <a:pt x="503" y="1918"/>
                    <a:pt x="548" y="1941"/>
                    <a:pt x="594" y="1964"/>
                  </a:cubicBezTo>
                  <a:cubicBezTo>
                    <a:pt x="662" y="2009"/>
                    <a:pt x="731" y="2032"/>
                    <a:pt x="799" y="2055"/>
                  </a:cubicBezTo>
                  <a:lnTo>
                    <a:pt x="982" y="2078"/>
                  </a:lnTo>
                  <a:cubicBezTo>
                    <a:pt x="1096" y="2078"/>
                    <a:pt x="1187" y="2055"/>
                    <a:pt x="1279" y="2009"/>
                  </a:cubicBezTo>
                  <a:cubicBezTo>
                    <a:pt x="1347" y="1987"/>
                    <a:pt x="1416" y="1964"/>
                    <a:pt x="1461" y="1918"/>
                  </a:cubicBezTo>
                  <a:cubicBezTo>
                    <a:pt x="1530" y="1850"/>
                    <a:pt x="1598" y="1781"/>
                    <a:pt x="1644" y="1690"/>
                  </a:cubicBezTo>
                  <a:cubicBezTo>
                    <a:pt x="1690" y="1599"/>
                    <a:pt x="1735" y="1507"/>
                    <a:pt x="1781" y="1393"/>
                  </a:cubicBezTo>
                  <a:cubicBezTo>
                    <a:pt x="1827" y="1302"/>
                    <a:pt x="1827" y="1188"/>
                    <a:pt x="1827" y="1074"/>
                  </a:cubicBezTo>
                  <a:cubicBezTo>
                    <a:pt x="1849" y="982"/>
                    <a:pt x="1827" y="868"/>
                    <a:pt x="1804" y="754"/>
                  </a:cubicBezTo>
                  <a:cubicBezTo>
                    <a:pt x="1804" y="731"/>
                    <a:pt x="1804" y="731"/>
                    <a:pt x="1804" y="708"/>
                  </a:cubicBezTo>
                  <a:cubicBezTo>
                    <a:pt x="1781" y="663"/>
                    <a:pt x="1735" y="549"/>
                    <a:pt x="1690" y="480"/>
                  </a:cubicBezTo>
                  <a:cubicBezTo>
                    <a:pt x="1667" y="457"/>
                    <a:pt x="1644" y="412"/>
                    <a:pt x="1621" y="389"/>
                  </a:cubicBezTo>
                  <a:cubicBezTo>
                    <a:pt x="1598" y="366"/>
                    <a:pt x="1576" y="320"/>
                    <a:pt x="1553" y="297"/>
                  </a:cubicBezTo>
                  <a:cubicBezTo>
                    <a:pt x="1553" y="297"/>
                    <a:pt x="1530" y="275"/>
                    <a:pt x="1530" y="275"/>
                  </a:cubicBezTo>
                  <a:cubicBezTo>
                    <a:pt x="1370" y="138"/>
                    <a:pt x="1302" y="115"/>
                    <a:pt x="1119" y="46"/>
                  </a:cubicBezTo>
                  <a:cubicBezTo>
                    <a:pt x="1051" y="24"/>
                    <a:pt x="914" y="1"/>
                    <a:pt x="8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351425" y="3407600"/>
              <a:ext cx="43375" cy="47650"/>
            </a:xfrm>
            <a:custGeom>
              <a:avLst/>
              <a:gdLst/>
              <a:ahLst/>
              <a:cxnLst/>
              <a:rect l="l" t="t" r="r" b="b"/>
              <a:pathLst>
                <a:path w="1735" h="1906" extrusionOk="0">
                  <a:moveTo>
                    <a:pt x="845" y="1"/>
                  </a:moveTo>
                  <a:cubicBezTo>
                    <a:pt x="829" y="1"/>
                    <a:pt x="814" y="3"/>
                    <a:pt x="799" y="11"/>
                  </a:cubicBezTo>
                  <a:cubicBezTo>
                    <a:pt x="731" y="11"/>
                    <a:pt x="639" y="11"/>
                    <a:pt x="571" y="34"/>
                  </a:cubicBezTo>
                  <a:cubicBezTo>
                    <a:pt x="457" y="57"/>
                    <a:pt x="388" y="102"/>
                    <a:pt x="297" y="171"/>
                  </a:cubicBezTo>
                  <a:cubicBezTo>
                    <a:pt x="228" y="216"/>
                    <a:pt x="160" y="308"/>
                    <a:pt x="114" y="376"/>
                  </a:cubicBezTo>
                  <a:cubicBezTo>
                    <a:pt x="46" y="467"/>
                    <a:pt x="23" y="559"/>
                    <a:pt x="23" y="673"/>
                  </a:cubicBezTo>
                  <a:cubicBezTo>
                    <a:pt x="0" y="764"/>
                    <a:pt x="0" y="856"/>
                    <a:pt x="23" y="947"/>
                  </a:cubicBezTo>
                  <a:cubicBezTo>
                    <a:pt x="23" y="1015"/>
                    <a:pt x="0" y="1084"/>
                    <a:pt x="0" y="1152"/>
                  </a:cubicBezTo>
                  <a:cubicBezTo>
                    <a:pt x="0" y="1221"/>
                    <a:pt x="23" y="1289"/>
                    <a:pt x="23" y="1358"/>
                  </a:cubicBezTo>
                  <a:cubicBezTo>
                    <a:pt x="46" y="1403"/>
                    <a:pt x="69" y="1472"/>
                    <a:pt x="91" y="1540"/>
                  </a:cubicBezTo>
                  <a:cubicBezTo>
                    <a:pt x="137" y="1632"/>
                    <a:pt x="206" y="1700"/>
                    <a:pt x="297" y="1746"/>
                  </a:cubicBezTo>
                  <a:cubicBezTo>
                    <a:pt x="343" y="1791"/>
                    <a:pt x="411" y="1837"/>
                    <a:pt x="457" y="1837"/>
                  </a:cubicBezTo>
                  <a:cubicBezTo>
                    <a:pt x="525" y="1883"/>
                    <a:pt x="594" y="1905"/>
                    <a:pt x="662" y="1905"/>
                  </a:cubicBezTo>
                  <a:lnTo>
                    <a:pt x="868" y="1905"/>
                  </a:lnTo>
                  <a:cubicBezTo>
                    <a:pt x="959" y="1883"/>
                    <a:pt x="1050" y="1860"/>
                    <a:pt x="1141" y="1814"/>
                  </a:cubicBezTo>
                  <a:cubicBezTo>
                    <a:pt x="1210" y="1769"/>
                    <a:pt x="1301" y="1700"/>
                    <a:pt x="1370" y="1654"/>
                  </a:cubicBezTo>
                  <a:cubicBezTo>
                    <a:pt x="1393" y="1632"/>
                    <a:pt x="1393" y="1609"/>
                    <a:pt x="1415" y="1586"/>
                  </a:cubicBezTo>
                  <a:cubicBezTo>
                    <a:pt x="1461" y="1517"/>
                    <a:pt x="1529" y="1449"/>
                    <a:pt x="1575" y="1358"/>
                  </a:cubicBezTo>
                  <a:cubicBezTo>
                    <a:pt x="1621" y="1289"/>
                    <a:pt x="1644" y="1221"/>
                    <a:pt x="1666" y="1152"/>
                  </a:cubicBezTo>
                  <a:cubicBezTo>
                    <a:pt x="1666" y="1129"/>
                    <a:pt x="1689" y="1107"/>
                    <a:pt x="1689" y="1107"/>
                  </a:cubicBezTo>
                  <a:cubicBezTo>
                    <a:pt x="1689" y="1084"/>
                    <a:pt x="1689" y="1084"/>
                    <a:pt x="1689" y="1061"/>
                  </a:cubicBezTo>
                  <a:cubicBezTo>
                    <a:pt x="1712" y="992"/>
                    <a:pt x="1712" y="924"/>
                    <a:pt x="1735" y="833"/>
                  </a:cubicBezTo>
                  <a:cubicBezTo>
                    <a:pt x="1735" y="719"/>
                    <a:pt x="1712" y="627"/>
                    <a:pt x="1666" y="536"/>
                  </a:cubicBezTo>
                  <a:cubicBezTo>
                    <a:pt x="1621" y="445"/>
                    <a:pt x="1575" y="353"/>
                    <a:pt x="1507" y="285"/>
                  </a:cubicBezTo>
                  <a:cubicBezTo>
                    <a:pt x="1484" y="285"/>
                    <a:pt x="1484" y="285"/>
                    <a:pt x="1484" y="262"/>
                  </a:cubicBezTo>
                  <a:cubicBezTo>
                    <a:pt x="1415" y="216"/>
                    <a:pt x="1370" y="171"/>
                    <a:pt x="1301" y="125"/>
                  </a:cubicBezTo>
                  <a:cubicBezTo>
                    <a:pt x="1233" y="102"/>
                    <a:pt x="1164" y="57"/>
                    <a:pt x="1073" y="34"/>
                  </a:cubicBezTo>
                  <a:cubicBezTo>
                    <a:pt x="1050" y="34"/>
                    <a:pt x="982" y="11"/>
                    <a:pt x="936" y="11"/>
                  </a:cubicBezTo>
                  <a:cubicBezTo>
                    <a:pt x="906" y="11"/>
                    <a:pt x="875" y="1"/>
                    <a:pt x="8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240150" y="3286325"/>
              <a:ext cx="45100" cy="44375"/>
            </a:xfrm>
            <a:custGeom>
              <a:avLst/>
              <a:gdLst/>
              <a:ahLst/>
              <a:cxnLst/>
              <a:rect l="l" t="t" r="r" b="b"/>
              <a:pathLst>
                <a:path w="1804" h="1775" extrusionOk="0">
                  <a:moveTo>
                    <a:pt x="913" y="0"/>
                  </a:moveTo>
                  <a:cubicBezTo>
                    <a:pt x="868" y="0"/>
                    <a:pt x="753" y="23"/>
                    <a:pt x="708" y="23"/>
                  </a:cubicBezTo>
                  <a:lnTo>
                    <a:pt x="708" y="46"/>
                  </a:lnTo>
                  <a:lnTo>
                    <a:pt x="685" y="46"/>
                  </a:lnTo>
                  <a:cubicBezTo>
                    <a:pt x="639" y="46"/>
                    <a:pt x="594" y="69"/>
                    <a:pt x="571" y="91"/>
                  </a:cubicBezTo>
                  <a:cubicBezTo>
                    <a:pt x="548" y="91"/>
                    <a:pt x="502" y="114"/>
                    <a:pt x="480" y="137"/>
                  </a:cubicBezTo>
                  <a:lnTo>
                    <a:pt x="457" y="137"/>
                  </a:lnTo>
                  <a:cubicBezTo>
                    <a:pt x="411" y="160"/>
                    <a:pt x="320" y="228"/>
                    <a:pt x="297" y="274"/>
                  </a:cubicBezTo>
                  <a:lnTo>
                    <a:pt x="274" y="274"/>
                  </a:lnTo>
                  <a:cubicBezTo>
                    <a:pt x="251" y="297"/>
                    <a:pt x="228" y="343"/>
                    <a:pt x="206" y="365"/>
                  </a:cubicBezTo>
                  <a:cubicBezTo>
                    <a:pt x="183" y="388"/>
                    <a:pt x="160" y="434"/>
                    <a:pt x="137" y="457"/>
                  </a:cubicBezTo>
                  <a:cubicBezTo>
                    <a:pt x="114" y="502"/>
                    <a:pt x="92" y="548"/>
                    <a:pt x="92" y="571"/>
                  </a:cubicBezTo>
                  <a:cubicBezTo>
                    <a:pt x="92" y="594"/>
                    <a:pt x="69" y="639"/>
                    <a:pt x="46" y="662"/>
                  </a:cubicBezTo>
                  <a:cubicBezTo>
                    <a:pt x="46" y="685"/>
                    <a:pt x="46" y="685"/>
                    <a:pt x="46" y="685"/>
                  </a:cubicBezTo>
                  <a:cubicBezTo>
                    <a:pt x="46" y="731"/>
                    <a:pt x="23" y="753"/>
                    <a:pt x="23" y="799"/>
                  </a:cubicBezTo>
                  <a:cubicBezTo>
                    <a:pt x="23" y="822"/>
                    <a:pt x="23" y="868"/>
                    <a:pt x="23" y="890"/>
                  </a:cubicBezTo>
                  <a:cubicBezTo>
                    <a:pt x="0" y="1005"/>
                    <a:pt x="23" y="1096"/>
                    <a:pt x="92" y="1187"/>
                  </a:cubicBezTo>
                  <a:cubicBezTo>
                    <a:pt x="114" y="1278"/>
                    <a:pt x="160" y="1370"/>
                    <a:pt x="228" y="1438"/>
                  </a:cubicBezTo>
                  <a:cubicBezTo>
                    <a:pt x="297" y="1507"/>
                    <a:pt x="388" y="1575"/>
                    <a:pt x="480" y="1598"/>
                  </a:cubicBezTo>
                  <a:lnTo>
                    <a:pt x="502" y="1598"/>
                  </a:lnTo>
                  <a:cubicBezTo>
                    <a:pt x="548" y="1621"/>
                    <a:pt x="571" y="1644"/>
                    <a:pt x="594" y="1666"/>
                  </a:cubicBezTo>
                  <a:cubicBezTo>
                    <a:pt x="685" y="1735"/>
                    <a:pt x="776" y="1758"/>
                    <a:pt x="868" y="1758"/>
                  </a:cubicBezTo>
                  <a:cubicBezTo>
                    <a:pt x="902" y="1769"/>
                    <a:pt x="936" y="1775"/>
                    <a:pt x="970" y="1775"/>
                  </a:cubicBezTo>
                  <a:cubicBezTo>
                    <a:pt x="1005" y="1775"/>
                    <a:pt x="1039" y="1769"/>
                    <a:pt x="1073" y="1758"/>
                  </a:cubicBezTo>
                  <a:cubicBezTo>
                    <a:pt x="1142" y="1758"/>
                    <a:pt x="1210" y="1735"/>
                    <a:pt x="1278" y="1712"/>
                  </a:cubicBezTo>
                  <a:cubicBezTo>
                    <a:pt x="1324" y="1689"/>
                    <a:pt x="1393" y="1666"/>
                    <a:pt x="1438" y="1598"/>
                  </a:cubicBezTo>
                  <a:cubicBezTo>
                    <a:pt x="1530" y="1552"/>
                    <a:pt x="1575" y="1484"/>
                    <a:pt x="1621" y="1393"/>
                  </a:cubicBezTo>
                  <a:lnTo>
                    <a:pt x="1644" y="1393"/>
                  </a:lnTo>
                  <a:cubicBezTo>
                    <a:pt x="1666" y="1324"/>
                    <a:pt x="1689" y="1256"/>
                    <a:pt x="1712" y="1187"/>
                  </a:cubicBezTo>
                  <a:cubicBezTo>
                    <a:pt x="1712" y="1187"/>
                    <a:pt x="1735" y="1164"/>
                    <a:pt x="1735" y="1164"/>
                  </a:cubicBezTo>
                  <a:cubicBezTo>
                    <a:pt x="1735" y="1164"/>
                    <a:pt x="1735" y="1141"/>
                    <a:pt x="1735" y="1141"/>
                  </a:cubicBezTo>
                  <a:cubicBezTo>
                    <a:pt x="1735" y="1119"/>
                    <a:pt x="1735" y="1073"/>
                    <a:pt x="1758" y="1027"/>
                  </a:cubicBezTo>
                  <a:cubicBezTo>
                    <a:pt x="1781" y="959"/>
                    <a:pt x="1803" y="868"/>
                    <a:pt x="1803" y="753"/>
                  </a:cubicBezTo>
                  <a:cubicBezTo>
                    <a:pt x="1803" y="662"/>
                    <a:pt x="1781" y="548"/>
                    <a:pt x="1735" y="480"/>
                  </a:cubicBezTo>
                  <a:cubicBezTo>
                    <a:pt x="1712" y="365"/>
                    <a:pt x="1666" y="297"/>
                    <a:pt x="1575" y="228"/>
                  </a:cubicBezTo>
                  <a:cubicBezTo>
                    <a:pt x="1530" y="183"/>
                    <a:pt x="1484" y="137"/>
                    <a:pt x="1438" y="114"/>
                  </a:cubicBezTo>
                  <a:cubicBezTo>
                    <a:pt x="1301" y="46"/>
                    <a:pt x="1187" y="0"/>
                    <a:pt x="10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44;p2"/>
          <p:cNvGrpSpPr/>
          <p:nvPr/>
        </p:nvGrpSpPr>
        <p:grpSpPr>
          <a:xfrm>
            <a:off x="-456106" y="902930"/>
            <a:ext cx="679575" cy="655229"/>
            <a:chOff x="493750" y="169525"/>
            <a:chExt cx="1067675" cy="1029425"/>
          </a:xfrm>
        </p:grpSpPr>
        <p:sp>
          <p:nvSpPr>
            <p:cNvPr id="45" name="Google Shape;45;p2"/>
            <p:cNvSpPr/>
            <p:nvPr/>
          </p:nvSpPr>
          <p:spPr>
            <a:xfrm>
              <a:off x="493750" y="169525"/>
              <a:ext cx="1067675" cy="1029425"/>
            </a:xfrm>
            <a:custGeom>
              <a:avLst/>
              <a:gdLst/>
              <a:ahLst/>
              <a:cxnLst/>
              <a:rect l="l" t="t" r="r" b="b"/>
              <a:pathLst>
                <a:path w="42707" h="41177" extrusionOk="0">
                  <a:moveTo>
                    <a:pt x="18282" y="767"/>
                  </a:moveTo>
                  <a:cubicBezTo>
                    <a:pt x="21189" y="767"/>
                    <a:pt x="24106" y="1361"/>
                    <a:pt x="26843" y="2283"/>
                  </a:cubicBezTo>
                  <a:cubicBezTo>
                    <a:pt x="30952" y="3698"/>
                    <a:pt x="35083" y="5821"/>
                    <a:pt x="37594" y="9496"/>
                  </a:cubicBezTo>
                  <a:cubicBezTo>
                    <a:pt x="38827" y="11322"/>
                    <a:pt x="39694" y="13376"/>
                    <a:pt x="40356" y="15476"/>
                  </a:cubicBezTo>
                  <a:cubicBezTo>
                    <a:pt x="40995" y="17553"/>
                    <a:pt x="41429" y="19699"/>
                    <a:pt x="41520" y="21890"/>
                  </a:cubicBezTo>
                  <a:cubicBezTo>
                    <a:pt x="41703" y="26113"/>
                    <a:pt x="40538" y="30267"/>
                    <a:pt x="37708" y="33462"/>
                  </a:cubicBezTo>
                  <a:cubicBezTo>
                    <a:pt x="35038" y="36475"/>
                    <a:pt x="31363" y="38484"/>
                    <a:pt x="27528" y="39580"/>
                  </a:cubicBezTo>
                  <a:cubicBezTo>
                    <a:pt x="25636" y="40113"/>
                    <a:pt x="23699" y="40394"/>
                    <a:pt x="21768" y="40394"/>
                  </a:cubicBezTo>
                  <a:cubicBezTo>
                    <a:pt x="19322" y="40394"/>
                    <a:pt x="16885" y="39943"/>
                    <a:pt x="14563" y="38986"/>
                  </a:cubicBezTo>
                  <a:cubicBezTo>
                    <a:pt x="10706" y="37388"/>
                    <a:pt x="7419" y="34558"/>
                    <a:pt x="5182" y="31043"/>
                  </a:cubicBezTo>
                  <a:cubicBezTo>
                    <a:pt x="822" y="24150"/>
                    <a:pt x="229" y="14700"/>
                    <a:pt x="4611" y="7693"/>
                  </a:cubicBezTo>
                  <a:cubicBezTo>
                    <a:pt x="5159" y="6825"/>
                    <a:pt x="5776" y="6004"/>
                    <a:pt x="6460" y="5250"/>
                  </a:cubicBezTo>
                  <a:cubicBezTo>
                    <a:pt x="6483" y="5228"/>
                    <a:pt x="6483" y="5228"/>
                    <a:pt x="6506" y="5205"/>
                  </a:cubicBezTo>
                  <a:cubicBezTo>
                    <a:pt x="8423" y="3356"/>
                    <a:pt x="10866" y="2078"/>
                    <a:pt x="13445" y="1370"/>
                  </a:cubicBezTo>
                  <a:cubicBezTo>
                    <a:pt x="15033" y="953"/>
                    <a:pt x="16656" y="767"/>
                    <a:pt x="18282" y="767"/>
                  </a:cubicBezTo>
                  <a:close/>
                  <a:moveTo>
                    <a:pt x="18302" y="1"/>
                  </a:moveTo>
                  <a:cubicBezTo>
                    <a:pt x="17565" y="1"/>
                    <a:pt x="16828" y="38"/>
                    <a:pt x="16093" y="115"/>
                  </a:cubicBezTo>
                  <a:cubicBezTo>
                    <a:pt x="12075" y="548"/>
                    <a:pt x="8149" y="2260"/>
                    <a:pt x="5388" y="5250"/>
                  </a:cubicBezTo>
                  <a:cubicBezTo>
                    <a:pt x="4703" y="5958"/>
                    <a:pt x="4132" y="6757"/>
                    <a:pt x="3630" y="7601"/>
                  </a:cubicBezTo>
                  <a:cubicBezTo>
                    <a:pt x="3561" y="7716"/>
                    <a:pt x="3561" y="7830"/>
                    <a:pt x="3607" y="7921"/>
                  </a:cubicBezTo>
                  <a:cubicBezTo>
                    <a:pt x="1" y="14198"/>
                    <a:pt x="69" y="22301"/>
                    <a:pt x="3105" y="28829"/>
                  </a:cubicBezTo>
                  <a:cubicBezTo>
                    <a:pt x="4931" y="32732"/>
                    <a:pt x="7830" y="36087"/>
                    <a:pt x="11528" y="38301"/>
                  </a:cubicBezTo>
                  <a:cubicBezTo>
                    <a:pt x="14666" y="40177"/>
                    <a:pt x="18228" y="41176"/>
                    <a:pt x="21844" y="41176"/>
                  </a:cubicBezTo>
                  <a:cubicBezTo>
                    <a:pt x="22672" y="41176"/>
                    <a:pt x="23503" y="41124"/>
                    <a:pt x="24333" y="41018"/>
                  </a:cubicBezTo>
                  <a:cubicBezTo>
                    <a:pt x="28646" y="40447"/>
                    <a:pt x="32915" y="38689"/>
                    <a:pt x="36270" y="35905"/>
                  </a:cubicBezTo>
                  <a:cubicBezTo>
                    <a:pt x="39580" y="33166"/>
                    <a:pt x="41657" y="29400"/>
                    <a:pt x="42159" y="25131"/>
                  </a:cubicBezTo>
                  <a:cubicBezTo>
                    <a:pt x="42707" y="20635"/>
                    <a:pt x="41657" y="15910"/>
                    <a:pt x="39762" y="11824"/>
                  </a:cubicBezTo>
                  <a:cubicBezTo>
                    <a:pt x="38804" y="9747"/>
                    <a:pt x="37526" y="7853"/>
                    <a:pt x="35814" y="6323"/>
                  </a:cubicBezTo>
                  <a:cubicBezTo>
                    <a:pt x="34147" y="4817"/>
                    <a:pt x="32162" y="3675"/>
                    <a:pt x="30130" y="2762"/>
                  </a:cubicBezTo>
                  <a:cubicBezTo>
                    <a:pt x="26420" y="1120"/>
                    <a:pt x="22366" y="1"/>
                    <a:pt x="183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74225" y="244725"/>
              <a:ext cx="900475" cy="847975"/>
            </a:xfrm>
            <a:custGeom>
              <a:avLst/>
              <a:gdLst/>
              <a:ahLst/>
              <a:cxnLst/>
              <a:rect l="l" t="t" r="r" b="b"/>
              <a:pathLst>
                <a:path w="36019" h="33919" extrusionOk="0">
                  <a:moveTo>
                    <a:pt x="15710" y="733"/>
                  </a:moveTo>
                  <a:cubicBezTo>
                    <a:pt x="18293" y="733"/>
                    <a:pt x="20906" y="1153"/>
                    <a:pt x="23328" y="1923"/>
                  </a:cubicBezTo>
                  <a:cubicBezTo>
                    <a:pt x="26546" y="2927"/>
                    <a:pt x="29536" y="4708"/>
                    <a:pt x="31659" y="7355"/>
                  </a:cubicBezTo>
                  <a:cubicBezTo>
                    <a:pt x="33873" y="10140"/>
                    <a:pt x="34991" y="13746"/>
                    <a:pt x="34946" y="17284"/>
                  </a:cubicBezTo>
                  <a:cubicBezTo>
                    <a:pt x="34832" y="23926"/>
                    <a:pt x="30677" y="30158"/>
                    <a:pt x="24309" y="32280"/>
                  </a:cubicBezTo>
                  <a:cubicBezTo>
                    <a:pt x="22588" y="32870"/>
                    <a:pt x="20779" y="33162"/>
                    <a:pt x="18967" y="33162"/>
                  </a:cubicBezTo>
                  <a:cubicBezTo>
                    <a:pt x="17343" y="33162"/>
                    <a:pt x="15717" y="32927"/>
                    <a:pt x="14152" y="32463"/>
                  </a:cubicBezTo>
                  <a:cubicBezTo>
                    <a:pt x="11048" y="31527"/>
                    <a:pt x="8263" y="29610"/>
                    <a:pt x="6140" y="27168"/>
                  </a:cubicBezTo>
                  <a:cubicBezTo>
                    <a:pt x="1461" y="21758"/>
                    <a:pt x="502" y="14066"/>
                    <a:pt x="3127" y="7492"/>
                  </a:cubicBezTo>
                  <a:cubicBezTo>
                    <a:pt x="3401" y="6807"/>
                    <a:pt x="3721" y="6146"/>
                    <a:pt x="4063" y="5506"/>
                  </a:cubicBezTo>
                  <a:cubicBezTo>
                    <a:pt x="6072" y="2882"/>
                    <a:pt x="9244" y="1444"/>
                    <a:pt x="12463" y="964"/>
                  </a:cubicBezTo>
                  <a:cubicBezTo>
                    <a:pt x="13529" y="808"/>
                    <a:pt x="14617" y="733"/>
                    <a:pt x="15710" y="733"/>
                  </a:cubicBezTo>
                  <a:close/>
                  <a:moveTo>
                    <a:pt x="15635" y="0"/>
                  </a:moveTo>
                  <a:cubicBezTo>
                    <a:pt x="15453" y="0"/>
                    <a:pt x="15270" y="2"/>
                    <a:pt x="15088" y="6"/>
                  </a:cubicBezTo>
                  <a:cubicBezTo>
                    <a:pt x="11276" y="74"/>
                    <a:pt x="7373" y="1101"/>
                    <a:pt x="4565" y="3795"/>
                  </a:cubicBezTo>
                  <a:cubicBezTo>
                    <a:pt x="4360" y="4000"/>
                    <a:pt x="4154" y="4205"/>
                    <a:pt x="3972" y="4411"/>
                  </a:cubicBezTo>
                  <a:cubicBezTo>
                    <a:pt x="3858" y="4434"/>
                    <a:pt x="3766" y="4479"/>
                    <a:pt x="3698" y="4593"/>
                  </a:cubicBezTo>
                  <a:cubicBezTo>
                    <a:pt x="3607" y="4753"/>
                    <a:pt x="3515" y="4913"/>
                    <a:pt x="3424" y="5073"/>
                  </a:cubicBezTo>
                  <a:cubicBezTo>
                    <a:pt x="3241" y="5324"/>
                    <a:pt x="3082" y="5552"/>
                    <a:pt x="2922" y="5803"/>
                  </a:cubicBezTo>
                  <a:cubicBezTo>
                    <a:pt x="2853" y="5917"/>
                    <a:pt x="2853" y="6054"/>
                    <a:pt x="2899" y="6146"/>
                  </a:cubicBezTo>
                  <a:cubicBezTo>
                    <a:pt x="0" y="12422"/>
                    <a:pt x="228" y="20023"/>
                    <a:pt x="4154" y="25821"/>
                  </a:cubicBezTo>
                  <a:cubicBezTo>
                    <a:pt x="6049" y="28628"/>
                    <a:pt x="8674" y="30957"/>
                    <a:pt x="11755" y="32372"/>
                  </a:cubicBezTo>
                  <a:cubicBezTo>
                    <a:pt x="14029" y="33405"/>
                    <a:pt x="16491" y="33918"/>
                    <a:pt x="18964" y="33918"/>
                  </a:cubicBezTo>
                  <a:cubicBezTo>
                    <a:pt x="20041" y="33918"/>
                    <a:pt x="21120" y="33821"/>
                    <a:pt x="22186" y="33627"/>
                  </a:cubicBezTo>
                  <a:cubicBezTo>
                    <a:pt x="25656" y="32988"/>
                    <a:pt x="28920" y="31253"/>
                    <a:pt x="31271" y="28628"/>
                  </a:cubicBezTo>
                  <a:cubicBezTo>
                    <a:pt x="33553" y="26095"/>
                    <a:pt x="35037" y="22854"/>
                    <a:pt x="35516" y="19498"/>
                  </a:cubicBezTo>
                  <a:cubicBezTo>
                    <a:pt x="36018" y="15960"/>
                    <a:pt x="35425" y="12331"/>
                    <a:pt x="33736" y="9158"/>
                  </a:cubicBezTo>
                  <a:cubicBezTo>
                    <a:pt x="32024" y="5940"/>
                    <a:pt x="29171" y="3521"/>
                    <a:pt x="25838" y="2060"/>
                  </a:cubicBezTo>
                  <a:cubicBezTo>
                    <a:pt x="22650" y="628"/>
                    <a:pt x="19131" y="0"/>
                    <a:pt x="156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732850" y="343575"/>
              <a:ext cx="575225" cy="578625"/>
            </a:xfrm>
            <a:custGeom>
              <a:avLst/>
              <a:gdLst/>
              <a:ahLst/>
              <a:cxnLst/>
              <a:rect l="l" t="t" r="r" b="b"/>
              <a:pathLst>
                <a:path w="23009" h="23145" extrusionOk="0">
                  <a:moveTo>
                    <a:pt x="8298" y="783"/>
                  </a:moveTo>
                  <a:cubicBezTo>
                    <a:pt x="9182" y="783"/>
                    <a:pt x="10067" y="880"/>
                    <a:pt x="10888" y="1005"/>
                  </a:cubicBezTo>
                  <a:cubicBezTo>
                    <a:pt x="15453" y="1735"/>
                    <a:pt x="19813" y="4406"/>
                    <a:pt x="21388" y="8925"/>
                  </a:cubicBezTo>
                  <a:cubicBezTo>
                    <a:pt x="22141" y="11025"/>
                    <a:pt x="22164" y="13307"/>
                    <a:pt x="21365" y="15385"/>
                  </a:cubicBezTo>
                  <a:cubicBezTo>
                    <a:pt x="20475" y="17621"/>
                    <a:pt x="18763" y="19539"/>
                    <a:pt x="16731" y="20794"/>
                  </a:cubicBezTo>
                  <a:cubicBezTo>
                    <a:pt x="15082" y="21813"/>
                    <a:pt x="13192" y="22396"/>
                    <a:pt x="11281" y="22396"/>
                  </a:cubicBezTo>
                  <a:cubicBezTo>
                    <a:pt x="10838" y="22396"/>
                    <a:pt x="10395" y="22365"/>
                    <a:pt x="9952" y="22301"/>
                  </a:cubicBezTo>
                  <a:cubicBezTo>
                    <a:pt x="7601" y="21958"/>
                    <a:pt x="5570" y="20726"/>
                    <a:pt x="4109" y="18900"/>
                  </a:cubicBezTo>
                  <a:cubicBezTo>
                    <a:pt x="2534" y="16891"/>
                    <a:pt x="1598" y="14335"/>
                    <a:pt x="1279" y="11824"/>
                  </a:cubicBezTo>
                  <a:cubicBezTo>
                    <a:pt x="936" y="9130"/>
                    <a:pt x="1302" y="6346"/>
                    <a:pt x="2603" y="3926"/>
                  </a:cubicBezTo>
                  <a:cubicBezTo>
                    <a:pt x="2648" y="3835"/>
                    <a:pt x="2648" y="3721"/>
                    <a:pt x="2625" y="3630"/>
                  </a:cubicBezTo>
                  <a:cubicBezTo>
                    <a:pt x="2991" y="3036"/>
                    <a:pt x="3447" y="2488"/>
                    <a:pt x="3995" y="2055"/>
                  </a:cubicBezTo>
                  <a:cubicBezTo>
                    <a:pt x="5201" y="1081"/>
                    <a:pt x="6749" y="783"/>
                    <a:pt x="8298" y="783"/>
                  </a:cubicBezTo>
                  <a:close/>
                  <a:moveTo>
                    <a:pt x="8338" y="0"/>
                  </a:moveTo>
                  <a:cubicBezTo>
                    <a:pt x="6771" y="0"/>
                    <a:pt x="5228" y="296"/>
                    <a:pt x="3972" y="1142"/>
                  </a:cubicBezTo>
                  <a:cubicBezTo>
                    <a:pt x="1849" y="2557"/>
                    <a:pt x="845" y="5090"/>
                    <a:pt x="548" y="7533"/>
                  </a:cubicBezTo>
                  <a:cubicBezTo>
                    <a:pt x="548" y="7601"/>
                    <a:pt x="548" y="7647"/>
                    <a:pt x="571" y="7692"/>
                  </a:cubicBezTo>
                  <a:cubicBezTo>
                    <a:pt x="1" y="11322"/>
                    <a:pt x="822" y="15225"/>
                    <a:pt x="2762" y="18283"/>
                  </a:cubicBezTo>
                  <a:cubicBezTo>
                    <a:pt x="4041" y="20315"/>
                    <a:pt x="5889" y="21935"/>
                    <a:pt x="8195" y="22666"/>
                  </a:cubicBezTo>
                  <a:cubicBezTo>
                    <a:pt x="9203" y="22990"/>
                    <a:pt x="10245" y="23145"/>
                    <a:pt x="11285" y="23145"/>
                  </a:cubicBezTo>
                  <a:cubicBezTo>
                    <a:pt x="12810" y="23145"/>
                    <a:pt x="14329" y="22811"/>
                    <a:pt x="15727" y="22186"/>
                  </a:cubicBezTo>
                  <a:cubicBezTo>
                    <a:pt x="18078" y="21137"/>
                    <a:pt x="20087" y="19310"/>
                    <a:pt x="21365" y="17096"/>
                  </a:cubicBezTo>
                  <a:cubicBezTo>
                    <a:pt x="22598" y="14974"/>
                    <a:pt x="23008" y="12531"/>
                    <a:pt x="22506" y="10135"/>
                  </a:cubicBezTo>
                  <a:cubicBezTo>
                    <a:pt x="21502" y="5113"/>
                    <a:pt x="17188" y="1689"/>
                    <a:pt x="12395" y="525"/>
                  </a:cubicBezTo>
                  <a:cubicBezTo>
                    <a:pt x="11148" y="235"/>
                    <a:pt x="9733" y="0"/>
                    <a:pt x="83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880650" y="510075"/>
              <a:ext cx="292175" cy="273000"/>
            </a:xfrm>
            <a:custGeom>
              <a:avLst/>
              <a:gdLst/>
              <a:ahLst/>
              <a:cxnLst/>
              <a:rect l="l" t="t" r="r" b="b"/>
              <a:pathLst>
                <a:path w="11687" h="10920" extrusionOk="0">
                  <a:moveTo>
                    <a:pt x="4317" y="761"/>
                  </a:moveTo>
                  <a:cubicBezTo>
                    <a:pt x="4961" y="761"/>
                    <a:pt x="5585" y="846"/>
                    <a:pt x="6072" y="964"/>
                  </a:cubicBezTo>
                  <a:cubicBezTo>
                    <a:pt x="8035" y="1443"/>
                    <a:pt x="10021" y="2767"/>
                    <a:pt x="10546" y="4821"/>
                  </a:cubicBezTo>
                  <a:cubicBezTo>
                    <a:pt x="11071" y="6876"/>
                    <a:pt x="9450" y="8588"/>
                    <a:pt x="7784" y="9478"/>
                  </a:cubicBezTo>
                  <a:cubicBezTo>
                    <a:pt x="6975" y="9918"/>
                    <a:pt x="6084" y="10170"/>
                    <a:pt x="5215" y="10170"/>
                  </a:cubicBezTo>
                  <a:cubicBezTo>
                    <a:pt x="4146" y="10170"/>
                    <a:pt x="3111" y="9788"/>
                    <a:pt x="2306" y="8907"/>
                  </a:cubicBezTo>
                  <a:cubicBezTo>
                    <a:pt x="617" y="7035"/>
                    <a:pt x="776" y="4365"/>
                    <a:pt x="1256" y="2060"/>
                  </a:cubicBezTo>
                  <a:cubicBezTo>
                    <a:pt x="1795" y="1071"/>
                    <a:pt x="3090" y="761"/>
                    <a:pt x="4317" y="761"/>
                  </a:cubicBezTo>
                  <a:close/>
                  <a:moveTo>
                    <a:pt x="4342" y="0"/>
                  </a:moveTo>
                  <a:cubicBezTo>
                    <a:pt x="3023" y="0"/>
                    <a:pt x="1677" y="327"/>
                    <a:pt x="890" y="1238"/>
                  </a:cubicBezTo>
                  <a:cubicBezTo>
                    <a:pt x="754" y="1238"/>
                    <a:pt x="617" y="1329"/>
                    <a:pt x="594" y="1512"/>
                  </a:cubicBezTo>
                  <a:cubicBezTo>
                    <a:pt x="571" y="1603"/>
                    <a:pt x="548" y="1694"/>
                    <a:pt x="525" y="1786"/>
                  </a:cubicBezTo>
                  <a:cubicBezTo>
                    <a:pt x="457" y="1945"/>
                    <a:pt x="388" y="2105"/>
                    <a:pt x="343" y="2288"/>
                  </a:cubicBezTo>
                  <a:cubicBezTo>
                    <a:pt x="297" y="2402"/>
                    <a:pt x="320" y="2516"/>
                    <a:pt x="388" y="2585"/>
                  </a:cubicBezTo>
                  <a:cubicBezTo>
                    <a:pt x="0" y="4821"/>
                    <a:pt x="46" y="7195"/>
                    <a:pt x="1484" y="9090"/>
                  </a:cubicBezTo>
                  <a:cubicBezTo>
                    <a:pt x="2442" y="10342"/>
                    <a:pt x="3818" y="10919"/>
                    <a:pt x="5257" y="10919"/>
                  </a:cubicBezTo>
                  <a:cubicBezTo>
                    <a:pt x="6047" y="10919"/>
                    <a:pt x="6855" y="10745"/>
                    <a:pt x="7624" y="10414"/>
                  </a:cubicBezTo>
                  <a:cubicBezTo>
                    <a:pt x="9678" y="9501"/>
                    <a:pt x="11687" y="7538"/>
                    <a:pt x="11367" y="5118"/>
                  </a:cubicBezTo>
                  <a:cubicBezTo>
                    <a:pt x="11071" y="2744"/>
                    <a:pt x="8925" y="1010"/>
                    <a:pt x="6734" y="348"/>
                  </a:cubicBezTo>
                  <a:cubicBezTo>
                    <a:pt x="6057" y="140"/>
                    <a:pt x="5205" y="0"/>
                    <a:pt x="43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022725" y="649425"/>
              <a:ext cx="600" cy="600"/>
            </a:xfrm>
            <a:custGeom>
              <a:avLst/>
              <a:gdLst/>
              <a:ahLst/>
              <a:cxnLst/>
              <a:rect l="l" t="t" r="r" b="b"/>
              <a:pathLst>
                <a:path w="24" h="24" extrusionOk="0">
                  <a:moveTo>
                    <a:pt x="24" y="1"/>
                  </a:moveTo>
                  <a:lnTo>
                    <a:pt x="24" y="1"/>
                  </a:lnTo>
                  <a:cubicBezTo>
                    <a:pt x="1" y="23"/>
                    <a:pt x="1" y="23"/>
                    <a:pt x="1" y="23"/>
                  </a:cubicBezTo>
                  <a:cubicBezTo>
                    <a:pt x="24" y="23"/>
                    <a:pt x="24" y="23"/>
                    <a:pt x="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025575" y="638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63950" y="606625"/>
              <a:ext cx="82775" cy="69900"/>
            </a:xfrm>
            <a:custGeom>
              <a:avLst/>
              <a:gdLst/>
              <a:ahLst/>
              <a:cxnLst/>
              <a:rect l="l" t="t" r="r" b="b"/>
              <a:pathLst>
                <a:path w="3311" h="2796" extrusionOk="0">
                  <a:moveTo>
                    <a:pt x="1644" y="754"/>
                  </a:moveTo>
                  <a:cubicBezTo>
                    <a:pt x="1667" y="777"/>
                    <a:pt x="1713" y="777"/>
                    <a:pt x="1736" y="777"/>
                  </a:cubicBezTo>
                  <a:cubicBezTo>
                    <a:pt x="1781" y="800"/>
                    <a:pt x="1850" y="822"/>
                    <a:pt x="1918" y="845"/>
                  </a:cubicBezTo>
                  <a:cubicBezTo>
                    <a:pt x="1964" y="868"/>
                    <a:pt x="1987" y="891"/>
                    <a:pt x="2032" y="891"/>
                  </a:cubicBezTo>
                  <a:cubicBezTo>
                    <a:pt x="2078" y="914"/>
                    <a:pt x="2101" y="937"/>
                    <a:pt x="2146" y="982"/>
                  </a:cubicBezTo>
                  <a:cubicBezTo>
                    <a:pt x="2192" y="1005"/>
                    <a:pt x="2260" y="1028"/>
                    <a:pt x="2306" y="1074"/>
                  </a:cubicBezTo>
                  <a:cubicBezTo>
                    <a:pt x="2329" y="1096"/>
                    <a:pt x="2352" y="1119"/>
                    <a:pt x="2397" y="1142"/>
                  </a:cubicBezTo>
                  <a:cubicBezTo>
                    <a:pt x="2420" y="1165"/>
                    <a:pt x="2443" y="1188"/>
                    <a:pt x="2443" y="1211"/>
                  </a:cubicBezTo>
                  <a:cubicBezTo>
                    <a:pt x="2466" y="1211"/>
                    <a:pt x="2466" y="1233"/>
                    <a:pt x="2466" y="1233"/>
                  </a:cubicBezTo>
                  <a:cubicBezTo>
                    <a:pt x="2466" y="1242"/>
                    <a:pt x="2469" y="1250"/>
                    <a:pt x="2473" y="1257"/>
                  </a:cubicBezTo>
                  <a:lnTo>
                    <a:pt x="2473" y="1257"/>
                  </a:lnTo>
                  <a:cubicBezTo>
                    <a:pt x="2471" y="1256"/>
                    <a:pt x="2468" y="1256"/>
                    <a:pt x="2466" y="1256"/>
                  </a:cubicBezTo>
                  <a:cubicBezTo>
                    <a:pt x="2489" y="1279"/>
                    <a:pt x="2489" y="1279"/>
                    <a:pt x="2489" y="1302"/>
                  </a:cubicBezTo>
                  <a:cubicBezTo>
                    <a:pt x="2489" y="1325"/>
                    <a:pt x="2512" y="1325"/>
                    <a:pt x="2512" y="1347"/>
                  </a:cubicBezTo>
                  <a:cubicBezTo>
                    <a:pt x="2512" y="1370"/>
                    <a:pt x="2512" y="1393"/>
                    <a:pt x="2512" y="1393"/>
                  </a:cubicBezTo>
                  <a:cubicBezTo>
                    <a:pt x="2512" y="1416"/>
                    <a:pt x="2512" y="1416"/>
                    <a:pt x="2512" y="1439"/>
                  </a:cubicBezTo>
                  <a:cubicBezTo>
                    <a:pt x="2512" y="1484"/>
                    <a:pt x="2489" y="1507"/>
                    <a:pt x="2489" y="1530"/>
                  </a:cubicBezTo>
                  <a:cubicBezTo>
                    <a:pt x="2480" y="1539"/>
                    <a:pt x="2471" y="1555"/>
                    <a:pt x="2466" y="1567"/>
                  </a:cubicBezTo>
                  <a:lnTo>
                    <a:pt x="2466" y="1567"/>
                  </a:lnTo>
                  <a:cubicBezTo>
                    <a:pt x="2460" y="1576"/>
                    <a:pt x="2455" y="1587"/>
                    <a:pt x="2443" y="1599"/>
                  </a:cubicBezTo>
                  <a:cubicBezTo>
                    <a:pt x="2420" y="1644"/>
                    <a:pt x="2397" y="1667"/>
                    <a:pt x="2375" y="1713"/>
                  </a:cubicBezTo>
                  <a:cubicBezTo>
                    <a:pt x="2375" y="1735"/>
                    <a:pt x="2352" y="1735"/>
                    <a:pt x="2352" y="1735"/>
                  </a:cubicBezTo>
                  <a:cubicBezTo>
                    <a:pt x="2352" y="1758"/>
                    <a:pt x="2329" y="1758"/>
                    <a:pt x="2329" y="1781"/>
                  </a:cubicBezTo>
                  <a:cubicBezTo>
                    <a:pt x="2306" y="1804"/>
                    <a:pt x="2260" y="1827"/>
                    <a:pt x="2238" y="1850"/>
                  </a:cubicBezTo>
                  <a:cubicBezTo>
                    <a:pt x="2238" y="1872"/>
                    <a:pt x="2192" y="1895"/>
                    <a:pt x="2169" y="1895"/>
                  </a:cubicBezTo>
                  <a:cubicBezTo>
                    <a:pt x="2124" y="1918"/>
                    <a:pt x="2101" y="1941"/>
                    <a:pt x="2055" y="1964"/>
                  </a:cubicBezTo>
                  <a:cubicBezTo>
                    <a:pt x="2009" y="1987"/>
                    <a:pt x="1964" y="1987"/>
                    <a:pt x="1941" y="2009"/>
                  </a:cubicBezTo>
                  <a:cubicBezTo>
                    <a:pt x="1895" y="2009"/>
                    <a:pt x="1850" y="2032"/>
                    <a:pt x="1804" y="2032"/>
                  </a:cubicBezTo>
                  <a:lnTo>
                    <a:pt x="1530" y="2032"/>
                  </a:lnTo>
                  <a:cubicBezTo>
                    <a:pt x="1507" y="2032"/>
                    <a:pt x="1484" y="2032"/>
                    <a:pt x="1462" y="2009"/>
                  </a:cubicBezTo>
                  <a:cubicBezTo>
                    <a:pt x="1416" y="2009"/>
                    <a:pt x="1370" y="1987"/>
                    <a:pt x="1325" y="1987"/>
                  </a:cubicBezTo>
                  <a:cubicBezTo>
                    <a:pt x="1325" y="1987"/>
                    <a:pt x="1302" y="1964"/>
                    <a:pt x="1279" y="1964"/>
                  </a:cubicBezTo>
                  <a:cubicBezTo>
                    <a:pt x="1279" y="1964"/>
                    <a:pt x="1256" y="1964"/>
                    <a:pt x="1256" y="1941"/>
                  </a:cubicBezTo>
                  <a:cubicBezTo>
                    <a:pt x="1211" y="1918"/>
                    <a:pt x="1165" y="1895"/>
                    <a:pt x="1119" y="1872"/>
                  </a:cubicBezTo>
                  <a:cubicBezTo>
                    <a:pt x="1096" y="1850"/>
                    <a:pt x="1074" y="1827"/>
                    <a:pt x="1051" y="1804"/>
                  </a:cubicBezTo>
                  <a:cubicBezTo>
                    <a:pt x="1051" y="1804"/>
                    <a:pt x="1028" y="1781"/>
                    <a:pt x="1005" y="1758"/>
                  </a:cubicBezTo>
                  <a:cubicBezTo>
                    <a:pt x="1005" y="1758"/>
                    <a:pt x="1005" y="1735"/>
                    <a:pt x="1005" y="1735"/>
                  </a:cubicBezTo>
                  <a:cubicBezTo>
                    <a:pt x="982" y="1690"/>
                    <a:pt x="959" y="1644"/>
                    <a:pt x="914" y="1599"/>
                  </a:cubicBezTo>
                  <a:cubicBezTo>
                    <a:pt x="914" y="1576"/>
                    <a:pt x="914" y="1530"/>
                    <a:pt x="891" y="1507"/>
                  </a:cubicBezTo>
                  <a:cubicBezTo>
                    <a:pt x="891" y="1484"/>
                    <a:pt x="891" y="1462"/>
                    <a:pt x="868" y="1439"/>
                  </a:cubicBezTo>
                  <a:cubicBezTo>
                    <a:pt x="868" y="1439"/>
                    <a:pt x="868" y="1439"/>
                    <a:pt x="868" y="1416"/>
                  </a:cubicBezTo>
                  <a:cubicBezTo>
                    <a:pt x="868" y="1370"/>
                    <a:pt x="868" y="1325"/>
                    <a:pt x="868" y="1279"/>
                  </a:cubicBezTo>
                  <a:cubicBezTo>
                    <a:pt x="868" y="1279"/>
                    <a:pt x="868" y="1256"/>
                    <a:pt x="868" y="1256"/>
                  </a:cubicBezTo>
                  <a:cubicBezTo>
                    <a:pt x="868" y="1233"/>
                    <a:pt x="891" y="1188"/>
                    <a:pt x="891" y="1188"/>
                  </a:cubicBezTo>
                  <a:cubicBezTo>
                    <a:pt x="891" y="1165"/>
                    <a:pt x="891" y="1165"/>
                    <a:pt x="891" y="1165"/>
                  </a:cubicBezTo>
                  <a:cubicBezTo>
                    <a:pt x="982" y="1142"/>
                    <a:pt x="1074" y="1074"/>
                    <a:pt x="1119" y="982"/>
                  </a:cubicBezTo>
                  <a:cubicBezTo>
                    <a:pt x="1119" y="959"/>
                    <a:pt x="1142" y="937"/>
                    <a:pt x="1142" y="914"/>
                  </a:cubicBezTo>
                  <a:cubicBezTo>
                    <a:pt x="1165" y="891"/>
                    <a:pt x="1188" y="891"/>
                    <a:pt x="1188" y="868"/>
                  </a:cubicBezTo>
                  <a:cubicBezTo>
                    <a:pt x="1188" y="868"/>
                    <a:pt x="1233" y="845"/>
                    <a:pt x="1233" y="845"/>
                  </a:cubicBezTo>
                  <a:cubicBezTo>
                    <a:pt x="1256" y="822"/>
                    <a:pt x="1256" y="822"/>
                    <a:pt x="1256" y="822"/>
                  </a:cubicBezTo>
                  <a:cubicBezTo>
                    <a:pt x="1279" y="822"/>
                    <a:pt x="1302" y="800"/>
                    <a:pt x="1325" y="800"/>
                  </a:cubicBezTo>
                  <a:cubicBezTo>
                    <a:pt x="1347" y="777"/>
                    <a:pt x="1393" y="777"/>
                    <a:pt x="1416" y="754"/>
                  </a:cubicBezTo>
                  <a:close/>
                  <a:moveTo>
                    <a:pt x="1520" y="1"/>
                  </a:moveTo>
                  <a:cubicBezTo>
                    <a:pt x="1433" y="1"/>
                    <a:pt x="1345" y="8"/>
                    <a:pt x="1256" y="24"/>
                  </a:cubicBezTo>
                  <a:cubicBezTo>
                    <a:pt x="1005" y="69"/>
                    <a:pt x="754" y="206"/>
                    <a:pt x="594" y="412"/>
                  </a:cubicBezTo>
                  <a:cubicBezTo>
                    <a:pt x="503" y="434"/>
                    <a:pt x="412" y="480"/>
                    <a:pt x="343" y="571"/>
                  </a:cubicBezTo>
                  <a:cubicBezTo>
                    <a:pt x="1" y="1028"/>
                    <a:pt x="46" y="1713"/>
                    <a:pt x="366" y="2169"/>
                  </a:cubicBezTo>
                  <a:cubicBezTo>
                    <a:pt x="680" y="2595"/>
                    <a:pt x="1175" y="2795"/>
                    <a:pt x="1679" y="2795"/>
                  </a:cubicBezTo>
                  <a:cubicBezTo>
                    <a:pt x="1797" y="2795"/>
                    <a:pt x="1915" y="2784"/>
                    <a:pt x="2032" y="2763"/>
                  </a:cubicBezTo>
                  <a:cubicBezTo>
                    <a:pt x="2580" y="2648"/>
                    <a:pt x="3082" y="2238"/>
                    <a:pt x="3242" y="1667"/>
                  </a:cubicBezTo>
                  <a:cubicBezTo>
                    <a:pt x="3310" y="1393"/>
                    <a:pt x="3265" y="1074"/>
                    <a:pt x="3105" y="822"/>
                  </a:cubicBezTo>
                  <a:cubicBezTo>
                    <a:pt x="2922" y="549"/>
                    <a:pt x="2626" y="343"/>
                    <a:pt x="2352" y="206"/>
                  </a:cubicBezTo>
                  <a:cubicBezTo>
                    <a:pt x="2088" y="83"/>
                    <a:pt x="1811" y="1"/>
                    <a:pt x="15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8667925" y="4654500"/>
            <a:ext cx="446250" cy="453375"/>
            <a:chOff x="4350100" y="1147775"/>
            <a:chExt cx="446250" cy="453375"/>
          </a:xfrm>
        </p:grpSpPr>
        <p:sp>
          <p:nvSpPr>
            <p:cNvPr id="53" name="Google Shape;53;p2"/>
            <p:cNvSpPr/>
            <p:nvPr/>
          </p:nvSpPr>
          <p:spPr>
            <a:xfrm>
              <a:off x="4587475" y="1395350"/>
              <a:ext cx="208875" cy="205800"/>
            </a:xfrm>
            <a:custGeom>
              <a:avLst/>
              <a:gdLst/>
              <a:ahLst/>
              <a:cxnLst/>
              <a:rect l="l" t="t" r="r" b="b"/>
              <a:pathLst>
                <a:path w="8355" h="8232" extrusionOk="0">
                  <a:moveTo>
                    <a:pt x="4104" y="0"/>
                  </a:moveTo>
                  <a:cubicBezTo>
                    <a:pt x="2167" y="0"/>
                    <a:pt x="643" y="1771"/>
                    <a:pt x="320" y="3603"/>
                  </a:cubicBezTo>
                  <a:cubicBezTo>
                    <a:pt x="0" y="5543"/>
                    <a:pt x="1119" y="7483"/>
                    <a:pt x="3036" y="8076"/>
                  </a:cubicBezTo>
                  <a:cubicBezTo>
                    <a:pt x="3393" y="8180"/>
                    <a:pt x="3759" y="8231"/>
                    <a:pt x="4124" y="8231"/>
                  </a:cubicBezTo>
                  <a:cubicBezTo>
                    <a:pt x="4880" y="8231"/>
                    <a:pt x="5631" y="8013"/>
                    <a:pt x="6277" y="7597"/>
                  </a:cubicBezTo>
                  <a:cubicBezTo>
                    <a:pt x="6574" y="7414"/>
                    <a:pt x="6848" y="7163"/>
                    <a:pt x="7099" y="6890"/>
                  </a:cubicBezTo>
                  <a:cubicBezTo>
                    <a:pt x="7852" y="6296"/>
                    <a:pt x="8355" y="5383"/>
                    <a:pt x="8332" y="4402"/>
                  </a:cubicBezTo>
                  <a:cubicBezTo>
                    <a:pt x="8309" y="3352"/>
                    <a:pt x="7715" y="2210"/>
                    <a:pt x="7031" y="1411"/>
                  </a:cubicBezTo>
                  <a:cubicBezTo>
                    <a:pt x="6369" y="658"/>
                    <a:pt x="5456" y="110"/>
                    <a:pt x="4451" y="19"/>
                  </a:cubicBezTo>
                  <a:cubicBezTo>
                    <a:pt x="4334" y="6"/>
                    <a:pt x="4218" y="0"/>
                    <a:pt x="4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350100" y="1473750"/>
              <a:ext cx="95875" cy="93525"/>
            </a:xfrm>
            <a:custGeom>
              <a:avLst/>
              <a:gdLst/>
              <a:ahLst/>
              <a:cxnLst/>
              <a:rect l="l" t="t" r="r" b="b"/>
              <a:pathLst>
                <a:path w="3835" h="3741" extrusionOk="0">
                  <a:moveTo>
                    <a:pt x="1554" y="1"/>
                  </a:moveTo>
                  <a:cubicBezTo>
                    <a:pt x="1238" y="1"/>
                    <a:pt x="928" y="93"/>
                    <a:pt x="662" y="307"/>
                  </a:cubicBezTo>
                  <a:cubicBezTo>
                    <a:pt x="23" y="832"/>
                    <a:pt x="0" y="1927"/>
                    <a:pt x="274" y="2658"/>
                  </a:cubicBezTo>
                  <a:cubicBezTo>
                    <a:pt x="434" y="3069"/>
                    <a:pt x="753" y="3411"/>
                    <a:pt x="1164" y="3594"/>
                  </a:cubicBezTo>
                  <a:cubicBezTo>
                    <a:pt x="1429" y="3705"/>
                    <a:pt x="1710" y="3740"/>
                    <a:pt x="1998" y="3740"/>
                  </a:cubicBezTo>
                  <a:cubicBezTo>
                    <a:pt x="2182" y="3740"/>
                    <a:pt x="2369" y="3726"/>
                    <a:pt x="2557" y="3708"/>
                  </a:cubicBezTo>
                  <a:cubicBezTo>
                    <a:pt x="2716" y="3708"/>
                    <a:pt x="2808" y="3594"/>
                    <a:pt x="2808" y="3457"/>
                  </a:cubicBezTo>
                  <a:cubicBezTo>
                    <a:pt x="3036" y="3343"/>
                    <a:pt x="3241" y="3137"/>
                    <a:pt x="3401" y="2886"/>
                  </a:cubicBezTo>
                  <a:cubicBezTo>
                    <a:pt x="3835" y="2133"/>
                    <a:pt x="3584" y="1220"/>
                    <a:pt x="2990" y="626"/>
                  </a:cubicBezTo>
                  <a:cubicBezTo>
                    <a:pt x="2620" y="256"/>
                    <a:pt x="2080" y="1"/>
                    <a:pt x="15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386600" y="1147775"/>
              <a:ext cx="162675" cy="170425"/>
            </a:xfrm>
            <a:custGeom>
              <a:avLst/>
              <a:gdLst/>
              <a:ahLst/>
              <a:cxnLst/>
              <a:rect l="l" t="t" r="r" b="b"/>
              <a:pathLst>
                <a:path w="6507" h="6817" extrusionOk="0">
                  <a:moveTo>
                    <a:pt x="2995" y="0"/>
                  </a:moveTo>
                  <a:cubicBezTo>
                    <a:pt x="2821" y="0"/>
                    <a:pt x="2644" y="20"/>
                    <a:pt x="2466" y="62"/>
                  </a:cubicBezTo>
                  <a:cubicBezTo>
                    <a:pt x="1005" y="427"/>
                    <a:pt x="69" y="2002"/>
                    <a:pt x="47" y="3440"/>
                  </a:cubicBezTo>
                  <a:cubicBezTo>
                    <a:pt x="1" y="4764"/>
                    <a:pt x="754" y="6065"/>
                    <a:pt x="1964" y="6544"/>
                  </a:cubicBezTo>
                  <a:cubicBezTo>
                    <a:pt x="2359" y="6723"/>
                    <a:pt x="2786" y="6816"/>
                    <a:pt x="3215" y="6816"/>
                  </a:cubicBezTo>
                  <a:cubicBezTo>
                    <a:pt x="3825" y="6816"/>
                    <a:pt x="4440" y="6627"/>
                    <a:pt x="4977" y="6224"/>
                  </a:cubicBezTo>
                  <a:cubicBezTo>
                    <a:pt x="6141" y="5357"/>
                    <a:pt x="6506" y="3736"/>
                    <a:pt x="6027" y="2390"/>
                  </a:cubicBezTo>
                  <a:cubicBezTo>
                    <a:pt x="5562" y="1177"/>
                    <a:pt x="4345" y="0"/>
                    <a:pt x="2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8667925" y="3535200"/>
            <a:ext cx="572925" cy="787025"/>
            <a:chOff x="3127800" y="2228675"/>
            <a:chExt cx="572925" cy="787025"/>
          </a:xfrm>
        </p:grpSpPr>
        <p:sp>
          <p:nvSpPr>
            <p:cNvPr id="57" name="Google Shape;57;p2"/>
            <p:cNvSpPr/>
            <p:nvPr/>
          </p:nvSpPr>
          <p:spPr>
            <a:xfrm>
              <a:off x="3150625" y="2450925"/>
              <a:ext cx="103300" cy="131100"/>
            </a:xfrm>
            <a:custGeom>
              <a:avLst/>
              <a:gdLst/>
              <a:ahLst/>
              <a:cxnLst/>
              <a:rect l="l" t="t" r="r" b="b"/>
              <a:pathLst>
                <a:path w="4132" h="5244" extrusionOk="0">
                  <a:moveTo>
                    <a:pt x="3059" y="0"/>
                  </a:moveTo>
                  <a:cubicBezTo>
                    <a:pt x="2734" y="0"/>
                    <a:pt x="2420" y="152"/>
                    <a:pt x="2237" y="457"/>
                  </a:cubicBezTo>
                  <a:cubicBezTo>
                    <a:pt x="1575" y="1575"/>
                    <a:pt x="913" y="2693"/>
                    <a:pt x="251" y="3812"/>
                  </a:cubicBezTo>
                  <a:cubicBezTo>
                    <a:pt x="0" y="4246"/>
                    <a:pt x="137" y="4885"/>
                    <a:pt x="594" y="5113"/>
                  </a:cubicBezTo>
                  <a:cubicBezTo>
                    <a:pt x="752" y="5200"/>
                    <a:pt x="925" y="5243"/>
                    <a:pt x="1094" y="5243"/>
                  </a:cubicBezTo>
                  <a:cubicBezTo>
                    <a:pt x="1411" y="5243"/>
                    <a:pt x="1716" y="5091"/>
                    <a:pt x="1895" y="4793"/>
                  </a:cubicBezTo>
                  <a:cubicBezTo>
                    <a:pt x="2557" y="3652"/>
                    <a:pt x="3219" y="2534"/>
                    <a:pt x="3881" y="1415"/>
                  </a:cubicBezTo>
                  <a:cubicBezTo>
                    <a:pt x="4132" y="1004"/>
                    <a:pt x="3995" y="365"/>
                    <a:pt x="3538" y="114"/>
                  </a:cubicBezTo>
                  <a:cubicBezTo>
                    <a:pt x="3386" y="38"/>
                    <a:pt x="3221" y="0"/>
                    <a:pt x="30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291575" y="2539800"/>
              <a:ext cx="99875" cy="135275"/>
            </a:xfrm>
            <a:custGeom>
              <a:avLst/>
              <a:gdLst/>
              <a:ahLst/>
              <a:cxnLst/>
              <a:rect l="l" t="t" r="r" b="b"/>
              <a:pathLst>
                <a:path w="3995" h="5411" extrusionOk="0">
                  <a:moveTo>
                    <a:pt x="2909" y="1"/>
                  </a:moveTo>
                  <a:cubicBezTo>
                    <a:pt x="2584" y="1"/>
                    <a:pt x="2278" y="169"/>
                    <a:pt x="2077" y="462"/>
                  </a:cubicBezTo>
                  <a:cubicBezTo>
                    <a:pt x="1324" y="1581"/>
                    <a:pt x="685" y="2768"/>
                    <a:pt x="160" y="4000"/>
                  </a:cubicBezTo>
                  <a:cubicBezTo>
                    <a:pt x="69" y="4228"/>
                    <a:pt x="0" y="4457"/>
                    <a:pt x="69" y="4708"/>
                  </a:cubicBezTo>
                  <a:cubicBezTo>
                    <a:pt x="114" y="4936"/>
                    <a:pt x="297" y="5187"/>
                    <a:pt x="502" y="5301"/>
                  </a:cubicBezTo>
                  <a:cubicBezTo>
                    <a:pt x="644" y="5372"/>
                    <a:pt x="819" y="5410"/>
                    <a:pt x="995" y="5410"/>
                  </a:cubicBezTo>
                  <a:cubicBezTo>
                    <a:pt x="1329" y="5410"/>
                    <a:pt x="1669" y="5273"/>
                    <a:pt x="1803" y="4959"/>
                  </a:cubicBezTo>
                  <a:cubicBezTo>
                    <a:pt x="2328" y="3726"/>
                    <a:pt x="2968" y="2539"/>
                    <a:pt x="3721" y="1444"/>
                  </a:cubicBezTo>
                  <a:cubicBezTo>
                    <a:pt x="3995" y="1010"/>
                    <a:pt x="3812" y="371"/>
                    <a:pt x="3378" y="120"/>
                  </a:cubicBezTo>
                  <a:cubicBezTo>
                    <a:pt x="3224" y="39"/>
                    <a:pt x="3064" y="1"/>
                    <a:pt x="29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429100" y="2620975"/>
              <a:ext cx="88475" cy="129675"/>
            </a:xfrm>
            <a:custGeom>
              <a:avLst/>
              <a:gdLst/>
              <a:ahLst/>
              <a:cxnLst/>
              <a:rect l="l" t="t" r="r" b="b"/>
              <a:pathLst>
                <a:path w="3539" h="5187" extrusionOk="0">
                  <a:moveTo>
                    <a:pt x="2558" y="1"/>
                  </a:moveTo>
                  <a:cubicBezTo>
                    <a:pt x="2390" y="1"/>
                    <a:pt x="2218" y="36"/>
                    <a:pt x="2077" y="114"/>
                  </a:cubicBezTo>
                  <a:cubicBezTo>
                    <a:pt x="1849" y="274"/>
                    <a:pt x="1712" y="456"/>
                    <a:pt x="1621" y="708"/>
                  </a:cubicBezTo>
                  <a:cubicBezTo>
                    <a:pt x="1575" y="844"/>
                    <a:pt x="1507" y="1004"/>
                    <a:pt x="1461" y="1141"/>
                  </a:cubicBezTo>
                  <a:cubicBezTo>
                    <a:pt x="1438" y="1210"/>
                    <a:pt x="1392" y="1278"/>
                    <a:pt x="1370" y="1324"/>
                  </a:cubicBezTo>
                  <a:cubicBezTo>
                    <a:pt x="1370" y="1347"/>
                    <a:pt x="1370" y="1369"/>
                    <a:pt x="1347" y="1415"/>
                  </a:cubicBezTo>
                  <a:cubicBezTo>
                    <a:pt x="1324" y="1438"/>
                    <a:pt x="1278" y="1575"/>
                    <a:pt x="1278" y="1598"/>
                  </a:cubicBezTo>
                  <a:cubicBezTo>
                    <a:pt x="1233" y="1666"/>
                    <a:pt x="1210" y="1712"/>
                    <a:pt x="1187" y="1780"/>
                  </a:cubicBezTo>
                  <a:cubicBezTo>
                    <a:pt x="1119" y="1917"/>
                    <a:pt x="1073" y="2054"/>
                    <a:pt x="1004" y="2168"/>
                  </a:cubicBezTo>
                  <a:cubicBezTo>
                    <a:pt x="753" y="2716"/>
                    <a:pt x="502" y="3241"/>
                    <a:pt x="228" y="3766"/>
                  </a:cubicBezTo>
                  <a:cubicBezTo>
                    <a:pt x="0" y="4223"/>
                    <a:pt x="91" y="4816"/>
                    <a:pt x="571" y="5067"/>
                  </a:cubicBezTo>
                  <a:cubicBezTo>
                    <a:pt x="720" y="5146"/>
                    <a:pt x="891" y="5186"/>
                    <a:pt x="1061" y="5186"/>
                  </a:cubicBezTo>
                  <a:cubicBezTo>
                    <a:pt x="1386" y="5186"/>
                    <a:pt x="1707" y="5039"/>
                    <a:pt x="1872" y="4725"/>
                  </a:cubicBezTo>
                  <a:cubicBezTo>
                    <a:pt x="2465" y="3583"/>
                    <a:pt x="2990" y="2397"/>
                    <a:pt x="3470" y="1187"/>
                  </a:cubicBezTo>
                  <a:cubicBezTo>
                    <a:pt x="3538" y="981"/>
                    <a:pt x="3470" y="685"/>
                    <a:pt x="3378" y="479"/>
                  </a:cubicBezTo>
                  <a:cubicBezTo>
                    <a:pt x="3264" y="274"/>
                    <a:pt x="3013" y="91"/>
                    <a:pt x="2785" y="23"/>
                  </a:cubicBezTo>
                  <a:cubicBezTo>
                    <a:pt x="2713" y="8"/>
                    <a:pt x="2636" y="1"/>
                    <a:pt x="25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574025" y="2684625"/>
              <a:ext cx="93625" cy="112950"/>
            </a:xfrm>
            <a:custGeom>
              <a:avLst/>
              <a:gdLst/>
              <a:ahLst/>
              <a:cxnLst/>
              <a:rect l="l" t="t" r="r" b="b"/>
              <a:pathLst>
                <a:path w="3745" h="4518" extrusionOk="0">
                  <a:moveTo>
                    <a:pt x="2671" y="0"/>
                  </a:moveTo>
                  <a:cubicBezTo>
                    <a:pt x="2347" y="0"/>
                    <a:pt x="2032" y="163"/>
                    <a:pt x="1850" y="467"/>
                  </a:cubicBezTo>
                  <a:lnTo>
                    <a:pt x="275" y="3092"/>
                  </a:lnTo>
                  <a:cubicBezTo>
                    <a:pt x="1" y="3525"/>
                    <a:pt x="161" y="4165"/>
                    <a:pt x="594" y="4393"/>
                  </a:cubicBezTo>
                  <a:cubicBezTo>
                    <a:pt x="754" y="4477"/>
                    <a:pt x="921" y="4517"/>
                    <a:pt x="1084" y="4517"/>
                  </a:cubicBezTo>
                  <a:cubicBezTo>
                    <a:pt x="1408" y="4517"/>
                    <a:pt x="1713" y="4355"/>
                    <a:pt x="1895" y="4050"/>
                  </a:cubicBezTo>
                  <a:lnTo>
                    <a:pt x="3493" y="1426"/>
                  </a:lnTo>
                  <a:cubicBezTo>
                    <a:pt x="3744" y="992"/>
                    <a:pt x="3607" y="353"/>
                    <a:pt x="3151" y="124"/>
                  </a:cubicBezTo>
                  <a:cubicBezTo>
                    <a:pt x="2998" y="41"/>
                    <a:pt x="2834" y="0"/>
                    <a:pt x="26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570600" y="2511325"/>
              <a:ext cx="85050" cy="119350"/>
            </a:xfrm>
            <a:custGeom>
              <a:avLst/>
              <a:gdLst/>
              <a:ahLst/>
              <a:cxnLst/>
              <a:rect l="l" t="t" r="r" b="b"/>
              <a:pathLst>
                <a:path w="3402" h="4774" extrusionOk="0">
                  <a:moveTo>
                    <a:pt x="2374" y="1"/>
                  </a:moveTo>
                  <a:cubicBezTo>
                    <a:pt x="1945" y="1"/>
                    <a:pt x="1536" y="265"/>
                    <a:pt x="1439" y="711"/>
                  </a:cubicBezTo>
                  <a:cubicBezTo>
                    <a:pt x="1347" y="1053"/>
                    <a:pt x="1233" y="1373"/>
                    <a:pt x="1096" y="1715"/>
                  </a:cubicBezTo>
                  <a:cubicBezTo>
                    <a:pt x="868" y="2263"/>
                    <a:pt x="571" y="2765"/>
                    <a:pt x="206" y="3245"/>
                  </a:cubicBezTo>
                  <a:lnTo>
                    <a:pt x="252" y="3153"/>
                  </a:lnTo>
                  <a:lnTo>
                    <a:pt x="252" y="3153"/>
                  </a:lnTo>
                  <a:cubicBezTo>
                    <a:pt x="115" y="3359"/>
                    <a:pt x="1" y="3541"/>
                    <a:pt x="1" y="3815"/>
                  </a:cubicBezTo>
                  <a:cubicBezTo>
                    <a:pt x="1" y="4044"/>
                    <a:pt x="92" y="4317"/>
                    <a:pt x="252" y="4477"/>
                  </a:cubicBezTo>
                  <a:cubicBezTo>
                    <a:pt x="434" y="4637"/>
                    <a:pt x="686" y="4774"/>
                    <a:pt x="937" y="4774"/>
                  </a:cubicBezTo>
                  <a:cubicBezTo>
                    <a:pt x="1165" y="4751"/>
                    <a:pt x="1462" y="4683"/>
                    <a:pt x="1599" y="4500"/>
                  </a:cubicBezTo>
                  <a:cubicBezTo>
                    <a:pt x="2397" y="3519"/>
                    <a:pt x="2968" y="2423"/>
                    <a:pt x="3265" y="1190"/>
                  </a:cubicBezTo>
                  <a:cubicBezTo>
                    <a:pt x="3402" y="711"/>
                    <a:pt x="3105" y="140"/>
                    <a:pt x="2603" y="26"/>
                  </a:cubicBezTo>
                  <a:cubicBezTo>
                    <a:pt x="2527" y="9"/>
                    <a:pt x="2450" y="1"/>
                    <a:pt x="23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445650" y="2431250"/>
              <a:ext cx="94175" cy="115550"/>
            </a:xfrm>
            <a:custGeom>
              <a:avLst/>
              <a:gdLst/>
              <a:ahLst/>
              <a:cxnLst/>
              <a:rect l="l" t="t" r="r" b="b"/>
              <a:pathLst>
                <a:path w="3767" h="4622" extrusionOk="0">
                  <a:moveTo>
                    <a:pt x="2693" y="1"/>
                  </a:moveTo>
                  <a:cubicBezTo>
                    <a:pt x="2369" y="1"/>
                    <a:pt x="2054" y="163"/>
                    <a:pt x="1872" y="467"/>
                  </a:cubicBezTo>
                  <a:lnTo>
                    <a:pt x="251" y="3206"/>
                  </a:lnTo>
                  <a:cubicBezTo>
                    <a:pt x="0" y="3640"/>
                    <a:pt x="137" y="4256"/>
                    <a:pt x="594" y="4508"/>
                  </a:cubicBezTo>
                  <a:cubicBezTo>
                    <a:pt x="746" y="4584"/>
                    <a:pt x="913" y="4622"/>
                    <a:pt x="1078" y="4622"/>
                  </a:cubicBezTo>
                  <a:cubicBezTo>
                    <a:pt x="1408" y="4622"/>
                    <a:pt x="1727" y="4469"/>
                    <a:pt x="1895" y="4165"/>
                  </a:cubicBezTo>
                  <a:lnTo>
                    <a:pt x="3515" y="1426"/>
                  </a:lnTo>
                  <a:cubicBezTo>
                    <a:pt x="3766" y="992"/>
                    <a:pt x="3629" y="353"/>
                    <a:pt x="3173" y="125"/>
                  </a:cubicBezTo>
                  <a:cubicBezTo>
                    <a:pt x="3021" y="41"/>
                    <a:pt x="2856" y="1"/>
                    <a:pt x="2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297275" y="2367475"/>
              <a:ext cx="98750" cy="113675"/>
            </a:xfrm>
            <a:custGeom>
              <a:avLst/>
              <a:gdLst/>
              <a:ahLst/>
              <a:cxnLst/>
              <a:rect l="l" t="t" r="r" b="b"/>
              <a:pathLst>
                <a:path w="3950" h="4547" extrusionOk="0">
                  <a:moveTo>
                    <a:pt x="2874" y="0"/>
                  </a:moveTo>
                  <a:cubicBezTo>
                    <a:pt x="2549" y="0"/>
                    <a:pt x="2233" y="168"/>
                    <a:pt x="2032" y="462"/>
                  </a:cubicBezTo>
                  <a:cubicBezTo>
                    <a:pt x="1461" y="1352"/>
                    <a:pt x="868" y="2242"/>
                    <a:pt x="274" y="3110"/>
                  </a:cubicBezTo>
                  <a:cubicBezTo>
                    <a:pt x="0" y="3543"/>
                    <a:pt x="183" y="4183"/>
                    <a:pt x="617" y="4411"/>
                  </a:cubicBezTo>
                  <a:cubicBezTo>
                    <a:pt x="778" y="4503"/>
                    <a:pt x="945" y="4546"/>
                    <a:pt x="1106" y="4546"/>
                  </a:cubicBezTo>
                  <a:cubicBezTo>
                    <a:pt x="1424" y="4546"/>
                    <a:pt x="1721" y="4379"/>
                    <a:pt x="1918" y="4091"/>
                  </a:cubicBezTo>
                  <a:lnTo>
                    <a:pt x="3675" y="1421"/>
                  </a:lnTo>
                  <a:cubicBezTo>
                    <a:pt x="3949" y="1010"/>
                    <a:pt x="3789" y="348"/>
                    <a:pt x="3333" y="120"/>
                  </a:cubicBezTo>
                  <a:cubicBezTo>
                    <a:pt x="3186" y="39"/>
                    <a:pt x="3029" y="0"/>
                    <a:pt x="28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451925" y="2228675"/>
              <a:ext cx="79900" cy="109400"/>
            </a:xfrm>
            <a:custGeom>
              <a:avLst/>
              <a:gdLst/>
              <a:ahLst/>
              <a:cxnLst/>
              <a:rect l="l" t="t" r="r" b="b"/>
              <a:pathLst>
                <a:path w="3196" h="4376" extrusionOk="0">
                  <a:moveTo>
                    <a:pt x="2181" y="0"/>
                  </a:moveTo>
                  <a:cubicBezTo>
                    <a:pt x="1857" y="0"/>
                    <a:pt x="1540" y="144"/>
                    <a:pt x="1392" y="467"/>
                  </a:cubicBezTo>
                  <a:lnTo>
                    <a:pt x="183" y="2955"/>
                  </a:lnTo>
                  <a:cubicBezTo>
                    <a:pt x="69" y="3184"/>
                    <a:pt x="0" y="3435"/>
                    <a:pt x="69" y="3686"/>
                  </a:cubicBezTo>
                  <a:cubicBezTo>
                    <a:pt x="137" y="3914"/>
                    <a:pt x="297" y="4142"/>
                    <a:pt x="525" y="4256"/>
                  </a:cubicBezTo>
                  <a:cubicBezTo>
                    <a:pt x="667" y="4335"/>
                    <a:pt x="838" y="4376"/>
                    <a:pt x="1011" y="4376"/>
                  </a:cubicBezTo>
                  <a:cubicBezTo>
                    <a:pt x="1340" y="4376"/>
                    <a:pt x="1677" y="4228"/>
                    <a:pt x="1826" y="3914"/>
                  </a:cubicBezTo>
                  <a:lnTo>
                    <a:pt x="3013" y="1426"/>
                  </a:lnTo>
                  <a:cubicBezTo>
                    <a:pt x="3127" y="1198"/>
                    <a:pt x="3196" y="947"/>
                    <a:pt x="3127" y="696"/>
                  </a:cubicBezTo>
                  <a:cubicBezTo>
                    <a:pt x="3059" y="467"/>
                    <a:pt x="2899" y="216"/>
                    <a:pt x="2694" y="125"/>
                  </a:cubicBezTo>
                  <a:cubicBezTo>
                    <a:pt x="2539" y="44"/>
                    <a:pt x="2359" y="0"/>
                    <a:pt x="21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607125" y="2317125"/>
              <a:ext cx="93600" cy="127000"/>
            </a:xfrm>
            <a:custGeom>
              <a:avLst/>
              <a:gdLst/>
              <a:ahLst/>
              <a:cxnLst/>
              <a:rect l="l" t="t" r="r" b="b"/>
              <a:pathLst>
                <a:path w="3744" h="5080" extrusionOk="0">
                  <a:moveTo>
                    <a:pt x="2643" y="1"/>
                  </a:moveTo>
                  <a:cubicBezTo>
                    <a:pt x="2324" y="1"/>
                    <a:pt x="2024" y="163"/>
                    <a:pt x="1827" y="467"/>
                  </a:cubicBezTo>
                  <a:cubicBezTo>
                    <a:pt x="1119" y="1540"/>
                    <a:pt x="548" y="2681"/>
                    <a:pt x="69" y="3891"/>
                  </a:cubicBezTo>
                  <a:cubicBezTo>
                    <a:pt x="1" y="4097"/>
                    <a:pt x="69" y="4416"/>
                    <a:pt x="160" y="4599"/>
                  </a:cubicBezTo>
                  <a:cubicBezTo>
                    <a:pt x="275" y="4804"/>
                    <a:pt x="526" y="5010"/>
                    <a:pt x="754" y="5055"/>
                  </a:cubicBezTo>
                  <a:cubicBezTo>
                    <a:pt x="833" y="5072"/>
                    <a:pt x="909" y="5080"/>
                    <a:pt x="982" y="5080"/>
                  </a:cubicBezTo>
                  <a:cubicBezTo>
                    <a:pt x="1416" y="5080"/>
                    <a:pt x="1742" y="4800"/>
                    <a:pt x="1918" y="4371"/>
                  </a:cubicBezTo>
                  <a:cubicBezTo>
                    <a:pt x="1941" y="4302"/>
                    <a:pt x="1986" y="4234"/>
                    <a:pt x="2009" y="4165"/>
                  </a:cubicBezTo>
                  <a:cubicBezTo>
                    <a:pt x="2009" y="4142"/>
                    <a:pt x="2009" y="4119"/>
                    <a:pt x="2032" y="4097"/>
                  </a:cubicBezTo>
                  <a:cubicBezTo>
                    <a:pt x="2078" y="3982"/>
                    <a:pt x="2146" y="3846"/>
                    <a:pt x="2192" y="3731"/>
                  </a:cubicBezTo>
                  <a:cubicBezTo>
                    <a:pt x="2306" y="3458"/>
                    <a:pt x="2443" y="3206"/>
                    <a:pt x="2580" y="2955"/>
                  </a:cubicBezTo>
                  <a:cubicBezTo>
                    <a:pt x="2854" y="2430"/>
                    <a:pt x="3151" y="1905"/>
                    <a:pt x="3470" y="1426"/>
                  </a:cubicBezTo>
                  <a:cubicBezTo>
                    <a:pt x="3744" y="1015"/>
                    <a:pt x="3561" y="353"/>
                    <a:pt x="3128" y="125"/>
                  </a:cubicBezTo>
                  <a:cubicBezTo>
                    <a:pt x="2968" y="41"/>
                    <a:pt x="2803" y="1"/>
                    <a:pt x="26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176300" y="2631125"/>
              <a:ext cx="79350" cy="95650"/>
            </a:xfrm>
            <a:custGeom>
              <a:avLst/>
              <a:gdLst/>
              <a:ahLst/>
              <a:cxnLst/>
              <a:rect l="l" t="t" r="r" b="b"/>
              <a:pathLst>
                <a:path w="3174" h="3826" extrusionOk="0">
                  <a:moveTo>
                    <a:pt x="2148" y="0"/>
                  </a:moveTo>
                  <a:cubicBezTo>
                    <a:pt x="2079" y="0"/>
                    <a:pt x="2010" y="9"/>
                    <a:pt x="1941" y="28"/>
                  </a:cubicBezTo>
                  <a:lnTo>
                    <a:pt x="1735" y="119"/>
                  </a:lnTo>
                  <a:cubicBezTo>
                    <a:pt x="1575" y="210"/>
                    <a:pt x="1461" y="324"/>
                    <a:pt x="1370" y="484"/>
                  </a:cubicBezTo>
                  <a:cubicBezTo>
                    <a:pt x="914" y="1078"/>
                    <a:pt x="503" y="1717"/>
                    <a:pt x="183" y="2401"/>
                  </a:cubicBezTo>
                  <a:cubicBezTo>
                    <a:pt x="69" y="2630"/>
                    <a:pt x="1" y="2858"/>
                    <a:pt x="69" y="3109"/>
                  </a:cubicBezTo>
                  <a:cubicBezTo>
                    <a:pt x="137" y="3337"/>
                    <a:pt x="297" y="3588"/>
                    <a:pt x="503" y="3702"/>
                  </a:cubicBezTo>
                  <a:cubicBezTo>
                    <a:pt x="658" y="3780"/>
                    <a:pt x="823" y="3826"/>
                    <a:pt x="992" y="3826"/>
                  </a:cubicBezTo>
                  <a:cubicBezTo>
                    <a:pt x="1072" y="3826"/>
                    <a:pt x="1153" y="3816"/>
                    <a:pt x="1233" y="3794"/>
                  </a:cubicBezTo>
                  <a:cubicBezTo>
                    <a:pt x="1461" y="3725"/>
                    <a:pt x="1712" y="3588"/>
                    <a:pt x="1804" y="3360"/>
                  </a:cubicBezTo>
                  <a:cubicBezTo>
                    <a:pt x="2146" y="2675"/>
                    <a:pt x="2557" y="2036"/>
                    <a:pt x="3013" y="1443"/>
                  </a:cubicBezTo>
                  <a:cubicBezTo>
                    <a:pt x="3150" y="1260"/>
                    <a:pt x="3173" y="918"/>
                    <a:pt x="3105" y="712"/>
                  </a:cubicBezTo>
                  <a:cubicBezTo>
                    <a:pt x="3059" y="484"/>
                    <a:pt x="2876" y="256"/>
                    <a:pt x="2671" y="142"/>
                  </a:cubicBezTo>
                  <a:cubicBezTo>
                    <a:pt x="2506" y="59"/>
                    <a:pt x="2328" y="0"/>
                    <a:pt x="2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289850" y="2746025"/>
              <a:ext cx="74775" cy="95025"/>
            </a:xfrm>
            <a:custGeom>
              <a:avLst/>
              <a:gdLst/>
              <a:ahLst/>
              <a:cxnLst/>
              <a:rect l="l" t="t" r="r" b="b"/>
              <a:pathLst>
                <a:path w="2991" h="3801" extrusionOk="0">
                  <a:moveTo>
                    <a:pt x="2023" y="0"/>
                  </a:moveTo>
                  <a:cubicBezTo>
                    <a:pt x="1943" y="0"/>
                    <a:pt x="1862" y="13"/>
                    <a:pt x="1781" y="42"/>
                  </a:cubicBezTo>
                  <a:cubicBezTo>
                    <a:pt x="1530" y="111"/>
                    <a:pt x="1347" y="248"/>
                    <a:pt x="1188" y="476"/>
                  </a:cubicBezTo>
                  <a:cubicBezTo>
                    <a:pt x="731" y="1138"/>
                    <a:pt x="389" y="1846"/>
                    <a:pt x="69" y="2599"/>
                  </a:cubicBezTo>
                  <a:cubicBezTo>
                    <a:pt x="1" y="2804"/>
                    <a:pt x="69" y="3124"/>
                    <a:pt x="161" y="3306"/>
                  </a:cubicBezTo>
                  <a:cubicBezTo>
                    <a:pt x="275" y="3535"/>
                    <a:pt x="526" y="3717"/>
                    <a:pt x="754" y="3763"/>
                  </a:cubicBezTo>
                  <a:cubicBezTo>
                    <a:pt x="836" y="3787"/>
                    <a:pt x="924" y="3800"/>
                    <a:pt x="1012" y="3800"/>
                  </a:cubicBezTo>
                  <a:cubicBezTo>
                    <a:pt x="1170" y="3800"/>
                    <a:pt x="1330" y="3759"/>
                    <a:pt x="1462" y="3672"/>
                  </a:cubicBezTo>
                  <a:cubicBezTo>
                    <a:pt x="1530" y="3626"/>
                    <a:pt x="1599" y="3580"/>
                    <a:pt x="1667" y="3535"/>
                  </a:cubicBezTo>
                  <a:cubicBezTo>
                    <a:pt x="1781" y="3420"/>
                    <a:pt x="1850" y="3284"/>
                    <a:pt x="1895" y="3124"/>
                  </a:cubicBezTo>
                  <a:cubicBezTo>
                    <a:pt x="2146" y="2530"/>
                    <a:pt x="2466" y="1960"/>
                    <a:pt x="2831" y="1435"/>
                  </a:cubicBezTo>
                  <a:cubicBezTo>
                    <a:pt x="2968" y="1252"/>
                    <a:pt x="2991" y="933"/>
                    <a:pt x="2945" y="704"/>
                  </a:cubicBezTo>
                  <a:cubicBezTo>
                    <a:pt x="2877" y="476"/>
                    <a:pt x="2717" y="248"/>
                    <a:pt x="2489" y="134"/>
                  </a:cubicBezTo>
                  <a:cubicBezTo>
                    <a:pt x="2350" y="56"/>
                    <a:pt x="2190" y="0"/>
                    <a:pt x="20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3463900" y="2821975"/>
              <a:ext cx="107875" cy="125375"/>
            </a:xfrm>
            <a:custGeom>
              <a:avLst/>
              <a:gdLst/>
              <a:ahLst/>
              <a:cxnLst/>
              <a:rect l="l" t="t" r="r" b="b"/>
              <a:pathLst>
                <a:path w="4315" h="5015" extrusionOk="0">
                  <a:moveTo>
                    <a:pt x="983" y="2710"/>
                  </a:moveTo>
                  <a:cubicBezTo>
                    <a:pt x="969" y="2726"/>
                    <a:pt x="963" y="2735"/>
                    <a:pt x="963" y="2735"/>
                  </a:cubicBezTo>
                  <a:cubicBezTo>
                    <a:pt x="964" y="2735"/>
                    <a:pt x="971" y="2727"/>
                    <a:pt x="983" y="2710"/>
                  </a:cubicBezTo>
                  <a:close/>
                  <a:moveTo>
                    <a:pt x="3248" y="1"/>
                  </a:moveTo>
                  <a:cubicBezTo>
                    <a:pt x="2926" y="1"/>
                    <a:pt x="2607" y="153"/>
                    <a:pt x="2443" y="451"/>
                  </a:cubicBezTo>
                  <a:cubicBezTo>
                    <a:pt x="2146" y="999"/>
                    <a:pt x="1826" y="1547"/>
                    <a:pt x="1461" y="2049"/>
                  </a:cubicBezTo>
                  <a:cubicBezTo>
                    <a:pt x="1370" y="2186"/>
                    <a:pt x="1279" y="2323"/>
                    <a:pt x="1187" y="2437"/>
                  </a:cubicBezTo>
                  <a:cubicBezTo>
                    <a:pt x="1142" y="2505"/>
                    <a:pt x="1096" y="2551"/>
                    <a:pt x="1050" y="2619"/>
                  </a:cubicBezTo>
                  <a:cubicBezTo>
                    <a:pt x="1030" y="2639"/>
                    <a:pt x="1028" y="2659"/>
                    <a:pt x="1012" y="2679"/>
                  </a:cubicBezTo>
                  <a:lnTo>
                    <a:pt x="1012" y="2679"/>
                  </a:lnTo>
                  <a:cubicBezTo>
                    <a:pt x="1022" y="2665"/>
                    <a:pt x="1028" y="2653"/>
                    <a:pt x="1028" y="2642"/>
                  </a:cubicBezTo>
                  <a:lnTo>
                    <a:pt x="1028" y="2642"/>
                  </a:lnTo>
                  <a:cubicBezTo>
                    <a:pt x="1009" y="2673"/>
                    <a:pt x="994" y="2695"/>
                    <a:pt x="983" y="2710"/>
                  </a:cubicBezTo>
                  <a:lnTo>
                    <a:pt x="983" y="2710"/>
                  </a:lnTo>
                  <a:cubicBezTo>
                    <a:pt x="989" y="2704"/>
                    <a:pt x="996" y="2696"/>
                    <a:pt x="1005" y="2688"/>
                  </a:cubicBezTo>
                  <a:cubicBezTo>
                    <a:pt x="1008" y="2685"/>
                    <a:pt x="1010" y="2682"/>
                    <a:pt x="1012" y="2679"/>
                  </a:cubicBezTo>
                  <a:lnTo>
                    <a:pt x="1012" y="2679"/>
                  </a:lnTo>
                  <a:cubicBezTo>
                    <a:pt x="980" y="2727"/>
                    <a:pt x="908" y="2789"/>
                    <a:pt x="891" y="2825"/>
                  </a:cubicBezTo>
                  <a:cubicBezTo>
                    <a:pt x="845" y="2870"/>
                    <a:pt x="799" y="2939"/>
                    <a:pt x="754" y="2985"/>
                  </a:cubicBezTo>
                  <a:cubicBezTo>
                    <a:pt x="640" y="3121"/>
                    <a:pt x="525" y="3258"/>
                    <a:pt x="411" y="3373"/>
                  </a:cubicBezTo>
                  <a:cubicBezTo>
                    <a:pt x="92" y="3761"/>
                    <a:pt x="0" y="4354"/>
                    <a:pt x="411" y="4719"/>
                  </a:cubicBezTo>
                  <a:cubicBezTo>
                    <a:pt x="595" y="4903"/>
                    <a:pt x="865" y="5015"/>
                    <a:pt x="1128" y="5015"/>
                  </a:cubicBezTo>
                  <a:cubicBezTo>
                    <a:pt x="1355" y="5015"/>
                    <a:pt x="1577" y="4932"/>
                    <a:pt x="1735" y="4742"/>
                  </a:cubicBezTo>
                  <a:cubicBezTo>
                    <a:pt x="2648" y="3738"/>
                    <a:pt x="3447" y="2619"/>
                    <a:pt x="4086" y="1432"/>
                  </a:cubicBezTo>
                  <a:cubicBezTo>
                    <a:pt x="4314" y="976"/>
                    <a:pt x="4200" y="360"/>
                    <a:pt x="3744" y="131"/>
                  </a:cubicBezTo>
                  <a:cubicBezTo>
                    <a:pt x="3593" y="44"/>
                    <a:pt x="3420" y="1"/>
                    <a:pt x="32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285850" y="2894725"/>
              <a:ext cx="100475" cy="120975"/>
            </a:xfrm>
            <a:custGeom>
              <a:avLst/>
              <a:gdLst/>
              <a:ahLst/>
              <a:cxnLst/>
              <a:rect l="l" t="t" r="r" b="b"/>
              <a:pathLst>
                <a:path w="4019" h="4839" extrusionOk="0">
                  <a:moveTo>
                    <a:pt x="2957" y="1"/>
                  </a:moveTo>
                  <a:cubicBezTo>
                    <a:pt x="2633" y="1"/>
                    <a:pt x="2311" y="148"/>
                    <a:pt x="2147" y="463"/>
                  </a:cubicBezTo>
                  <a:cubicBezTo>
                    <a:pt x="1599" y="1490"/>
                    <a:pt x="982" y="2471"/>
                    <a:pt x="298" y="3407"/>
                  </a:cubicBezTo>
                  <a:cubicBezTo>
                    <a:pt x="1" y="3818"/>
                    <a:pt x="206" y="4503"/>
                    <a:pt x="640" y="4708"/>
                  </a:cubicBezTo>
                  <a:cubicBezTo>
                    <a:pt x="804" y="4798"/>
                    <a:pt x="966" y="4838"/>
                    <a:pt x="1120" y="4838"/>
                  </a:cubicBezTo>
                  <a:cubicBezTo>
                    <a:pt x="1438" y="4838"/>
                    <a:pt x="1726" y="4665"/>
                    <a:pt x="1941" y="4389"/>
                  </a:cubicBezTo>
                  <a:cubicBezTo>
                    <a:pt x="2626" y="3430"/>
                    <a:pt x="3242" y="2448"/>
                    <a:pt x="3790" y="1421"/>
                  </a:cubicBezTo>
                  <a:cubicBezTo>
                    <a:pt x="4018" y="988"/>
                    <a:pt x="3904" y="371"/>
                    <a:pt x="3448" y="120"/>
                  </a:cubicBezTo>
                  <a:cubicBezTo>
                    <a:pt x="3298" y="42"/>
                    <a:pt x="3127" y="1"/>
                    <a:pt x="29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127800" y="2807725"/>
              <a:ext cx="90175" cy="117525"/>
            </a:xfrm>
            <a:custGeom>
              <a:avLst/>
              <a:gdLst/>
              <a:ahLst/>
              <a:cxnLst/>
              <a:rect l="l" t="t" r="r" b="b"/>
              <a:pathLst>
                <a:path w="3607" h="4701" extrusionOk="0">
                  <a:moveTo>
                    <a:pt x="2541" y="0"/>
                  </a:moveTo>
                  <a:cubicBezTo>
                    <a:pt x="2218" y="0"/>
                    <a:pt x="1899" y="152"/>
                    <a:pt x="1735" y="450"/>
                  </a:cubicBezTo>
                  <a:cubicBezTo>
                    <a:pt x="1233" y="1409"/>
                    <a:pt x="731" y="2345"/>
                    <a:pt x="251" y="3281"/>
                  </a:cubicBezTo>
                  <a:cubicBezTo>
                    <a:pt x="0" y="3714"/>
                    <a:pt x="114" y="4331"/>
                    <a:pt x="571" y="4582"/>
                  </a:cubicBezTo>
                  <a:cubicBezTo>
                    <a:pt x="728" y="4660"/>
                    <a:pt x="904" y="4701"/>
                    <a:pt x="1077" y="4701"/>
                  </a:cubicBezTo>
                  <a:cubicBezTo>
                    <a:pt x="1406" y="4701"/>
                    <a:pt x="1722" y="4554"/>
                    <a:pt x="1872" y="4239"/>
                  </a:cubicBezTo>
                  <a:cubicBezTo>
                    <a:pt x="2374" y="3303"/>
                    <a:pt x="2876" y="2368"/>
                    <a:pt x="3378" y="1432"/>
                  </a:cubicBezTo>
                  <a:cubicBezTo>
                    <a:pt x="3607" y="975"/>
                    <a:pt x="3515" y="359"/>
                    <a:pt x="3036" y="131"/>
                  </a:cubicBezTo>
                  <a:cubicBezTo>
                    <a:pt x="2885" y="43"/>
                    <a:pt x="2713" y="0"/>
                    <a:pt x="2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2"/>
          <p:cNvGrpSpPr/>
          <p:nvPr/>
        </p:nvGrpSpPr>
        <p:grpSpPr>
          <a:xfrm rot="-7481383">
            <a:off x="1162903" y="-100174"/>
            <a:ext cx="446225" cy="453350"/>
            <a:chOff x="4350100" y="1147775"/>
            <a:chExt cx="446250" cy="453375"/>
          </a:xfrm>
        </p:grpSpPr>
        <p:sp>
          <p:nvSpPr>
            <p:cNvPr id="72" name="Google Shape;72;p2"/>
            <p:cNvSpPr/>
            <p:nvPr/>
          </p:nvSpPr>
          <p:spPr>
            <a:xfrm>
              <a:off x="4587475" y="1395350"/>
              <a:ext cx="208875" cy="205800"/>
            </a:xfrm>
            <a:custGeom>
              <a:avLst/>
              <a:gdLst/>
              <a:ahLst/>
              <a:cxnLst/>
              <a:rect l="l" t="t" r="r" b="b"/>
              <a:pathLst>
                <a:path w="8355" h="8232" extrusionOk="0">
                  <a:moveTo>
                    <a:pt x="4104" y="0"/>
                  </a:moveTo>
                  <a:cubicBezTo>
                    <a:pt x="2167" y="0"/>
                    <a:pt x="643" y="1771"/>
                    <a:pt x="320" y="3603"/>
                  </a:cubicBezTo>
                  <a:cubicBezTo>
                    <a:pt x="0" y="5543"/>
                    <a:pt x="1119" y="7483"/>
                    <a:pt x="3036" y="8076"/>
                  </a:cubicBezTo>
                  <a:cubicBezTo>
                    <a:pt x="3393" y="8180"/>
                    <a:pt x="3759" y="8231"/>
                    <a:pt x="4124" y="8231"/>
                  </a:cubicBezTo>
                  <a:cubicBezTo>
                    <a:pt x="4880" y="8231"/>
                    <a:pt x="5631" y="8013"/>
                    <a:pt x="6277" y="7597"/>
                  </a:cubicBezTo>
                  <a:cubicBezTo>
                    <a:pt x="6574" y="7414"/>
                    <a:pt x="6848" y="7163"/>
                    <a:pt x="7099" y="6890"/>
                  </a:cubicBezTo>
                  <a:cubicBezTo>
                    <a:pt x="7852" y="6296"/>
                    <a:pt x="8355" y="5383"/>
                    <a:pt x="8332" y="4402"/>
                  </a:cubicBezTo>
                  <a:cubicBezTo>
                    <a:pt x="8309" y="3352"/>
                    <a:pt x="7715" y="2210"/>
                    <a:pt x="7031" y="1411"/>
                  </a:cubicBezTo>
                  <a:cubicBezTo>
                    <a:pt x="6369" y="658"/>
                    <a:pt x="5456" y="110"/>
                    <a:pt x="4451" y="19"/>
                  </a:cubicBezTo>
                  <a:cubicBezTo>
                    <a:pt x="4334" y="6"/>
                    <a:pt x="4218" y="0"/>
                    <a:pt x="4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350100" y="1473750"/>
              <a:ext cx="95875" cy="93525"/>
            </a:xfrm>
            <a:custGeom>
              <a:avLst/>
              <a:gdLst/>
              <a:ahLst/>
              <a:cxnLst/>
              <a:rect l="l" t="t" r="r" b="b"/>
              <a:pathLst>
                <a:path w="3835" h="3741" extrusionOk="0">
                  <a:moveTo>
                    <a:pt x="1554" y="1"/>
                  </a:moveTo>
                  <a:cubicBezTo>
                    <a:pt x="1238" y="1"/>
                    <a:pt x="928" y="93"/>
                    <a:pt x="662" y="307"/>
                  </a:cubicBezTo>
                  <a:cubicBezTo>
                    <a:pt x="23" y="832"/>
                    <a:pt x="0" y="1927"/>
                    <a:pt x="274" y="2658"/>
                  </a:cubicBezTo>
                  <a:cubicBezTo>
                    <a:pt x="434" y="3069"/>
                    <a:pt x="753" y="3411"/>
                    <a:pt x="1164" y="3594"/>
                  </a:cubicBezTo>
                  <a:cubicBezTo>
                    <a:pt x="1429" y="3705"/>
                    <a:pt x="1710" y="3740"/>
                    <a:pt x="1998" y="3740"/>
                  </a:cubicBezTo>
                  <a:cubicBezTo>
                    <a:pt x="2182" y="3740"/>
                    <a:pt x="2369" y="3726"/>
                    <a:pt x="2557" y="3708"/>
                  </a:cubicBezTo>
                  <a:cubicBezTo>
                    <a:pt x="2716" y="3708"/>
                    <a:pt x="2808" y="3594"/>
                    <a:pt x="2808" y="3457"/>
                  </a:cubicBezTo>
                  <a:cubicBezTo>
                    <a:pt x="3036" y="3343"/>
                    <a:pt x="3241" y="3137"/>
                    <a:pt x="3401" y="2886"/>
                  </a:cubicBezTo>
                  <a:cubicBezTo>
                    <a:pt x="3835" y="2133"/>
                    <a:pt x="3584" y="1220"/>
                    <a:pt x="2990" y="626"/>
                  </a:cubicBezTo>
                  <a:cubicBezTo>
                    <a:pt x="2620" y="256"/>
                    <a:pt x="2080" y="1"/>
                    <a:pt x="15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386600" y="1147775"/>
              <a:ext cx="162675" cy="170425"/>
            </a:xfrm>
            <a:custGeom>
              <a:avLst/>
              <a:gdLst/>
              <a:ahLst/>
              <a:cxnLst/>
              <a:rect l="l" t="t" r="r" b="b"/>
              <a:pathLst>
                <a:path w="6507" h="6817" extrusionOk="0">
                  <a:moveTo>
                    <a:pt x="2995" y="0"/>
                  </a:moveTo>
                  <a:cubicBezTo>
                    <a:pt x="2821" y="0"/>
                    <a:pt x="2644" y="20"/>
                    <a:pt x="2466" y="62"/>
                  </a:cubicBezTo>
                  <a:cubicBezTo>
                    <a:pt x="1005" y="427"/>
                    <a:pt x="69" y="2002"/>
                    <a:pt x="47" y="3440"/>
                  </a:cubicBezTo>
                  <a:cubicBezTo>
                    <a:pt x="1" y="4764"/>
                    <a:pt x="754" y="6065"/>
                    <a:pt x="1964" y="6544"/>
                  </a:cubicBezTo>
                  <a:cubicBezTo>
                    <a:pt x="2359" y="6723"/>
                    <a:pt x="2786" y="6816"/>
                    <a:pt x="3215" y="6816"/>
                  </a:cubicBezTo>
                  <a:cubicBezTo>
                    <a:pt x="3825" y="6816"/>
                    <a:pt x="4440" y="6627"/>
                    <a:pt x="4977" y="6224"/>
                  </a:cubicBezTo>
                  <a:cubicBezTo>
                    <a:pt x="6141" y="5357"/>
                    <a:pt x="6506" y="3736"/>
                    <a:pt x="6027" y="2390"/>
                  </a:cubicBezTo>
                  <a:cubicBezTo>
                    <a:pt x="5562" y="1177"/>
                    <a:pt x="4345" y="0"/>
                    <a:pt x="2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 flipH="1">
            <a:off x="0" y="3770350"/>
            <a:ext cx="5946200" cy="1373150"/>
          </a:xfrm>
          <a:custGeom>
            <a:avLst/>
            <a:gdLst/>
            <a:ahLst/>
            <a:cxnLst/>
            <a:rect l="l" t="t" r="r" b="b"/>
            <a:pathLst>
              <a:path w="237848" h="54926" extrusionOk="0">
                <a:moveTo>
                  <a:pt x="1" y="54925"/>
                </a:moveTo>
                <a:cubicBezTo>
                  <a:pt x="1" y="54925"/>
                  <a:pt x="9028" y="0"/>
                  <a:pt x="93954" y="2736"/>
                </a:cubicBezTo>
                <a:cubicBezTo>
                  <a:pt x="166873" y="5107"/>
                  <a:pt x="178089" y="40366"/>
                  <a:pt x="237057" y="22615"/>
                </a:cubicBezTo>
                <a:lnTo>
                  <a:pt x="237847" y="54378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/>
          <p:nvPr/>
        </p:nvSpPr>
        <p:spPr>
          <a:xfrm rot="825063" flipH="1">
            <a:off x="627008" y="-959787"/>
            <a:ext cx="8990661" cy="3255571"/>
          </a:xfrm>
          <a:custGeom>
            <a:avLst/>
            <a:gdLst/>
            <a:ahLst/>
            <a:cxnLst/>
            <a:rect l="l" t="t" r="r" b="b"/>
            <a:pathLst>
              <a:path w="346512" h="125474" extrusionOk="0">
                <a:moveTo>
                  <a:pt x="346511" y="73862"/>
                </a:moveTo>
                <a:cubicBezTo>
                  <a:pt x="346511" y="73862"/>
                  <a:pt x="320918" y="125474"/>
                  <a:pt x="263166" y="120945"/>
                </a:cubicBezTo>
                <a:cubicBezTo>
                  <a:pt x="186478" y="114927"/>
                  <a:pt x="187420" y="74318"/>
                  <a:pt x="126751" y="59911"/>
                </a:cubicBezTo>
                <a:cubicBezTo>
                  <a:pt x="53284" y="42494"/>
                  <a:pt x="0" y="114987"/>
                  <a:pt x="0" y="114987"/>
                </a:cubicBezTo>
                <a:lnTo>
                  <a:pt x="26779" y="1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 txBox="1">
            <a:spLocks noGrp="1"/>
          </p:cNvSpPr>
          <p:nvPr>
            <p:ph type="title"/>
          </p:nvPr>
        </p:nvSpPr>
        <p:spPr>
          <a:xfrm>
            <a:off x="1546500" y="2100875"/>
            <a:ext cx="6051000" cy="17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79" name="Google Shape;79;p3"/>
          <p:cNvSpPr txBox="1">
            <a:spLocks noGrp="1"/>
          </p:cNvSpPr>
          <p:nvPr>
            <p:ph type="title" idx="2" hasCustomPrompt="1"/>
          </p:nvPr>
        </p:nvSpPr>
        <p:spPr>
          <a:xfrm>
            <a:off x="3805800" y="895750"/>
            <a:ext cx="1532400" cy="10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" name="Google Shape;80;p3"/>
          <p:cNvSpPr txBox="1">
            <a:spLocks noGrp="1"/>
          </p:cNvSpPr>
          <p:nvPr>
            <p:ph type="subTitle" idx="1"/>
          </p:nvPr>
        </p:nvSpPr>
        <p:spPr>
          <a:xfrm>
            <a:off x="3388200" y="3836625"/>
            <a:ext cx="2367600" cy="5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1" name="Google Shape;81;p3"/>
          <p:cNvGrpSpPr/>
          <p:nvPr/>
        </p:nvGrpSpPr>
        <p:grpSpPr>
          <a:xfrm>
            <a:off x="8076200" y="44013"/>
            <a:ext cx="999200" cy="990975"/>
            <a:chOff x="3102700" y="494350"/>
            <a:chExt cx="999200" cy="990975"/>
          </a:xfrm>
        </p:grpSpPr>
        <p:sp>
          <p:nvSpPr>
            <p:cNvPr id="82" name="Google Shape;82;p3"/>
            <p:cNvSpPr/>
            <p:nvPr/>
          </p:nvSpPr>
          <p:spPr>
            <a:xfrm>
              <a:off x="3363475" y="639725"/>
              <a:ext cx="70200" cy="69650"/>
            </a:xfrm>
            <a:custGeom>
              <a:avLst/>
              <a:gdLst/>
              <a:ahLst/>
              <a:cxnLst/>
              <a:rect l="l" t="t" r="r" b="b"/>
              <a:pathLst>
                <a:path w="2808" h="2786" extrusionOk="0">
                  <a:moveTo>
                    <a:pt x="1530" y="1"/>
                  </a:moveTo>
                  <a:cubicBezTo>
                    <a:pt x="1432" y="1"/>
                    <a:pt x="1335" y="12"/>
                    <a:pt x="1233" y="46"/>
                  </a:cubicBezTo>
                  <a:cubicBezTo>
                    <a:pt x="1027" y="92"/>
                    <a:pt x="845" y="206"/>
                    <a:pt x="685" y="366"/>
                  </a:cubicBezTo>
                  <a:cubicBezTo>
                    <a:pt x="639" y="366"/>
                    <a:pt x="616" y="389"/>
                    <a:pt x="594" y="411"/>
                  </a:cubicBezTo>
                  <a:cubicBezTo>
                    <a:pt x="411" y="526"/>
                    <a:pt x="274" y="640"/>
                    <a:pt x="183" y="822"/>
                  </a:cubicBezTo>
                  <a:cubicBezTo>
                    <a:pt x="69" y="1005"/>
                    <a:pt x="46" y="1188"/>
                    <a:pt x="23" y="1393"/>
                  </a:cubicBezTo>
                  <a:cubicBezTo>
                    <a:pt x="0" y="1530"/>
                    <a:pt x="23" y="1667"/>
                    <a:pt x="46" y="1804"/>
                  </a:cubicBezTo>
                  <a:cubicBezTo>
                    <a:pt x="69" y="1895"/>
                    <a:pt x="114" y="1986"/>
                    <a:pt x="160" y="2078"/>
                  </a:cubicBezTo>
                  <a:cubicBezTo>
                    <a:pt x="183" y="2123"/>
                    <a:pt x="206" y="2169"/>
                    <a:pt x="228" y="2192"/>
                  </a:cubicBezTo>
                  <a:cubicBezTo>
                    <a:pt x="343" y="2374"/>
                    <a:pt x="480" y="2511"/>
                    <a:pt x="662" y="2603"/>
                  </a:cubicBezTo>
                  <a:cubicBezTo>
                    <a:pt x="868" y="2717"/>
                    <a:pt x="1027" y="2762"/>
                    <a:pt x="1256" y="2785"/>
                  </a:cubicBezTo>
                  <a:cubicBezTo>
                    <a:pt x="1415" y="2785"/>
                    <a:pt x="1575" y="2762"/>
                    <a:pt x="1712" y="2740"/>
                  </a:cubicBezTo>
                  <a:cubicBezTo>
                    <a:pt x="1872" y="2694"/>
                    <a:pt x="2009" y="2648"/>
                    <a:pt x="2146" y="2557"/>
                  </a:cubicBezTo>
                  <a:cubicBezTo>
                    <a:pt x="2306" y="2443"/>
                    <a:pt x="2420" y="2329"/>
                    <a:pt x="2557" y="2169"/>
                  </a:cubicBezTo>
                  <a:cubicBezTo>
                    <a:pt x="2625" y="2055"/>
                    <a:pt x="2694" y="1918"/>
                    <a:pt x="2716" y="1781"/>
                  </a:cubicBezTo>
                  <a:cubicBezTo>
                    <a:pt x="2808" y="1530"/>
                    <a:pt x="2808" y="1210"/>
                    <a:pt x="2739" y="959"/>
                  </a:cubicBezTo>
                  <a:cubicBezTo>
                    <a:pt x="2716" y="822"/>
                    <a:pt x="2671" y="685"/>
                    <a:pt x="2602" y="594"/>
                  </a:cubicBezTo>
                  <a:cubicBezTo>
                    <a:pt x="2488" y="411"/>
                    <a:pt x="2374" y="297"/>
                    <a:pt x="2191" y="183"/>
                  </a:cubicBezTo>
                  <a:cubicBezTo>
                    <a:pt x="2169" y="160"/>
                    <a:pt x="2123" y="138"/>
                    <a:pt x="2100" y="115"/>
                  </a:cubicBezTo>
                  <a:cubicBezTo>
                    <a:pt x="2009" y="92"/>
                    <a:pt x="1918" y="46"/>
                    <a:pt x="1826" y="23"/>
                  </a:cubicBezTo>
                  <a:cubicBezTo>
                    <a:pt x="1724" y="12"/>
                    <a:pt x="1627" y="1"/>
                    <a:pt x="15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3252775" y="766400"/>
              <a:ext cx="62775" cy="62225"/>
            </a:xfrm>
            <a:custGeom>
              <a:avLst/>
              <a:gdLst/>
              <a:ahLst/>
              <a:cxnLst/>
              <a:rect l="l" t="t" r="r" b="b"/>
              <a:pathLst>
                <a:path w="2511" h="2489" extrusionOk="0">
                  <a:moveTo>
                    <a:pt x="1301" y="1"/>
                  </a:moveTo>
                  <a:cubicBezTo>
                    <a:pt x="1164" y="1"/>
                    <a:pt x="1050" y="24"/>
                    <a:pt x="913" y="46"/>
                  </a:cubicBezTo>
                  <a:cubicBezTo>
                    <a:pt x="822" y="69"/>
                    <a:pt x="731" y="115"/>
                    <a:pt x="639" y="206"/>
                  </a:cubicBezTo>
                  <a:cubicBezTo>
                    <a:pt x="548" y="229"/>
                    <a:pt x="457" y="275"/>
                    <a:pt x="388" y="343"/>
                  </a:cubicBezTo>
                  <a:cubicBezTo>
                    <a:pt x="342" y="389"/>
                    <a:pt x="320" y="435"/>
                    <a:pt x="274" y="480"/>
                  </a:cubicBezTo>
                  <a:cubicBezTo>
                    <a:pt x="251" y="526"/>
                    <a:pt x="206" y="549"/>
                    <a:pt x="183" y="594"/>
                  </a:cubicBezTo>
                  <a:cubicBezTo>
                    <a:pt x="137" y="686"/>
                    <a:pt x="114" y="754"/>
                    <a:pt x="91" y="823"/>
                  </a:cubicBezTo>
                  <a:cubicBezTo>
                    <a:pt x="69" y="845"/>
                    <a:pt x="69" y="891"/>
                    <a:pt x="69" y="914"/>
                  </a:cubicBezTo>
                  <a:cubicBezTo>
                    <a:pt x="0" y="1119"/>
                    <a:pt x="23" y="1348"/>
                    <a:pt x="69" y="1576"/>
                  </a:cubicBezTo>
                  <a:cubicBezTo>
                    <a:pt x="91" y="1667"/>
                    <a:pt x="137" y="1781"/>
                    <a:pt x="183" y="1873"/>
                  </a:cubicBezTo>
                  <a:cubicBezTo>
                    <a:pt x="228" y="1964"/>
                    <a:pt x="297" y="2055"/>
                    <a:pt x="388" y="2124"/>
                  </a:cubicBezTo>
                  <a:cubicBezTo>
                    <a:pt x="388" y="2146"/>
                    <a:pt x="411" y="2169"/>
                    <a:pt x="434" y="2192"/>
                  </a:cubicBezTo>
                  <a:cubicBezTo>
                    <a:pt x="502" y="2238"/>
                    <a:pt x="571" y="2283"/>
                    <a:pt x="639" y="2329"/>
                  </a:cubicBezTo>
                  <a:cubicBezTo>
                    <a:pt x="708" y="2375"/>
                    <a:pt x="776" y="2397"/>
                    <a:pt x="867" y="2420"/>
                  </a:cubicBezTo>
                  <a:cubicBezTo>
                    <a:pt x="890" y="2443"/>
                    <a:pt x="913" y="2443"/>
                    <a:pt x="936" y="2443"/>
                  </a:cubicBezTo>
                  <a:cubicBezTo>
                    <a:pt x="1050" y="2466"/>
                    <a:pt x="1164" y="2489"/>
                    <a:pt x="1278" y="2489"/>
                  </a:cubicBezTo>
                  <a:cubicBezTo>
                    <a:pt x="1392" y="2466"/>
                    <a:pt x="1507" y="2466"/>
                    <a:pt x="1598" y="2420"/>
                  </a:cubicBezTo>
                  <a:cubicBezTo>
                    <a:pt x="1712" y="2397"/>
                    <a:pt x="1826" y="2352"/>
                    <a:pt x="1917" y="2283"/>
                  </a:cubicBezTo>
                  <a:cubicBezTo>
                    <a:pt x="2009" y="2215"/>
                    <a:pt x="2100" y="2146"/>
                    <a:pt x="2169" y="2078"/>
                  </a:cubicBezTo>
                  <a:cubicBezTo>
                    <a:pt x="2237" y="1987"/>
                    <a:pt x="2305" y="1895"/>
                    <a:pt x="2351" y="1804"/>
                  </a:cubicBezTo>
                  <a:cubicBezTo>
                    <a:pt x="2397" y="1736"/>
                    <a:pt x="2420" y="1667"/>
                    <a:pt x="2442" y="1576"/>
                  </a:cubicBezTo>
                  <a:cubicBezTo>
                    <a:pt x="2465" y="1530"/>
                    <a:pt x="2465" y="1462"/>
                    <a:pt x="2488" y="1416"/>
                  </a:cubicBezTo>
                  <a:cubicBezTo>
                    <a:pt x="2511" y="1256"/>
                    <a:pt x="2488" y="1119"/>
                    <a:pt x="2465" y="982"/>
                  </a:cubicBezTo>
                  <a:cubicBezTo>
                    <a:pt x="2465" y="937"/>
                    <a:pt x="2442" y="914"/>
                    <a:pt x="2442" y="891"/>
                  </a:cubicBezTo>
                  <a:cubicBezTo>
                    <a:pt x="2397" y="800"/>
                    <a:pt x="2374" y="731"/>
                    <a:pt x="2328" y="640"/>
                  </a:cubicBezTo>
                  <a:cubicBezTo>
                    <a:pt x="2283" y="571"/>
                    <a:pt x="2237" y="503"/>
                    <a:pt x="2169" y="435"/>
                  </a:cubicBezTo>
                  <a:cubicBezTo>
                    <a:pt x="2146" y="412"/>
                    <a:pt x="2123" y="389"/>
                    <a:pt x="2100" y="366"/>
                  </a:cubicBezTo>
                  <a:cubicBezTo>
                    <a:pt x="2032" y="298"/>
                    <a:pt x="1963" y="252"/>
                    <a:pt x="1895" y="206"/>
                  </a:cubicBezTo>
                  <a:cubicBezTo>
                    <a:pt x="1872" y="183"/>
                    <a:pt x="1849" y="161"/>
                    <a:pt x="1803" y="161"/>
                  </a:cubicBezTo>
                  <a:cubicBezTo>
                    <a:pt x="1735" y="115"/>
                    <a:pt x="1644" y="69"/>
                    <a:pt x="1575" y="46"/>
                  </a:cubicBezTo>
                  <a:cubicBezTo>
                    <a:pt x="1484" y="24"/>
                    <a:pt x="1392" y="24"/>
                    <a:pt x="13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3244200" y="916975"/>
              <a:ext cx="41125" cy="53175"/>
            </a:xfrm>
            <a:custGeom>
              <a:avLst/>
              <a:gdLst/>
              <a:ahLst/>
              <a:cxnLst/>
              <a:rect l="l" t="t" r="r" b="b"/>
              <a:pathLst>
                <a:path w="1645" h="2127" extrusionOk="0">
                  <a:moveTo>
                    <a:pt x="901" y="0"/>
                  </a:moveTo>
                  <a:cubicBezTo>
                    <a:pt x="883" y="0"/>
                    <a:pt x="864" y="1"/>
                    <a:pt x="845" y="4"/>
                  </a:cubicBezTo>
                  <a:cubicBezTo>
                    <a:pt x="777" y="4"/>
                    <a:pt x="708" y="27"/>
                    <a:pt x="640" y="27"/>
                  </a:cubicBezTo>
                  <a:cubicBezTo>
                    <a:pt x="526" y="49"/>
                    <a:pt x="434" y="118"/>
                    <a:pt x="343" y="209"/>
                  </a:cubicBezTo>
                  <a:cubicBezTo>
                    <a:pt x="206" y="323"/>
                    <a:pt x="115" y="506"/>
                    <a:pt x="46" y="688"/>
                  </a:cubicBezTo>
                  <a:cubicBezTo>
                    <a:pt x="24" y="780"/>
                    <a:pt x="1" y="894"/>
                    <a:pt x="1" y="962"/>
                  </a:cubicBezTo>
                  <a:cubicBezTo>
                    <a:pt x="1" y="1008"/>
                    <a:pt x="1" y="1031"/>
                    <a:pt x="1" y="1054"/>
                  </a:cubicBezTo>
                  <a:cubicBezTo>
                    <a:pt x="1" y="1054"/>
                    <a:pt x="1" y="1076"/>
                    <a:pt x="1" y="1076"/>
                  </a:cubicBezTo>
                  <a:cubicBezTo>
                    <a:pt x="1" y="1099"/>
                    <a:pt x="1" y="1145"/>
                    <a:pt x="1" y="1168"/>
                  </a:cubicBezTo>
                  <a:cubicBezTo>
                    <a:pt x="1" y="1259"/>
                    <a:pt x="24" y="1350"/>
                    <a:pt x="46" y="1442"/>
                  </a:cubicBezTo>
                  <a:cubicBezTo>
                    <a:pt x="69" y="1487"/>
                    <a:pt x="115" y="1533"/>
                    <a:pt x="138" y="1579"/>
                  </a:cubicBezTo>
                  <a:cubicBezTo>
                    <a:pt x="138" y="1601"/>
                    <a:pt x="138" y="1624"/>
                    <a:pt x="160" y="1624"/>
                  </a:cubicBezTo>
                  <a:cubicBezTo>
                    <a:pt x="252" y="1784"/>
                    <a:pt x="389" y="1944"/>
                    <a:pt x="549" y="2035"/>
                  </a:cubicBezTo>
                  <a:cubicBezTo>
                    <a:pt x="663" y="2104"/>
                    <a:pt x="777" y="2126"/>
                    <a:pt x="914" y="2126"/>
                  </a:cubicBezTo>
                  <a:cubicBezTo>
                    <a:pt x="1005" y="2126"/>
                    <a:pt x="1096" y="2104"/>
                    <a:pt x="1165" y="2058"/>
                  </a:cubicBezTo>
                  <a:cubicBezTo>
                    <a:pt x="1256" y="2035"/>
                    <a:pt x="1347" y="1990"/>
                    <a:pt x="1393" y="1921"/>
                  </a:cubicBezTo>
                  <a:cubicBezTo>
                    <a:pt x="1484" y="1830"/>
                    <a:pt x="1553" y="1738"/>
                    <a:pt x="1576" y="1624"/>
                  </a:cubicBezTo>
                  <a:cubicBezTo>
                    <a:pt x="1621" y="1510"/>
                    <a:pt x="1621" y="1373"/>
                    <a:pt x="1644" y="1282"/>
                  </a:cubicBezTo>
                  <a:cubicBezTo>
                    <a:pt x="1644" y="1168"/>
                    <a:pt x="1621" y="1031"/>
                    <a:pt x="1598" y="917"/>
                  </a:cubicBezTo>
                  <a:cubicBezTo>
                    <a:pt x="1598" y="848"/>
                    <a:pt x="1553" y="780"/>
                    <a:pt x="1530" y="711"/>
                  </a:cubicBezTo>
                  <a:cubicBezTo>
                    <a:pt x="1530" y="711"/>
                    <a:pt x="1530" y="711"/>
                    <a:pt x="1530" y="688"/>
                  </a:cubicBezTo>
                  <a:cubicBezTo>
                    <a:pt x="1530" y="597"/>
                    <a:pt x="1507" y="506"/>
                    <a:pt x="1462" y="437"/>
                  </a:cubicBezTo>
                  <a:cubicBezTo>
                    <a:pt x="1439" y="346"/>
                    <a:pt x="1393" y="278"/>
                    <a:pt x="1325" y="209"/>
                  </a:cubicBezTo>
                  <a:cubicBezTo>
                    <a:pt x="1202" y="86"/>
                    <a:pt x="1061" y="0"/>
                    <a:pt x="9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3302975" y="1072850"/>
              <a:ext cx="55950" cy="61775"/>
            </a:xfrm>
            <a:custGeom>
              <a:avLst/>
              <a:gdLst/>
              <a:ahLst/>
              <a:cxnLst/>
              <a:rect l="l" t="t" r="r" b="b"/>
              <a:pathLst>
                <a:path w="2238" h="2471" extrusionOk="0">
                  <a:moveTo>
                    <a:pt x="959" y="0"/>
                  </a:moveTo>
                  <a:cubicBezTo>
                    <a:pt x="777" y="23"/>
                    <a:pt x="594" y="68"/>
                    <a:pt x="457" y="205"/>
                  </a:cubicBezTo>
                  <a:cubicBezTo>
                    <a:pt x="389" y="297"/>
                    <a:pt x="320" y="388"/>
                    <a:pt x="252" y="479"/>
                  </a:cubicBezTo>
                  <a:cubicBezTo>
                    <a:pt x="183" y="571"/>
                    <a:pt x="138" y="685"/>
                    <a:pt x="92" y="799"/>
                  </a:cubicBezTo>
                  <a:cubicBezTo>
                    <a:pt x="69" y="845"/>
                    <a:pt x="69" y="890"/>
                    <a:pt x="46" y="959"/>
                  </a:cubicBezTo>
                  <a:cubicBezTo>
                    <a:pt x="24" y="1073"/>
                    <a:pt x="1" y="1187"/>
                    <a:pt x="24" y="1324"/>
                  </a:cubicBezTo>
                  <a:cubicBezTo>
                    <a:pt x="46" y="1529"/>
                    <a:pt x="92" y="1758"/>
                    <a:pt x="229" y="1940"/>
                  </a:cubicBezTo>
                  <a:cubicBezTo>
                    <a:pt x="275" y="2009"/>
                    <a:pt x="343" y="2100"/>
                    <a:pt x="434" y="2168"/>
                  </a:cubicBezTo>
                  <a:cubicBezTo>
                    <a:pt x="571" y="2283"/>
                    <a:pt x="663" y="2351"/>
                    <a:pt x="845" y="2419"/>
                  </a:cubicBezTo>
                  <a:cubicBezTo>
                    <a:pt x="948" y="2454"/>
                    <a:pt x="1062" y="2471"/>
                    <a:pt x="1173" y="2471"/>
                  </a:cubicBezTo>
                  <a:cubicBezTo>
                    <a:pt x="1285" y="2471"/>
                    <a:pt x="1393" y="2454"/>
                    <a:pt x="1484" y="2419"/>
                  </a:cubicBezTo>
                  <a:cubicBezTo>
                    <a:pt x="1667" y="2351"/>
                    <a:pt x="1758" y="2305"/>
                    <a:pt x="1895" y="2168"/>
                  </a:cubicBezTo>
                  <a:cubicBezTo>
                    <a:pt x="1987" y="2100"/>
                    <a:pt x="2055" y="2009"/>
                    <a:pt x="2101" y="1917"/>
                  </a:cubicBezTo>
                  <a:cubicBezTo>
                    <a:pt x="2146" y="1826"/>
                    <a:pt x="2192" y="1735"/>
                    <a:pt x="2215" y="1643"/>
                  </a:cubicBezTo>
                  <a:cubicBezTo>
                    <a:pt x="2238" y="1575"/>
                    <a:pt x="2238" y="1461"/>
                    <a:pt x="2238" y="1392"/>
                  </a:cubicBezTo>
                  <a:cubicBezTo>
                    <a:pt x="2238" y="1301"/>
                    <a:pt x="2238" y="1210"/>
                    <a:pt x="2215" y="1141"/>
                  </a:cubicBezTo>
                  <a:cubicBezTo>
                    <a:pt x="2123" y="913"/>
                    <a:pt x="1964" y="685"/>
                    <a:pt x="1758" y="571"/>
                  </a:cubicBezTo>
                  <a:cubicBezTo>
                    <a:pt x="1713" y="548"/>
                    <a:pt x="1667" y="548"/>
                    <a:pt x="1621" y="525"/>
                  </a:cubicBezTo>
                  <a:cubicBezTo>
                    <a:pt x="1598" y="411"/>
                    <a:pt x="1530" y="297"/>
                    <a:pt x="1439" y="205"/>
                  </a:cubicBezTo>
                  <a:cubicBezTo>
                    <a:pt x="1325" y="91"/>
                    <a:pt x="1142" y="0"/>
                    <a:pt x="9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420525" y="1243525"/>
              <a:ext cx="57675" cy="69800"/>
            </a:xfrm>
            <a:custGeom>
              <a:avLst/>
              <a:gdLst/>
              <a:ahLst/>
              <a:cxnLst/>
              <a:rect l="l" t="t" r="r" b="b"/>
              <a:pathLst>
                <a:path w="2307" h="2792" extrusionOk="0">
                  <a:moveTo>
                    <a:pt x="1090" y="0"/>
                  </a:moveTo>
                  <a:cubicBezTo>
                    <a:pt x="987" y="0"/>
                    <a:pt x="886" y="23"/>
                    <a:pt x="800" y="66"/>
                  </a:cubicBezTo>
                  <a:cubicBezTo>
                    <a:pt x="708" y="89"/>
                    <a:pt x="640" y="135"/>
                    <a:pt x="571" y="203"/>
                  </a:cubicBezTo>
                  <a:cubicBezTo>
                    <a:pt x="480" y="294"/>
                    <a:pt x="434" y="386"/>
                    <a:pt x="389" y="500"/>
                  </a:cubicBezTo>
                  <a:cubicBezTo>
                    <a:pt x="320" y="683"/>
                    <a:pt x="252" y="865"/>
                    <a:pt x="183" y="1048"/>
                  </a:cubicBezTo>
                  <a:cubicBezTo>
                    <a:pt x="183" y="1093"/>
                    <a:pt x="161" y="1116"/>
                    <a:pt x="161" y="1162"/>
                  </a:cubicBezTo>
                  <a:cubicBezTo>
                    <a:pt x="115" y="1230"/>
                    <a:pt x="69" y="1322"/>
                    <a:pt x="46" y="1413"/>
                  </a:cubicBezTo>
                  <a:cubicBezTo>
                    <a:pt x="24" y="1504"/>
                    <a:pt x="1" y="1618"/>
                    <a:pt x="24" y="1710"/>
                  </a:cubicBezTo>
                  <a:cubicBezTo>
                    <a:pt x="24" y="1915"/>
                    <a:pt x="92" y="2098"/>
                    <a:pt x="206" y="2257"/>
                  </a:cubicBezTo>
                  <a:cubicBezTo>
                    <a:pt x="320" y="2440"/>
                    <a:pt x="434" y="2577"/>
                    <a:pt x="617" y="2668"/>
                  </a:cubicBezTo>
                  <a:cubicBezTo>
                    <a:pt x="788" y="2746"/>
                    <a:pt x="958" y="2792"/>
                    <a:pt x="1136" y="2792"/>
                  </a:cubicBezTo>
                  <a:cubicBezTo>
                    <a:pt x="1220" y="2792"/>
                    <a:pt x="1305" y="2782"/>
                    <a:pt x="1393" y="2760"/>
                  </a:cubicBezTo>
                  <a:cubicBezTo>
                    <a:pt x="1576" y="2714"/>
                    <a:pt x="1758" y="2600"/>
                    <a:pt x="1895" y="2463"/>
                  </a:cubicBezTo>
                  <a:cubicBezTo>
                    <a:pt x="2032" y="2349"/>
                    <a:pt x="2123" y="2189"/>
                    <a:pt x="2192" y="2029"/>
                  </a:cubicBezTo>
                  <a:cubicBezTo>
                    <a:pt x="2260" y="1847"/>
                    <a:pt x="2306" y="1687"/>
                    <a:pt x="2306" y="1504"/>
                  </a:cubicBezTo>
                  <a:cubicBezTo>
                    <a:pt x="2306" y="1276"/>
                    <a:pt x="2238" y="1071"/>
                    <a:pt x="2146" y="865"/>
                  </a:cubicBezTo>
                  <a:cubicBezTo>
                    <a:pt x="2009" y="546"/>
                    <a:pt x="1713" y="294"/>
                    <a:pt x="1416" y="89"/>
                  </a:cubicBezTo>
                  <a:cubicBezTo>
                    <a:pt x="1320" y="29"/>
                    <a:pt x="1204" y="0"/>
                    <a:pt x="10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3569475" y="1294525"/>
              <a:ext cx="75350" cy="59100"/>
            </a:xfrm>
            <a:custGeom>
              <a:avLst/>
              <a:gdLst/>
              <a:ahLst/>
              <a:cxnLst/>
              <a:rect l="l" t="t" r="r" b="b"/>
              <a:pathLst>
                <a:path w="3014" h="2364" extrusionOk="0">
                  <a:moveTo>
                    <a:pt x="1977" y="1"/>
                  </a:moveTo>
                  <a:cubicBezTo>
                    <a:pt x="1889" y="1"/>
                    <a:pt x="1803" y="12"/>
                    <a:pt x="1735" y="35"/>
                  </a:cubicBezTo>
                  <a:cubicBezTo>
                    <a:pt x="1552" y="103"/>
                    <a:pt x="1415" y="195"/>
                    <a:pt x="1301" y="354"/>
                  </a:cubicBezTo>
                  <a:cubicBezTo>
                    <a:pt x="1301" y="354"/>
                    <a:pt x="1301" y="354"/>
                    <a:pt x="1301" y="377"/>
                  </a:cubicBezTo>
                  <a:cubicBezTo>
                    <a:pt x="1233" y="286"/>
                    <a:pt x="1119" y="217"/>
                    <a:pt x="1004" y="195"/>
                  </a:cubicBezTo>
                  <a:cubicBezTo>
                    <a:pt x="951" y="187"/>
                    <a:pt x="890" y="182"/>
                    <a:pt x="828" y="182"/>
                  </a:cubicBezTo>
                  <a:cubicBezTo>
                    <a:pt x="703" y="182"/>
                    <a:pt x="571" y="202"/>
                    <a:pt x="479" y="263"/>
                  </a:cubicBezTo>
                  <a:cubicBezTo>
                    <a:pt x="343" y="377"/>
                    <a:pt x="251" y="446"/>
                    <a:pt x="137" y="605"/>
                  </a:cubicBezTo>
                  <a:cubicBezTo>
                    <a:pt x="114" y="674"/>
                    <a:pt x="91" y="742"/>
                    <a:pt x="46" y="811"/>
                  </a:cubicBezTo>
                  <a:cubicBezTo>
                    <a:pt x="46" y="834"/>
                    <a:pt x="46" y="879"/>
                    <a:pt x="23" y="902"/>
                  </a:cubicBezTo>
                  <a:cubicBezTo>
                    <a:pt x="0" y="994"/>
                    <a:pt x="0" y="1108"/>
                    <a:pt x="0" y="1222"/>
                  </a:cubicBezTo>
                  <a:cubicBezTo>
                    <a:pt x="23" y="1404"/>
                    <a:pt x="46" y="1518"/>
                    <a:pt x="137" y="1701"/>
                  </a:cubicBezTo>
                  <a:cubicBezTo>
                    <a:pt x="343" y="2135"/>
                    <a:pt x="822" y="2340"/>
                    <a:pt x="1278" y="2363"/>
                  </a:cubicBezTo>
                  <a:cubicBezTo>
                    <a:pt x="1461" y="2363"/>
                    <a:pt x="1666" y="2340"/>
                    <a:pt x="1849" y="2295"/>
                  </a:cubicBezTo>
                  <a:cubicBezTo>
                    <a:pt x="2032" y="2249"/>
                    <a:pt x="2191" y="2180"/>
                    <a:pt x="2351" y="2112"/>
                  </a:cubicBezTo>
                  <a:cubicBezTo>
                    <a:pt x="2557" y="1998"/>
                    <a:pt x="2716" y="1838"/>
                    <a:pt x="2830" y="1655"/>
                  </a:cubicBezTo>
                  <a:cubicBezTo>
                    <a:pt x="2899" y="1564"/>
                    <a:pt x="2945" y="1450"/>
                    <a:pt x="2967" y="1359"/>
                  </a:cubicBezTo>
                  <a:cubicBezTo>
                    <a:pt x="3013" y="1199"/>
                    <a:pt x="3013" y="1085"/>
                    <a:pt x="2990" y="925"/>
                  </a:cubicBezTo>
                  <a:cubicBezTo>
                    <a:pt x="2967" y="674"/>
                    <a:pt x="2853" y="446"/>
                    <a:pt x="2648" y="263"/>
                  </a:cubicBezTo>
                  <a:cubicBezTo>
                    <a:pt x="2534" y="149"/>
                    <a:pt x="2397" y="58"/>
                    <a:pt x="2237" y="35"/>
                  </a:cubicBezTo>
                  <a:cubicBezTo>
                    <a:pt x="2157" y="12"/>
                    <a:pt x="2066" y="1"/>
                    <a:pt x="19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3708125" y="1187100"/>
              <a:ext cx="66225" cy="64950"/>
            </a:xfrm>
            <a:custGeom>
              <a:avLst/>
              <a:gdLst/>
              <a:ahLst/>
              <a:cxnLst/>
              <a:rect l="l" t="t" r="r" b="b"/>
              <a:pathLst>
                <a:path w="2649" h="2598" extrusionOk="0">
                  <a:moveTo>
                    <a:pt x="1618" y="1"/>
                  </a:moveTo>
                  <a:cubicBezTo>
                    <a:pt x="1570" y="1"/>
                    <a:pt x="1519" y="6"/>
                    <a:pt x="1462" y="18"/>
                  </a:cubicBezTo>
                  <a:cubicBezTo>
                    <a:pt x="1370" y="18"/>
                    <a:pt x="1302" y="41"/>
                    <a:pt x="1210" y="86"/>
                  </a:cubicBezTo>
                  <a:cubicBezTo>
                    <a:pt x="1096" y="178"/>
                    <a:pt x="959" y="315"/>
                    <a:pt x="914" y="452"/>
                  </a:cubicBezTo>
                  <a:cubicBezTo>
                    <a:pt x="843" y="434"/>
                    <a:pt x="769" y="423"/>
                    <a:pt x="695" y="423"/>
                  </a:cubicBezTo>
                  <a:cubicBezTo>
                    <a:pt x="579" y="423"/>
                    <a:pt x="464" y="450"/>
                    <a:pt x="366" y="520"/>
                  </a:cubicBezTo>
                  <a:cubicBezTo>
                    <a:pt x="229" y="611"/>
                    <a:pt x="92" y="748"/>
                    <a:pt x="46" y="931"/>
                  </a:cubicBezTo>
                  <a:cubicBezTo>
                    <a:pt x="1" y="1159"/>
                    <a:pt x="1" y="1387"/>
                    <a:pt x="69" y="1593"/>
                  </a:cubicBezTo>
                  <a:cubicBezTo>
                    <a:pt x="138" y="1798"/>
                    <a:pt x="229" y="1981"/>
                    <a:pt x="389" y="2141"/>
                  </a:cubicBezTo>
                  <a:cubicBezTo>
                    <a:pt x="457" y="2232"/>
                    <a:pt x="548" y="2278"/>
                    <a:pt x="617" y="2346"/>
                  </a:cubicBezTo>
                  <a:cubicBezTo>
                    <a:pt x="663" y="2392"/>
                    <a:pt x="708" y="2415"/>
                    <a:pt x="777" y="2437"/>
                  </a:cubicBezTo>
                  <a:cubicBezTo>
                    <a:pt x="868" y="2483"/>
                    <a:pt x="959" y="2529"/>
                    <a:pt x="1073" y="2551"/>
                  </a:cubicBezTo>
                  <a:cubicBezTo>
                    <a:pt x="1188" y="2574"/>
                    <a:pt x="1302" y="2597"/>
                    <a:pt x="1416" y="2597"/>
                  </a:cubicBezTo>
                  <a:cubicBezTo>
                    <a:pt x="1621" y="2574"/>
                    <a:pt x="1827" y="2529"/>
                    <a:pt x="2009" y="2415"/>
                  </a:cubicBezTo>
                  <a:cubicBezTo>
                    <a:pt x="2192" y="2300"/>
                    <a:pt x="2329" y="2163"/>
                    <a:pt x="2420" y="1981"/>
                  </a:cubicBezTo>
                  <a:cubicBezTo>
                    <a:pt x="2603" y="1661"/>
                    <a:pt x="2648" y="1296"/>
                    <a:pt x="2580" y="954"/>
                  </a:cubicBezTo>
                  <a:cubicBezTo>
                    <a:pt x="2534" y="794"/>
                    <a:pt x="2466" y="634"/>
                    <a:pt x="2375" y="520"/>
                  </a:cubicBezTo>
                  <a:cubicBezTo>
                    <a:pt x="2329" y="429"/>
                    <a:pt x="2260" y="337"/>
                    <a:pt x="2169" y="269"/>
                  </a:cubicBezTo>
                  <a:cubicBezTo>
                    <a:pt x="2123" y="223"/>
                    <a:pt x="2055" y="178"/>
                    <a:pt x="1986" y="132"/>
                  </a:cubicBezTo>
                  <a:cubicBezTo>
                    <a:pt x="1918" y="86"/>
                    <a:pt x="1827" y="64"/>
                    <a:pt x="1758" y="18"/>
                  </a:cubicBezTo>
                  <a:cubicBezTo>
                    <a:pt x="1713" y="6"/>
                    <a:pt x="1667" y="1"/>
                    <a:pt x="1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3825100" y="989275"/>
              <a:ext cx="63375" cy="71075"/>
            </a:xfrm>
            <a:custGeom>
              <a:avLst/>
              <a:gdLst/>
              <a:ahLst/>
              <a:cxnLst/>
              <a:rect l="l" t="t" r="r" b="b"/>
              <a:pathLst>
                <a:path w="2535" h="2843" extrusionOk="0">
                  <a:moveTo>
                    <a:pt x="1148" y="0"/>
                  </a:moveTo>
                  <a:cubicBezTo>
                    <a:pt x="1023" y="0"/>
                    <a:pt x="891" y="41"/>
                    <a:pt x="800" y="102"/>
                  </a:cubicBezTo>
                  <a:cubicBezTo>
                    <a:pt x="640" y="170"/>
                    <a:pt x="503" y="353"/>
                    <a:pt x="480" y="513"/>
                  </a:cubicBezTo>
                  <a:cubicBezTo>
                    <a:pt x="435" y="672"/>
                    <a:pt x="457" y="809"/>
                    <a:pt x="503" y="946"/>
                  </a:cubicBezTo>
                  <a:cubicBezTo>
                    <a:pt x="366" y="1015"/>
                    <a:pt x="252" y="1129"/>
                    <a:pt x="161" y="1266"/>
                  </a:cubicBezTo>
                  <a:cubicBezTo>
                    <a:pt x="1" y="1563"/>
                    <a:pt x="47" y="1928"/>
                    <a:pt x="183" y="2225"/>
                  </a:cubicBezTo>
                  <a:cubicBezTo>
                    <a:pt x="402" y="2596"/>
                    <a:pt x="809" y="2842"/>
                    <a:pt x="1224" y="2842"/>
                  </a:cubicBezTo>
                  <a:cubicBezTo>
                    <a:pt x="1243" y="2842"/>
                    <a:pt x="1261" y="2842"/>
                    <a:pt x="1279" y="2841"/>
                  </a:cubicBezTo>
                  <a:cubicBezTo>
                    <a:pt x="1507" y="2841"/>
                    <a:pt x="1736" y="2795"/>
                    <a:pt x="1918" y="2658"/>
                  </a:cubicBezTo>
                  <a:cubicBezTo>
                    <a:pt x="2101" y="2521"/>
                    <a:pt x="2261" y="2362"/>
                    <a:pt x="2375" y="2156"/>
                  </a:cubicBezTo>
                  <a:cubicBezTo>
                    <a:pt x="2466" y="1951"/>
                    <a:pt x="2534" y="1745"/>
                    <a:pt x="2534" y="1517"/>
                  </a:cubicBezTo>
                  <a:cubicBezTo>
                    <a:pt x="2534" y="1266"/>
                    <a:pt x="2466" y="1060"/>
                    <a:pt x="2352" y="832"/>
                  </a:cubicBezTo>
                  <a:cubicBezTo>
                    <a:pt x="2146" y="444"/>
                    <a:pt x="1736" y="147"/>
                    <a:pt x="1325" y="33"/>
                  </a:cubicBezTo>
                  <a:cubicBezTo>
                    <a:pt x="1271" y="11"/>
                    <a:pt x="1211" y="0"/>
                    <a:pt x="1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3880450" y="813200"/>
              <a:ext cx="55950" cy="57100"/>
            </a:xfrm>
            <a:custGeom>
              <a:avLst/>
              <a:gdLst/>
              <a:ahLst/>
              <a:cxnLst/>
              <a:rect l="l" t="t" r="r" b="b"/>
              <a:pathLst>
                <a:path w="2238" h="2284" extrusionOk="0">
                  <a:moveTo>
                    <a:pt x="1051" y="1"/>
                  </a:moveTo>
                  <a:cubicBezTo>
                    <a:pt x="960" y="1"/>
                    <a:pt x="868" y="1"/>
                    <a:pt x="777" y="23"/>
                  </a:cubicBezTo>
                  <a:cubicBezTo>
                    <a:pt x="731" y="23"/>
                    <a:pt x="709" y="46"/>
                    <a:pt x="663" y="46"/>
                  </a:cubicBezTo>
                  <a:cubicBezTo>
                    <a:pt x="594" y="92"/>
                    <a:pt x="480" y="115"/>
                    <a:pt x="412" y="183"/>
                  </a:cubicBezTo>
                  <a:cubicBezTo>
                    <a:pt x="343" y="229"/>
                    <a:pt x="252" y="274"/>
                    <a:pt x="206" y="366"/>
                  </a:cubicBezTo>
                  <a:cubicBezTo>
                    <a:pt x="138" y="411"/>
                    <a:pt x="92" y="503"/>
                    <a:pt x="47" y="571"/>
                  </a:cubicBezTo>
                  <a:cubicBezTo>
                    <a:pt x="24" y="662"/>
                    <a:pt x="1" y="754"/>
                    <a:pt x="1" y="845"/>
                  </a:cubicBezTo>
                  <a:cubicBezTo>
                    <a:pt x="1" y="936"/>
                    <a:pt x="24" y="1028"/>
                    <a:pt x="47" y="1119"/>
                  </a:cubicBezTo>
                  <a:cubicBezTo>
                    <a:pt x="92" y="1210"/>
                    <a:pt x="138" y="1279"/>
                    <a:pt x="206" y="1347"/>
                  </a:cubicBezTo>
                  <a:cubicBezTo>
                    <a:pt x="206" y="1484"/>
                    <a:pt x="229" y="1621"/>
                    <a:pt x="252" y="1758"/>
                  </a:cubicBezTo>
                  <a:cubicBezTo>
                    <a:pt x="275" y="1872"/>
                    <a:pt x="343" y="1986"/>
                    <a:pt x="435" y="2055"/>
                  </a:cubicBezTo>
                  <a:cubicBezTo>
                    <a:pt x="526" y="2146"/>
                    <a:pt x="617" y="2215"/>
                    <a:pt x="731" y="2237"/>
                  </a:cubicBezTo>
                  <a:cubicBezTo>
                    <a:pt x="834" y="2272"/>
                    <a:pt x="931" y="2283"/>
                    <a:pt x="1025" y="2283"/>
                  </a:cubicBezTo>
                  <a:cubicBezTo>
                    <a:pt x="1119" y="2283"/>
                    <a:pt x="1211" y="2272"/>
                    <a:pt x="1302" y="2260"/>
                  </a:cubicBezTo>
                  <a:cubicBezTo>
                    <a:pt x="1393" y="2237"/>
                    <a:pt x="1485" y="2192"/>
                    <a:pt x="1553" y="2146"/>
                  </a:cubicBezTo>
                  <a:cubicBezTo>
                    <a:pt x="1599" y="2123"/>
                    <a:pt x="1644" y="2123"/>
                    <a:pt x="1667" y="2078"/>
                  </a:cubicBezTo>
                  <a:cubicBezTo>
                    <a:pt x="1736" y="2032"/>
                    <a:pt x="1827" y="1986"/>
                    <a:pt x="1873" y="1918"/>
                  </a:cubicBezTo>
                  <a:cubicBezTo>
                    <a:pt x="1941" y="1849"/>
                    <a:pt x="2010" y="1758"/>
                    <a:pt x="2055" y="1690"/>
                  </a:cubicBezTo>
                  <a:cubicBezTo>
                    <a:pt x="2147" y="1507"/>
                    <a:pt x="2192" y="1347"/>
                    <a:pt x="2215" y="1142"/>
                  </a:cubicBezTo>
                  <a:cubicBezTo>
                    <a:pt x="2238" y="959"/>
                    <a:pt x="2169" y="777"/>
                    <a:pt x="2078" y="617"/>
                  </a:cubicBezTo>
                  <a:cubicBezTo>
                    <a:pt x="2078" y="571"/>
                    <a:pt x="2055" y="548"/>
                    <a:pt x="2032" y="525"/>
                  </a:cubicBezTo>
                  <a:cubicBezTo>
                    <a:pt x="1987" y="457"/>
                    <a:pt x="1941" y="366"/>
                    <a:pt x="1873" y="320"/>
                  </a:cubicBezTo>
                  <a:cubicBezTo>
                    <a:pt x="1804" y="274"/>
                    <a:pt x="1736" y="206"/>
                    <a:pt x="1667" y="160"/>
                  </a:cubicBezTo>
                  <a:cubicBezTo>
                    <a:pt x="1599" y="115"/>
                    <a:pt x="1507" y="92"/>
                    <a:pt x="1416" y="46"/>
                  </a:cubicBezTo>
                  <a:cubicBezTo>
                    <a:pt x="1393" y="46"/>
                    <a:pt x="1348" y="46"/>
                    <a:pt x="1325" y="23"/>
                  </a:cubicBezTo>
                  <a:cubicBezTo>
                    <a:pt x="1233" y="23"/>
                    <a:pt x="1142" y="1"/>
                    <a:pt x="10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3822825" y="620900"/>
              <a:ext cx="59950" cy="65075"/>
            </a:xfrm>
            <a:custGeom>
              <a:avLst/>
              <a:gdLst/>
              <a:ahLst/>
              <a:cxnLst/>
              <a:rect l="l" t="t" r="r" b="b"/>
              <a:pathLst>
                <a:path w="2398" h="2603" extrusionOk="0">
                  <a:moveTo>
                    <a:pt x="708" y="0"/>
                  </a:moveTo>
                  <a:cubicBezTo>
                    <a:pt x="586" y="0"/>
                    <a:pt x="465" y="31"/>
                    <a:pt x="343" y="92"/>
                  </a:cubicBezTo>
                  <a:cubicBezTo>
                    <a:pt x="206" y="183"/>
                    <a:pt x="69" y="343"/>
                    <a:pt x="23" y="503"/>
                  </a:cubicBezTo>
                  <a:cubicBezTo>
                    <a:pt x="1" y="685"/>
                    <a:pt x="1" y="891"/>
                    <a:pt x="92" y="1050"/>
                  </a:cubicBezTo>
                  <a:cubicBezTo>
                    <a:pt x="115" y="1073"/>
                    <a:pt x="138" y="1096"/>
                    <a:pt x="160" y="1119"/>
                  </a:cubicBezTo>
                  <a:cubicBezTo>
                    <a:pt x="138" y="1210"/>
                    <a:pt x="138" y="1279"/>
                    <a:pt x="138" y="1370"/>
                  </a:cubicBezTo>
                  <a:cubicBezTo>
                    <a:pt x="138" y="1484"/>
                    <a:pt x="160" y="1598"/>
                    <a:pt x="183" y="1712"/>
                  </a:cubicBezTo>
                  <a:cubicBezTo>
                    <a:pt x="229" y="1804"/>
                    <a:pt x="252" y="1872"/>
                    <a:pt x="297" y="1963"/>
                  </a:cubicBezTo>
                  <a:cubicBezTo>
                    <a:pt x="297" y="1986"/>
                    <a:pt x="320" y="2009"/>
                    <a:pt x="343" y="2055"/>
                  </a:cubicBezTo>
                  <a:cubicBezTo>
                    <a:pt x="411" y="2146"/>
                    <a:pt x="480" y="2214"/>
                    <a:pt x="548" y="2283"/>
                  </a:cubicBezTo>
                  <a:cubicBezTo>
                    <a:pt x="708" y="2420"/>
                    <a:pt x="799" y="2466"/>
                    <a:pt x="982" y="2534"/>
                  </a:cubicBezTo>
                  <a:cubicBezTo>
                    <a:pt x="1028" y="2557"/>
                    <a:pt x="1051" y="2557"/>
                    <a:pt x="1073" y="2557"/>
                  </a:cubicBezTo>
                  <a:cubicBezTo>
                    <a:pt x="1142" y="2580"/>
                    <a:pt x="1233" y="2602"/>
                    <a:pt x="1324" y="2602"/>
                  </a:cubicBezTo>
                  <a:cubicBezTo>
                    <a:pt x="1507" y="2602"/>
                    <a:pt x="1644" y="2557"/>
                    <a:pt x="1804" y="2466"/>
                  </a:cubicBezTo>
                  <a:cubicBezTo>
                    <a:pt x="1895" y="2443"/>
                    <a:pt x="1986" y="2374"/>
                    <a:pt x="2055" y="2306"/>
                  </a:cubicBezTo>
                  <a:cubicBezTo>
                    <a:pt x="2055" y="2283"/>
                    <a:pt x="2078" y="2283"/>
                    <a:pt x="2101" y="2260"/>
                  </a:cubicBezTo>
                  <a:cubicBezTo>
                    <a:pt x="2146" y="2192"/>
                    <a:pt x="2192" y="2123"/>
                    <a:pt x="2237" y="2077"/>
                  </a:cubicBezTo>
                  <a:cubicBezTo>
                    <a:pt x="2329" y="1895"/>
                    <a:pt x="2374" y="1689"/>
                    <a:pt x="2397" y="1484"/>
                  </a:cubicBezTo>
                  <a:cubicBezTo>
                    <a:pt x="2397" y="1119"/>
                    <a:pt x="2237" y="731"/>
                    <a:pt x="1964" y="503"/>
                  </a:cubicBezTo>
                  <a:cubicBezTo>
                    <a:pt x="1849" y="411"/>
                    <a:pt x="1758" y="343"/>
                    <a:pt x="1667" y="274"/>
                  </a:cubicBezTo>
                  <a:cubicBezTo>
                    <a:pt x="1553" y="229"/>
                    <a:pt x="1439" y="183"/>
                    <a:pt x="1324" y="137"/>
                  </a:cubicBezTo>
                  <a:cubicBezTo>
                    <a:pt x="1187" y="92"/>
                    <a:pt x="1028" y="46"/>
                    <a:pt x="891" y="23"/>
                  </a:cubicBezTo>
                  <a:cubicBezTo>
                    <a:pt x="830" y="8"/>
                    <a:pt x="769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3623675" y="556425"/>
              <a:ext cx="63375" cy="66325"/>
            </a:xfrm>
            <a:custGeom>
              <a:avLst/>
              <a:gdLst/>
              <a:ahLst/>
              <a:cxnLst/>
              <a:rect l="l" t="t" r="r" b="b"/>
              <a:pathLst>
                <a:path w="2535" h="2653" extrusionOk="0">
                  <a:moveTo>
                    <a:pt x="1119" y="0"/>
                  </a:moveTo>
                  <a:cubicBezTo>
                    <a:pt x="868" y="0"/>
                    <a:pt x="617" y="69"/>
                    <a:pt x="411" y="206"/>
                  </a:cubicBezTo>
                  <a:cubicBezTo>
                    <a:pt x="252" y="297"/>
                    <a:pt x="137" y="434"/>
                    <a:pt x="92" y="616"/>
                  </a:cubicBezTo>
                  <a:cubicBezTo>
                    <a:pt x="46" y="753"/>
                    <a:pt x="69" y="913"/>
                    <a:pt x="115" y="1050"/>
                  </a:cubicBezTo>
                  <a:cubicBezTo>
                    <a:pt x="46" y="1141"/>
                    <a:pt x="1" y="1278"/>
                    <a:pt x="1" y="1415"/>
                  </a:cubicBezTo>
                  <a:cubicBezTo>
                    <a:pt x="1" y="1621"/>
                    <a:pt x="69" y="1872"/>
                    <a:pt x="183" y="2054"/>
                  </a:cubicBezTo>
                  <a:cubicBezTo>
                    <a:pt x="320" y="2237"/>
                    <a:pt x="480" y="2397"/>
                    <a:pt x="685" y="2488"/>
                  </a:cubicBezTo>
                  <a:cubicBezTo>
                    <a:pt x="864" y="2587"/>
                    <a:pt x="1043" y="2652"/>
                    <a:pt x="1252" y="2652"/>
                  </a:cubicBezTo>
                  <a:cubicBezTo>
                    <a:pt x="1283" y="2652"/>
                    <a:pt x="1315" y="2651"/>
                    <a:pt x="1347" y="2648"/>
                  </a:cubicBezTo>
                  <a:cubicBezTo>
                    <a:pt x="1439" y="2648"/>
                    <a:pt x="1553" y="2625"/>
                    <a:pt x="1667" y="2579"/>
                  </a:cubicBezTo>
                  <a:cubicBezTo>
                    <a:pt x="1849" y="2511"/>
                    <a:pt x="1941" y="2465"/>
                    <a:pt x="2100" y="2328"/>
                  </a:cubicBezTo>
                  <a:cubicBezTo>
                    <a:pt x="2260" y="2191"/>
                    <a:pt x="2374" y="1986"/>
                    <a:pt x="2443" y="1781"/>
                  </a:cubicBezTo>
                  <a:cubicBezTo>
                    <a:pt x="2466" y="1735"/>
                    <a:pt x="2489" y="1689"/>
                    <a:pt x="2489" y="1621"/>
                  </a:cubicBezTo>
                  <a:cubicBezTo>
                    <a:pt x="2511" y="1507"/>
                    <a:pt x="2534" y="1392"/>
                    <a:pt x="2534" y="1278"/>
                  </a:cubicBezTo>
                  <a:cubicBezTo>
                    <a:pt x="2511" y="1050"/>
                    <a:pt x="2466" y="822"/>
                    <a:pt x="2329" y="639"/>
                  </a:cubicBezTo>
                  <a:cubicBezTo>
                    <a:pt x="2215" y="457"/>
                    <a:pt x="2055" y="274"/>
                    <a:pt x="1827" y="183"/>
                  </a:cubicBezTo>
                  <a:cubicBezTo>
                    <a:pt x="1621" y="69"/>
                    <a:pt x="1370" y="0"/>
                    <a:pt x="1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3507275" y="709350"/>
              <a:ext cx="53650" cy="54800"/>
            </a:xfrm>
            <a:custGeom>
              <a:avLst/>
              <a:gdLst/>
              <a:ahLst/>
              <a:cxnLst/>
              <a:rect l="l" t="t" r="r" b="b"/>
              <a:pathLst>
                <a:path w="2146" h="2192" extrusionOk="0">
                  <a:moveTo>
                    <a:pt x="685" y="0"/>
                  </a:moveTo>
                  <a:cubicBezTo>
                    <a:pt x="594" y="0"/>
                    <a:pt x="502" y="23"/>
                    <a:pt x="411" y="69"/>
                  </a:cubicBezTo>
                  <a:cubicBezTo>
                    <a:pt x="343" y="92"/>
                    <a:pt x="251" y="137"/>
                    <a:pt x="206" y="206"/>
                  </a:cubicBezTo>
                  <a:cubicBezTo>
                    <a:pt x="137" y="274"/>
                    <a:pt x="91" y="343"/>
                    <a:pt x="46" y="434"/>
                  </a:cubicBezTo>
                  <a:cubicBezTo>
                    <a:pt x="0" y="525"/>
                    <a:pt x="0" y="617"/>
                    <a:pt x="0" y="708"/>
                  </a:cubicBezTo>
                  <a:cubicBezTo>
                    <a:pt x="0" y="890"/>
                    <a:pt x="69" y="1073"/>
                    <a:pt x="206" y="1187"/>
                  </a:cubicBezTo>
                  <a:cubicBezTo>
                    <a:pt x="206" y="1210"/>
                    <a:pt x="228" y="1210"/>
                    <a:pt x="228" y="1210"/>
                  </a:cubicBezTo>
                  <a:cubicBezTo>
                    <a:pt x="228" y="1301"/>
                    <a:pt x="251" y="1370"/>
                    <a:pt x="251" y="1461"/>
                  </a:cubicBezTo>
                  <a:cubicBezTo>
                    <a:pt x="274" y="1484"/>
                    <a:pt x="274" y="1507"/>
                    <a:pt x="274" y="1507"/>
                  </a:cubicBezTo>
                  <a:cubicBezTo>
                    <a:pt x="297" y="1575"/>
                    <a:pt x="320" y="1667"/>
                    <a:pt x="365" y="1712"/>
                  </a:cubicBezTo>
                  <a:cubicBezTo>
                    <a:pt x="365" y="1735"/>
                    <a:pt x="388" y="1758"/>
                    <a:pt x="388" y="1758"/>
                  </a:cubicBezTo>
                  <a:cubicBezTo>
                    <a:pt x="434" y="1826"/>
                    <a:pt x="480" y="1895"/>
                    <a:pt x="525" y="1940"/>
                  </a:cubicBezTo>
                  <a:cubicBezTo>
                    <a:pt x="639" y="2032"/>
                    <a:pt x="753" y="2100"/>
                    <a:pt x="913" y="2146"/>
                  </a:cubicBezTo>
                  <a:cubicBezTo>
                    <a:pt x="913" y="2169"/>
                    <a:pt x="936" y="2169"/>
                    <a:pt x="959" y="2169"/>
                  </a:cubicBezTo>
                  <a:cubicBezTo>
                    <a:pt x="1027" y="2192"/>
                    <a:pt x="1119" y="2192"/>
                    <a:pt x="1187" y="2192"/>
                  </a:cubicBezTo>
                  <a:cubicBezTo>
                    <a:pt x="1256" y="2192"/>
                    <a:pt x="1347" y="2169"/>
                    <a:pt x="1393" y="2169"/>
                  </a:cubicBezTo>
                  <a:lnTo>
                    <a:pt x="1415" y="2169"/>
                  </a:lnTo>
                  <a:cubicBezTo>
                    <a:pt x="1461" y="2146"/>
                    <a:pt x="1507" y="2123"/>
                    <a:pt x="1529" y="2123"/>
                  </a:cubicBezTo>
                  <a:cubicBezTo>
                    <a:pt x="1552" y="2100"/>
                    <a:pt x="1598" y="2100"/>
                    <a:pt x="1644" y="2077"/>
                  </a:cubicBezTo>
                  <a:cubicBezTo>
                    <a:pt x="1644" y="2077"/>
                    <a:pt x="1644" y="2055"/>
                    <a:pt x="1666" y="2055"/>
                  </a:cubicBezTo>
                  <a:cubicBezTo>
                    <a:pt x="1712" y="2032"/>
                    <a:pt x="1758" y="1986"/>
                    <a:pt x="1803" y="1940"/>
                  </a:cubicBezTo>
                  <a:cubicBezTo>
                    <a:pt x="1826" y="1918"/>
                    <a:pt x="1826" y="1918"/>
                    <a:pt x="1849" y="1895"/>
                  </a:cubicBezTo>
                  <a:cubicBezTo>
                    <a:pt x="1963" y="1758"/>
                    <a:pt x="2009" y="1689"/>
                    <a:pt x="2077" y="1507"/>
                  </a:cubicBezTo>
                  <a:cubicBezTo>
                    <a:pt x="2123" y="1415"/>
                    <a:pt x="2123" y="1301"/>
                    <a:pt x="2123" y="1210"/>
                  </a:cubicBezTo>
                  <a:cubicBezTo>
                    <a:pt x="2146" y="1119"/>
                    <a:pt x="2123" y="1005"/>
                    <a:pt x="2100" y="913"/>
                  </a:cubicBezTo>
                  <a:cubicBezTo>
                    <a:pt x="2100" y="890"/>
                    <a:pt x="2100" y="890"/>
                    <a:pt x="2100" y="868"/>
                  </a:cubicBezTo>
                  <a:cubicBezTo>
                    <a:pt x="2077" y="799"/>
                    <a:pt x="2032" y="708"/>
                    <a:pt x="2009" y="639"/>
                  </a:cubicBezTo>
                  <a:cubicBezTo>
                    <a:pt x="1986" y="594"/>
                    <a:pt x="1940" y="571"/>
                    <a:pt x="1918" y="525"/>
                  </a:cubicBezTo>
                  <a:cubicBezTo>
                    <a:pt x="1895" y="480"/>
                    <a:pt x="1849" y="434"/>
                    <a:pt x="1826" y="411"/>
                  </a:cubicBezTo>
                  <a:cubicBezTo>
                    <a:pt x="1758" y="343"/>
                    <a:pt x="1689" y="297"/>
                    <a:pt x="1621" y="251"/>
                  </a:cubicBezTo>
                  <a:cubicBezTo>
                    <a:pt x="1598" y="229"/>
                    <a:pt x="1575" y="229"/>
                    <a:pt x="1552" y="206"/>
                  </a:cubicBezTo>
                  <a:cubicBezTo>
                    <a:pt x="1529" y="206"/>
                    <a:pt x="1529" y="183"/>
                    <a:pt x="1507" y="183"/>
                  </a:cubicBezTo>
                  <a:cubicBezTo>
                    <a:pt x="1484" y="160"/>
                    <a:pt x="1461" y="114"/>
                    <a:pt x="1415" y="92"/>
                  </a:cubicBezTo>
                  <a:cubicBezTo>
                    <a:pt x="1300" y="42"/>
                    <a:pt x="1173" y="5"/>
                    <a:pt x="1051" y="5"/>
                  </a:cubicBezTo>
                  <a:cubicBezTo>
                    <a:pt x="1004" y="5"/>
                    <a:pt x="958" y="10"/>
                    <a:pt x="913" y="23"/>
                  </a:cubicBezTo>
                  <a:lnTo>
                    <a:pt x="868" y="23"/>
                  </a:lnTo>
                  <a:cubicBezTo>
                    <a:pt x="822" y="0"/>
                    <a:pt x="753" y="0"/>
                    <a:pt x="6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3382875" y="814350"/>
              <a:ext cx="54800" cy="53900"/>
            </a:xfrm>
            <a:custGeom>
              <a:avLst/>
              <a:gdLst/>
              <a:ahLst/>
              <a:cxnLst/>
              <a:rect l="l" t="t" r="r" b="b"/>
              <a:pathLst>
                <a:path w="2192" h="2156" extrusionOk="0">
                  <a:moveTo>
                    <a:pt x="1119" y="0"/>
                  </a:moveTo>
                  <a:cubicBezTo>
                    <a:pt x="1050" y="23"/>
                    <a:pt x="959" y="23"/>
                    <a:pt x="868" y="46"/>
                  </a:cubicBezTo>
                  <a:cubicBezTo>
                    <a:pt x="845" y="46"/>
                    <a:pt x="845" y="46"/>
                    <a:pt x="822" y="69"/>
                  </a:cubicBezTo>
                  <a:cubicBezTo>
                    <a:pt x="799" y="69"/>
                    <a:pt x="776" y="91"/>
                    <a:pt x="754" y="91"/>
                  </a:cubicBezTo>
                  <a:cubicBezTo>
                    <a:pt x="639" y="91"/>
                    <a:pt x="548" y="114"/>
                    <a:pt x="434" y="183"/>
                  </a:cubicBezTo>
                  <a:cubicBezTo>
                    <a:pt x="388" y="206"/>
                    <a:pt x="343" y="251"/>
                    <a:pt x="297" y="297"/>
                  </a:cubicBezTo>
                  <a:cubicBezTo>
                    <a:pt x="229" y="365"/>
                    <a:pt x="160" y="479"/>
                    <a:pt x="114" y="594"/>
                  </a:cubicBezTo>
                  <a:cubicBezTo>
                    <a:pt x="114" y="616"/>
                    <a:pt x="114" y="639"/>
                    <a:pt x="92" y="685"/>
                  </a:cubicBezTo>
                  <a:cubicBezTo>
                    <a:pt x="92" y="685"/>
                    <a:pt x="92" y="708"/>
                    <a:pt x="92" y="731"/>
                  </a:cubicBezTo>
                  <a:cubicBezTo>
                    <a:pt x="92" y="753"/>
                    <a:pt x="69" y="776"/>
                    <a:pt x="69" y="799"/>
                  </a:cubicBezTo>
                  <a:cubicBezTo>
                    <a:pt x="69" y="799"/>
                    <a:pt x="46" y="799"/>
                    <a:pt x="46" y="822"/>
                  </a:cubicBezTo>
                  <a:cubicBezTo>
                    <a:pt x="0" y="1004"/>
                    <a:pt x="23" y="1141"/>
                    <a:pt x="46" y="1324"/>
                  </a:cubicBezTo>
                  <a:cubicBezTo>
                    <a:pt x="69" y="1415"/>
                    <a:pt x="114" y="1484"/>
                    <a:pt x="183" y="1552"/>
                  </a:cubicBezTo>
                  <a:cubicBezTo>
                    <a:pt x="183" y="1575"/>
                    <a:pt x="206" y="1575"/>
                    <a:pt x="206" y="1598"/>
                  </a:cubicBezTo>
                  <a:cubicBezTo>
                    <a:pt x="206" y="1598"/>
                    <a:pt x="206" y="1598"/>
                    <a:pt x="229" y="1621"/>
                  </a:cubicBezTo>
                  <a:cubicBezTo>
                    <a:pt x="229" y="1644"/>
                    <a:pt x="251" y="1666"/>
                    <a:pt x="274" y="1689"/>
                  </a:cubicBezTo>
                  <a:cubicBezTo>
                    <a:pt x="320" y="1758"/>
                    <a:pt x="365" y="1826"/>
                    <a:pt x="434" y="1895"/>
                  </a:cubicBezTo>
                  <a:cubicBezTo>
                    <a:pt x="434" y="1895"/>
                    <a:pt x="457" y="1917"/>
                    <a:pt x="457" y="1917"/>
                  </a:cubicBezTo>
                  <a:cubicBezTo>
                    <a:pt x="571" y="2009"/>
                    <a:pt x="571" y="2032"/>
                    <a:pt x="685" y="2077"/>
                  </a:cubicBezTo>
                  <a:cubicBezTo>
                    <a:pt x="708" y="2077"/>
                    <a:pt x="754" y="2100"/>
                    <a:pt x="776" y="2100"/>
                  </a:cubicBezTo>
                  <a:cubicBezTo>
                    <a:pt x="868" y="2146"/>
                    <a:pt x="959" y="2146"/>
                    <a:pt x="1027" y="2146"/>
                  </a:cubicBezTo>
                  <a:cubicBezTo>
                    <a:pt x="1061" y="2152"/>
                    <a:pt x="1092" y="2155"/>
                    <a:pt x="1123" y="2155"/>
                  </a:cubicBezTo>
                  <a:cubicBezTo>
                    <a:pt x="1197" y="2155"/>
                    <a:pt x="1266" y="2139"/>
                    <a:pt x="1347" y="2123"/>
                  </a:cubicBezTo>
                  <a:cubicBezTo>
                    <a:pt x="1415" y="2100"/>
                    <a:pt x="1484" y="2054"/>
                    <a:pt x="1552" y="2032"/>
                  </a:cubicBezTo>
                  <a:cubicBezTo>
                    <a:pt x="1575" y="2009"/>
                    <a:pt x="1598" y="2009"/>
                    <a:pt x="1621" y="1986"/>
                  </a:cubicBezTo>
                  <a:cubicBezTo>
                    <a:pt x="1689" y="1940"/>
                    <a:pt x="1758" y="1895"/>
                    <a:pt x="1803" y="1849"/>
                  </a:cubicBezTo>
                  <a:cubicBezTo>
                    <a:pt x="1826" y="1826"/>
                    <a:pt x="1849" y="1803"/>
                    <a:pt x="1872" y="1803"/>
                  </a:cubicBezTo>
                  <a:cubicBezTo>
                    <a:pt x="1918" y="1712"/>
                    <a:pt x="2009" y="1644"/>
                    <a:pt x="2055" y="1552"/>
                  </a:cubicBezTo>
                  <a:cubicBezTo>
                    <a:pt x="2077" y="1461"/>
                    <a:pt x="2123" y="1392"/>
                    <a:pt x="2146" y="1324"/>
                  </a:cubicBezTo>
                  <a:cubicBezTo>
                    <a:pt x="2146" y="1301"/>
                    <a:pt x="2146" y="1278"/>
                    <a:pt x="2146" y="1256"/>
                  </a:cubicBezTo>
                  <a:cubicBezTo>
                    <a:pt x="2169" y="1187"/>
                    <a:pt x="2191" y="1096"/>
                    <a:pt x="2191" y="1004"/>
                  </a:cubicBezTo>
                  <a:cubicBezTo>
                    <a:pt x="2191" y="1004"/>
                    <a:pt x="2191" y="982"/>
                    <a:pt x="2191" y="982"/>
                  </a:cubicBezTo>
                  <a:cubicBezTo>
                    <a:pt x="2169" y="913"/>
                    <a:pt x="2169" y="845"/>
                    <a:pt x="2146" y="776"/>
                  </a:cubicBezTo>
                  <a:cubicBezTo>
                    <a:pt x="2146" y="685"/>
                    <a:pt x="2100" y="594"/>
                    <a:pt x="2055" y="548"/>
                  </a:cubicBezTo>
                  <a:cubicBezTo>
                    <a:pt x="2055" y="525"/>
                    <a:pt x="2055" y="502"/>
                    <a:pt x="2032" y="479"/>
                  </a:cubicBezTo>
                  <a:cubicBezTo>
                    <a:pt x="1986" y="434"/>
                    <a:pt x="1940" y="365"/>
                    <a:pt x="1918" y="320"/>
                  </a:cubicBezTo>
                  <a:cubicBezTo>
                    <a:pt x="1895" y="320"/>
                    <a:pt x="1895" y="297"/>
                    <a:pt x="1895" y="297"/>
                  </a:cubicBezTo>
                  <a:cubicBezTo>
                    <a:pt x="1872" y="297"/>
                    <a:pt x="1872" y="274"/>
                    <a:pt x="1849" y="274"/>
                  </a:cubicBezTo>
                  <a:cubicBezTo>
                    <a:pt x="1803" y="228"/>
                    <a:pt x="1758" y="183"/>
                    <a:pt x="1689" y="160"/>
                  </a:cubicBezTo>
                  <a:cubicBezTo>
                    <a:pt x="1621" y="114"/>
                    <a:pt x="1552" y="91"/>
                    <a:pt x="1484" y="46"/>
                  </a:cubicBezTo>
                  <a:lnTo>
                    <a:pt x="1415" y="46"/>
                  </a:lnTo>
                  <a:cubicBezTo>
                    <a:pt x="1324" y="23"/>
                    <a:pt x="1210" y="0"/>
                    <a:pt x="1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3384000" y="968850"/>
              <a:ext cx="55375" cy="58350"/>
            </a:xfrm>
            <a:custGeom>
              <a:avLst/>
              <a:gdLst/>
              <a:ahLst/>
              <a:cxnLst/>
              <a:rect l="l" t="t" r="r" b="b"/>
              <a:pathLst>
                <a:path w="2215" h="2334" extrusionOk="0">
                  <a:moveTo>
                    <a:pt x="946" y="0"/>
                  </a:moveTo>
                  <a:cubicBezTo>
                    <a:pt x="830" y="0"/>
                    <a:pt x="715" y="27"/>
                    <a:pt x="617" y="97"/>
                  </a:cubicBezTo>
                  <a:cubicBezTo>
                    <a:pt x="526" y="166"/>
                    <a:pt x="435" y="234"/>
                    <a:pt x="366" y="303"/>
                  </a:cubicBezTo>
                  <a:cubicBezTo>
                    <a:pt x="275" y="394"/>
                    <a:pt x="206" y="485"/>
                    <a:pt x="161" y="599"/>
                  </a:cubicBezTo>
                  <a:cubicBezTo>
                    <a:pt x="115" y="713"/>
                    <a:pt x="47" y="805"/>
                    <a:pt x="47" y="919"/>
                  </a:cubicBezTo>
                  <a:cubicBezTo>
                    <a:pt x="24" y="1010"/>
                    <a:pt x="1" y="1101"/>
                    <a:pt x="1" y="1193"/>
                  </a:cubicBezTo>
                  <a:cubicBezTo>
                    <a:pt x="1" y="1284"/>
                    <a:pt x="24" y="1375"/>
                    <a:pt x="47" y="1444"/>
                  </a:cubicBezTo>
                  <a:cubicBezTo>
                    <a:pt x="47" y="1489"/>
                    <a:pt x="47" y="1512"/>
                    <a:pt x="69" y="1535"/>
                  </a:cubicBezTo>
                  <a:cubicBezTo>
                    <a:pt x="92" y="1604"/>
                    <a:pt x="115" y="1695"/>
                    <a:pt x="161" y="1763"/>
                  </a:cubicBezTo>
                  <a:cubicBezTo>
                    <a:pt x="206" y="1832"/>
                    <a:pt x="275" y="1900"/>
                    <a:pt x="320" y="1969"/>
                  </a:cubicBezTo>
                  <a:cubicBezTo>
                    <a:pt x="343" y="1992"/>
                    <a:pt x="343" y="1992"/>
                    <a:pt x="366" y="2014"/>
                  </a:cubicBezTo>
                  <a:cubicBezTo>
                    <a:pt x="435" y="2083"/>
                    <a:pt x="503" y="2129"/>
                    <a:pt x="572" y="2174"/>
                  </a:cubicBezTo>
                  <a:cubicBezTo>
                    <a:pt x="640" y="2220"/>
                    <a:pt x="731" y="2243"/>
                    <a:pt x="800" y="2266"/>
                  </a:cubicBezTo>
                  <a:cubicBezTo>
                    <a:pt x="914" y="2311"/>
                    <a:pt x="1028" y="2334"/>
                    <a:pt x="1142" y="2334"/>
                  </a:cubicBezTo>
                  <a:lnTo>
                    <a:pt x="1211" y="2334"/>
                  </a:lnTo>
                  <a:cubicBezTo>
                    <a:pt x="1302" y="2334"/>
                    <a:pt x="1393" y="2311"/>
                    <a:pt x="1462" y="2288"/>
                  </a:cubicBezTo>
                  <a:cubicBezTo>
                    <a:pt x="1644" y="2243"/>
                    <a:pt x="1758" y="2174"/>
                    <a:pt x="1895" y="2037"/>
                  </a:cubicBezTo>
                  <a:cubicBezTo>
                    <a:pt x="1918" y="2014"/>
                    <a:pt x="1964" y="1969"/>
                    <a:pt x="1987" y="1923"/>
                  </a:cubicBezTo>
                  <a:cubicBezTo>
                    <a:pt x="2010" y="1900"/>
                    <a:pt x="2055" y="1855"/>
                    <a:pt x="2078" y="1809"/>
                  </a:cubicBezTo>
                  <a:cubicBezTo>
                    <a:pt x="2124" y="1718"/>
                    <a:pt x="2169" y="1604"/>
                    <a:pt x="2192" y="1512"/>
                  </a:cubicBezTo>
                  <a:cubicBezTo>
                    <a:pt x="2215" y="1307"/>
                    <a:pt x="2215" y="1216"/>
                    <a:pt x="2192" y="1010"/>
                  </a:cubicBezTo>
                  <a:cubicBezTo>
                    <a:pt x="2169" y="987"/>
                    <a:pt x="2169" y="964"/>
                    <a:pt x="2169" y="942"/>
                  </a:cubicBezTo>
                  <a:cubicBezTo>
                    <a:pt x="2146" y="873"/>
                    <a:pt x="2101" y="805"/>
                    <a:pt x="2078" y="736"/>
                  </a:cubicBezTo>
                  <a:cubicBezTo>
                    <a:pt x="2055" y="713"/>
                    <a:pt x="2055" y="713"/>
                    <a:pt x="2055" y="691"/>
                  </a:cubicBezTo>
                  <a:cubicBezTo>
                    <a:pt x="2010" y="645"/>
                    <a:pt x="1964" y="576"/>
                    <a:pt x="1918" y="531"/>
                  </a:cubicBezTo>
                  <a:cubicBezTo>
                    <a:pt x="1918" y="531"/>
                    <a:pt x="1918" y="531"/>
                    <a:pt x="1895" y="508"/>
                  </a:cubicBezTo>
                  <a:cubicBezTo>
                    <a:pt x="1850" y="462"/>
                    <a:pt x="1781" y="417"/>
                    <a:pt x="1736" y="394"/>
                  </a:cubicBezTo>
                  <a:cubicBezTo>
                    <a:pt x="1736" y="371"/>
                    <a:pt x="1713" y="371"/>
                    <a:pt x="1713" y="371"/>
                  </a:cubicBezTo>
                  <a:cubicBezTo>
                    <a:pt x="1667" y="348"/>
                    <a:pt x="1599" y="325"/>
                    <a:pt x="1553" y="303"/>
                  </a:cubicBezTo>
                  <a:cubicBezTo>
                    <a:pt x="1439" y="166"/>
                    <a:pt x="1325" y="51"/>
                    <a:pt x="1165" y="29"/>
                  </a:cubicBezTo>
                  <a:cubicBezTo>
                    <a:pt x="1094" y="11"/>
                    <a:pt x="1020" y="0"/>
                    <a:pt x="9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3496425" y="1096150"/>
              <a:ext cx="64500" cy="61400"/>
            </a:xfrm>
            <a:custGeom>
              <a:avLst/>
              <a:gdLst/>
              <a:ahLst/>
              <a:cxnLst/>
              <a:rect l="l" t="t" r="r" b="b"/>
              <a:pathLst>
                <a:path w="2580" h="2456" extrusionOk="0">
                  <a:moveTo>
                    <a:pt x="976" y="0"/>
                  </a:moveTo>
                  <a:cubicBezTo>
                    <a:pt x="956" y="0"/>
                    <a:pt x="935" y="1"/>
                    <a:pt x="914" y="4"/>
                  </a:cubicBezTo>
                  <a:cubicBezTo>
                    <a:pt x="868" y="4"/>
                    <a:pt x="799" y="4"/>
                    <a:pt x="731" y="27"/>
                  </a:cubicBezTo>
                  <a:cubicBezTo>
                    <a:pt x="617" y="49"/>
                    <a:pt x="525" y="118"/>
                    <a:pt x="434" y="186"/>
                  </a:cubicBezTo>
                  <a:cubicBezTo>
                    <a:pt x="411" y="209"/>
                    <a:pt x="389" y="232"/>
                    <a:pt x="366" y="278"/>
                  </a:cubicBezTo>
                  <a:cubicBezTo>
                    <a:pt x="320" y="323"/>
                    <a:pt x="252" y="392"/>
                    <a:pt x="206" y="483"/>
                  </a:cubicBezTo>
                  <a:cubicBezTo>
                    <a:pt x="137" y="574"/>
                    <a:pt x="92" y="689"/>
                    <a:pt x="69" y="803"/>
                  </a:cubicBezTo>
                  <a:cubicBezTo>
                    <a:pt x="1" y="1031"/>
                    <a:pt x="1" y="1305"/>
                    <a:pt x="69" y="1533"/>
                  </a:cubicBezTo>
                  <a:cubicBezTo>
                    <a:pt x="115" y="1624"/>
                    <a:pt x="137" y="1693"/>
                    <a:pt x="183" y="1784"/>
                  </a:cubicBezTo>
                  <a:cubicBezTo>
                    <a:pt x="183" y="1807"/>
                    <a:pt x="206" y="1830"/>
                    <a:pt x="229" y="1853"/>
                  </a:cubicBezTo>
                  <a:cubicBezTo>
                    <a:pt x="274" y="1921"/>
                    <a:pt x="320" y="2012"/>
                    <a:pt x="389" y="2058"/>
                  </a:cubicBezTo>
                  <a:cubicBezTo>
                    <a:pt x="457" y="2127"/>
                    <a:pt x="525" y="2172"/>
                    <a:pt x="594" y="2218"/>
                  </a:cubicBezTo>
                  <a:cubicBezTo>
                    <a:pt x="799" y="2378"/>
                    <a:pt x="1028" y="2423"/>
                    <a:pt x="1279" y="2446"/>
                  </a:cubicBezTo>
                  <a:cubicBezTo>
                    <a:pt x="1312" y="2453"/>
                    <a:pt x="1348" y="2456"/>
                    <a:pt x="1384" y="2456"/>
                  </a:cubicBezTo>
                  <a:cubicBezTo>
                    <a:pt x="1471" y="2456"/>
                    <a:pt x="1563" y="2439"/>
                    <a:pt x="1644" y="2423"/>
                  </a:cubicBezTo>
                  <a:cubicBezTo>
                    <a:pt x="1667" y="2400"/>
                    <a:pt x="1690" y="2400"/>
                    <a:pt x="1735" y="2400"/>
                  </a:cubicBezTo>
                  <a:cubicBezTo>
                    <a:pt x="1804" y="2355"/>
                    <a:pt x="1895" y="2332"/>
                    <a:pt x="1963" y="2286"/>
                  </a:cubicBezTo>
                  <a:cubicBezTo>
                    <a:pt x="2032" y="2264"/>
                    <a:pt x="2055" y="2218"/>
                    <a:pt x="2123" y="2195"/>
                  </a:cubicBezTo>
                  <a:cubicBezTo>
                    <a:pt x="2169" y="2149"/>
                    <a:pt x="2215" y="2127"/>
                    <a:pt x="2237" y="2081"/>
                  </a:cubicBezTo>
                  <a:cubicBezTo>
                    <a:pt x="2306" y="2012"/>
                    <a:pt x="2352" y="1944"/>
                    <a:pt x="2397" y="1876"/>
                  </a:cubicBezTo>
                  <a:cubicBezTo>
                    <a:pt x="2443" y="1784"/>
                    <a:pt x="2488" y="1716"/>
                    <a:pt x="2511" y="1624"/>
                  </a:cubicBezTo>
                  <a:cubicBezTo>
                    <a:pt x="2511" y="1602"/>
                    <a:pt x="2534" y="1579"/>
                    <a:pt x="2534" y="1533"/>
                  </a:cubicBezTo>
                  <a:cubicBezTo>
                    <a:pt x="2557" y="1465"/>
                    <a:pt x="2580" y="1373"/>
                    <a:pt x="2580" y="1282"/>
                  </a:cubicBezTo>
                  <a:cubicBezTo>
                    <a:pt x="2580" y="1099"/>
                    <a:pt x="2534" y="940"/>
                    <a:pt x="2443" y="780"/>
                  </a:cubicBezTo>
                  <a:cubicBezTo>
                    <a:pt x="2374" y="643"/>
                    <a:pt x="2260" y="506"/>
                    <a:pt x="2123" y="415"/>
                  </a:cubicBezTo>
                  <a:cubicBezTo>
                    <a:pt x="2100" y="415"/>
                    <a:pt x="2100" y="415"/>
                    <a:pt x="2078" y="392"/>
                  </a:cubicBezTo>
                  <a:cubicBezTo>
                    <a:pt x="2032" y="369"/>
                    <a:pt x="1963" y="346"/>
                    <a:pt x="1895" y="323"/>
                  </a:cubicBezTo>
                  <a:lnTo>
                    <a:pt x="1872" y="323"/>
                  </a:lnTo>
                  <a:cubicBezTo>
                    <a:pt x="1804" y="301"/>
                    <a:pt x="1712" y="301"/>
                    <a:pt x="1644" y="301"/>
                  </a:cubicBezTo>
                  <a:cubicBezTo>
                    <a:pt x="1598" y="301"/>
                    <a:pt x="1553" y="301"/>
                    <a:pt x="1507" y="323"/>
                  </a:cubicBezTo>
                  <a:cubicBezTo>
                    <a:pt x="1484" y="278"/>
                    <a:pt x="1461" y="232"/>
                    <a:pt x="1416" y="186"/>
                  </a:cubicBezTo>
                  <a:cubicBezTo>
                    <a:pt x="1293" y="84"/>
                    <a:pt x="1152" y="0"/>
                    <a:pt x="9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3649350" y="1068850"/>
              <a:ext cx="67375" cy="59375"/>
            </a:xfrm>
            <a:custGeom>
              <a:avLst/>
              <a:gdLst/>
              <a:ahLst/>
              <a:cxnLst/>
              <a:rect l="l" t="t" r="r" b="b"/>
              <a:pathLst>
                <a:path w="2695" h="2375" extrusionOk="0">
                  <a:moveTo>
                    <a:pt x="1530" y="0"/>
                  </a:moveTo>
                  <a:cubicBezTo>
                    <a:pt x="1439" y="0"/>
                    <a:pt x="1347" y="0"/>
                    <a:pt x="1279" y="46"/>
                  </a:cubicBezTo>
                  <a:cubicBezTo>
                    <a:pt x="1119" y="92"/>
                    <a:pt x="982" y="160"/>
                    <a:pt x="868" y="274"/>
                  </a:cubicBezTo>
                  <a:cubicBezTo>
                    <a:pt x="845" y="274"/>
                    <a:pt x="845" y="297"/>
                    <a:pt x="845" y="297"/>
                  </a:cubicBezTo>
                  <a:lnTo>
                    <a:pt x="708" y="297"/>
                  </a:lnTo>
                  <a:cubicBezTo>
                    <a:pt x="526" y="297"/>
                    <a:pt x="343" y="365"/>
                    <a:pt x="229" y="502"/>
                  </a:cubicBezTo>
                  <a:lnTo>
                    <a:pt x="115" y="639"/>
                  </a:lnTo>
                  <a:cubicBezTo>
                    <a:pt x="46" y="753"/>
                    <a:pt x="24" y="868"/>
                    <a:pt x="24" y="982"/>
                  </a:cubicBezTo>
                  <a:cubicBezTo>
                    <a:pt x="1" y="1050"/>
                    <a:pt x="1" y="1096"/>
                    <a:pt x="24" y="1141"/>
                  </a:cubicBezTo>
                  <a:cubicBezTo>
                    <a:pt x="24" y="1278"/>
                    <a:pt x="46" y="1370"/>
                    <a:pt x="92" y="1484"/>
                  </a:cubicBezTo>
                  <a:cubicBezTo>
                    <a:pt x="160" y="1689"/>
                    <a:pt x="275" y="1872"/>
                    <a:pt x="434" y="2032"/>
                  </a:cubicBezTo>
                  <a:cubicBezTo>
                    <a:pt x="594" y="2169"/>
                    <a:pt x="800" y="2306"/>
                    <a:pt x="1005" y="2351"/>
                  </a:cubicBezTo>
                  <a:cubicBezTo>
                    <a:pt x="1119" y="2363"/>
                    <a:pt x="1233" y="2374"/>
                    <a:pt x="1345" y="2374"/>
                  </a:cubicBezTo>
                  <a:cubicBezTo>
                    <a:pt x="1456" y="2374"/>
                    <a:pt x="1564" y="2363"/>
                    <a:pt x="1667" y="2328"/>
                  </a:cubicBezTo>
                  <a:cubicBezTo>
                    <a:pt x="2101" y="2191"/>
                    <a:pt x="2420" y="1872"/>
                    <a:pt x="2557" y="1438"/>
                  </a:cubicBezTo>
                  <a:cubicBezTo>
                    <a:pt x="2694" y="959"/>
                    <a:pt x="2511" y="388"/>
                    <a:pt x="2078" y="137"/>
                  </a:cubicBezTo>
                  <a:cubicBezTo>
                    <a:pt x="1918" y="46"/>
                    <a:pt x="1781" y="23"/>
                    <a:pt x="15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3726400" y="889675"/>
              <a:ext cx="62775" cy="62325"/>
            </a:xfrm>
            <a:custGeom>
              <a:avLst/>
              <a:gdLst/>
              <a:ahLst/>
              <a:cxnLst/>
              <a:rect l="l" t="t" r="r" b="b"/>
              <a:pathLst>
                <a:path w="2511" h="2493" extrusionOk="0">
                  <a:moveTo>
                    <a:pt x="1073" y="0"/>
                  </a:moveTo>
                  <a:cubicBezTo>
                    <a:pt x="1004" y="23"/>
                    <a:pt x="959" y="23"/>
                    <a:pt x="890" y="46"/>
                  </a:cubicBezTo>
                  <a:cubicBezTo>
                    <a:pt x="799" y="69"/>
                    <a:pt x="685" y="114"/>
                    <a:pt x="594" y="183"/>
                  </a:cubicBezTo>
                  <a:cubicBezTo>
                    <a:pt x="434" y="274"/>
                    <a:pt x="320" y="411"/>
                    <a:pt x="274" y="594"/>
                  </a:cubicBezTo>
                  <a:cubicBezTo>
                    <a:pt x="251" y="639"/>
                    <a:pt x="251" y="685"/>
                    <a:pt x="251" y="731"/>
                  </a:cubicBezTo>
                  <a:cubicBezTo>
                    <a:pt x="228" y="753"/>
                    <a:pt x="228" y="753"/>
                    <a:pt x="206" y="776"/>
                  </a:cubicBezTo>
                  <a:cubicBezTo>
                    <a:pt x="91" y="913"/>
                    <a:pt x="0" y="1073"/>
                    <a:pt x="0" y="1255"/>
                  </a:cubicBezTo>
                  <a:cubicBezTo>
                    <a:pt x="23" y="1484"/>
                    <a:pt x="69" y="1712"/>
                    <a:pt x="206" y="1895"/>
                  </a:cubicBezTo>
                  <a:cubicBezTo>
                    <a:pt x="320" y="2077"/>
                    <a:pt x="479" y="2237"/>
                    <a:pt x="662" y="2351"/>
                  </a:cubicBezTo>
                  <a:cubicBezTo>
                    <a:pt x="840" y="2430"/>
                    <a:pt x="1019" y="2492"/>
                    <a:pt x="1212" y="2492"/>
                  </a:cubicBezTo>
                  <a:cubicBezTo>
                    <a:pt x="1242" y="2492"/>
                    <a:pt x="1271" y="2491"/>
                    <a:pt x="1301" y="2488"/>
                  </a:cubicBezTo>
                  <a:cubicBezTo>
                    <a:pt x="1507" y="2488"/>
                    <a:pt x="1735" y="2442"/>
                    <a:pt x="1917" y="2305"/>
                  </a:cubicBezTo>
                  <a:cubicBezTo>
                    <a:pt x="2100" y="2191"/>
                    <a:pt x="2260" y="2032"/>
                    <a:pt x="2351" y="1849"/>
                  </a:cubicBezTo>
                  <a:cubicBezTo>
                    <a:pt x="2442" y="1644"/>
                    <a:pt x="2511" y="1438"/>
                    <a:pt x="2511" y="1233"/>
                  </a:cubicBezTo>
                  <a:cubicBezTo>
                    <a:pt x="2511" y="1004"/>
                    <a:pt x="2465" y="776"/>
                    <a:pt x="2351" y="594"/>
                  </a:cubicBezTo>
                  <a:cubicBezTo>
                    <a:pt x="2283" y="525"/>
                    <a:pt x="2237" y="434"/>
                    <a:pt x="2146" y="365"/>
                  </a:cubicBezTo>
                  <a:cubicBezTo>
                    <a:pt x="2077" y="274"/>
                    <a:pt x="1986" y="206"/>
                    <a:pt x="1895" y="160"/>
                  </a:cubicBezTo>
                  <a:cubicBezTo>
                    <a:pt x="1689" y="46"/>
                    <a:pt x="1461" y="0"/>
                    <a:pt x="12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3695000" y="733650"/>
              <a:ext cx="61650" cy="58450"/>
            </a:xfrm>
            <a:custGeom>
              <a:avLst/>
              <a:gdLst/>
              <a:ahLst/>
              <a:cxnLst/>
              <a:rect l="l" t="t" r="r" b="b"/>
              <a:pathLst>
                <a:path w="2466" h="2338" extrusionOk="0">
                  <a:moveTo>
                    <a:pt x="1212" y="0"/>
                  </a:moveTo>
                  <a:cubicBezTo>
                    <a:pt x="1175" y="0"/>
                    <a:pt x="1136" y="3"/>
                    <a:pt x="1096" y="10"/>
                  </a:cubicBezTo>
                  <a:cubicBezTo>
                    <a:pt x="914" y="10"/>
                    <a:pt x="708" y="33"/>
                    <a:pt x="526" y="124"/>
                  </a:cubicBezTo>
                  <a:cubicBezTo>
                    <a:pt x="434" y="124"/>
                    <a:pt x="343" y="170"/>
                    <a:pt x="275" y="238"/>
                  </a:cubicBezTo>
                  <a:cubicBezTo>
                    <a:pt x="206" y="284"/>
                    <a:pt x="138" y="352"/>
                    <a:pt x="92" y="443"/>
                  </a:cubicBezTo>
                  <a:cubicBezTo>
                    <a:pt x="46" y="512"/>
                    <a:pt x="24" y="603"/>
                    <a:pt x="24" y="695"/>
                  </a:cubicBezTo>
                  <a:cubicBezTo>
                    <a:pt x="1" y="786"/>
                    <a:pt x="1" y="877"/>
                    <a:pt x="24" y="968"/>
                  </a:cubicBezTo>
                  <a:cubicBezTo>
                    <a:pt x="92" y="1128"/>
                    <a:pt x="183" y="1311"/>
                    <a:pt x="343" y="1379"/>
                  </a:cubicBezTo>
                  <a:cubicBezTo>
                    <a:pt x="389" y="1402"/>
                    <a:pt x="412" y="1402"/>
                    <a:pt x="434" y="1425"/>
                  </a:cubicBezTo>
                  <a:cubicBezTo>
                    <a:pt x="434" y="1471"/>
                    <a:pt x="457" y="1516"/>
                    <a:pt x="480" y="1562"/>
                  </a:cubicBezTo>
                  <a:cubicBezTo>
                    <a:pt x="503" y="1630"/>
                    <a:pt x="526" y="1699"/>
                    <a:pt x="549" y="1767"/>
                  </a:cubicBezTo>
                  <a:cubicBezTo>
                    <a:pt x="571" y="1790"/>
                    <a:pt x="571" y="1813"/>
                    <a:pt x="594" y="1813"/>
                  </a:cubicBezTo>
                  <a:cubicBezTo>
                    <a:pt x="640" y="1904"/>
                    <a:pt x="708" y="1996"/>
                    <a:pt x="777" y="2041"/>
                  </a:cubicBezTo>
                  <a:cubicBezTo>
                    <a:pt x="845" y="2087"/>
                    <a:pt x="891" y="2155"/>
                    <a:pt x="959" y="2178"/>
                  </a:cubicBezTo>
                  <a:cubicBezTo>
                    <a:pt x="1005" y="2201"/>
                    <a:pt x="1051" y="2224"/>
                    <a:pt x="1096" y="2247"/>
                  </a:cubicBezTo>
                  <a:cubicBezTo>
                    <a:pt x="1142" y="2269"/>
                    <a:pt x="1188" y="2292"/>
                    <a:pt x="1233" y="2292"/>
                  </a:cubicBezTo>
                  <a:cubicBezTo>
                    <a:pt x="1256" y="2315"/>
                    <a:pt x="1302" y="2315"/>
                    <a:pt x="1347" y="2315"/>
                  </a:cubicBezTo>
                  <a:cubicBezTo>
                    <a:pt x="1370" y="2315"/>
                    <a:pt x="1416" y="2338"/>
                    <a:pt x="1462" y="2338"/>
                  </a:cubicBezTo>
                  <a:lnTo>
                    <a:pt x="1484" y="2338"/>
                  </a:lnTo>
                  <a:cubicBezTo>
                    <a:pt x="1553" y="2315"/>
                    <a:pt x="1621" y="2315"/>
                    <a:pt x="1690" y="2292"/>
                  </a:cubicBezTo>
                  <a:cubicBezTo>
                    <a:pt x="1781" y="2292"/>
                    <a:pt x="1850" y="2247"/>
                    <a:pt x="1918" y="2224"/>
                  </a:cubicBezTo>
                  <a:cubicBezTo>
                    <a:pt x="1941" y="2201"/>
                    <a:pt x="1964" y="2201"/>
                    <a:pt x="1964" y="2178"/>
                  </a:cubicBezTo>
                  <a:cubicBezTo>
                    <a:pt x="2032" y="2133"/>
                    <a:pt x="2101" y="2087"/>
                    <a:pt x="2146" y="2041"/>
                  </a:cubicBezTo>
                  <a:cubicBezTo>
                    <a:pt x="2215" y="1973"/>
                    <a:pt x="2283" y="1881"/>
                    <a:pt x="2329" y="1790"/>
                  </a:cubicBezTo>
                  <a:cubicBezTo>
                    <a:pt x="2375" y="1699"/>
                    <a:pt x="2420" y="1608"/>
                    <a:pt x="2443" y="1516"/>
                  </a:cubicBezTo>
                  <a:cubicBezTo>
                    <a:pt x="2443" y="1402"/>
                    <a:pt x="2466" y="1311"/>
                    <a:pt x="2466" y="1197"/>
                  </a:cubicBezTo>
                  <a:cubicBezTo>
                    <a:pt x="2466" y="1105"/>
                    <a:pt x="2443" y="991"/>
                    <a:pt x="2420" y="877"/>
                  </a:cubicBezTo>
                  <a:cubicBezTo>
                    <a:pt x="2397" y="809"/>
                    <a:pt x="2352" y="740"/>
                    <a:pt x="2329" y="672"/>
                  </a:cubicBezTo>
                  <a:cubicBezTo>
                    <a:pt x="2306" y="649"/>
                    <a:pt x="2306" y="626"/>
                    <a:pt x="2283" y="603"/>
                  </a:cubicBezTo>
                  <a:cubicBezTo>
                    <a:pt x="2238" y="535"/>
                    <a:pt x="2192" y="466"/>
                    <a:pt x="2146" y="421"/>
                  </a:cubicBezTo>
                  <a:cubicBezTo>
                    <a:pt x="2123" y="398"/>
                    <a:pt x="2123" y="375"/>
                    <a:pt x="2101" y="352"/>
                  </a:cubicBezTo>
                  <a:cubicBezTo>
                    <a:pt x="2009" y="284"/>
                    <a:pt x="1918" y="215"/>
                    <a:pt x="1827" y="170"/>
                  </a:cubicBezTo>
                  <a:cubicBezTo>
                    <a:pt x="1713" y="124"/>
                    <a:pt x="1598" y="55"/>
                    <a:pt x="1484" y="33"/>
                  </a:cubicBezTo>
                  <a:cubicBezTo>
                    <a:pt x="1388" y="16"/>
                    <a:pt x="1302" y="0"/>
                    <a:pt x="12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3575750" y="855325"/>
              <a:ext cx="57650" cy="66900"/>
            </a:xfrm>
            <a:custGeom>
              <a:avLst/>
              <a:gdLst/>
              <a:ahLst/>
              <a:cxnLst/>
              <a:rect l="l" t="t" r="r" b="b"/>
              <a:pathLst>
                <a:path w="2306" h="2676" extrusionOk="0">
                  <a:moveTo>
                    <a:pt x="1223" y="0"/>
                  </a:moveTo>
                  <a:cubicBezTo>
                    <a:pt x="1196" y="0"/>
                    <a:pt x="1169" y="2"/>
                    <a:pt x="1141" y="5"/>
                  </a:cubicBezTo>
                  <a:cubicBezTo>
                    <a:pt x="982" y="27"/>
                    <a:pt x="868" y="50"/>
                    <a:pt x="708" y="119"/>
                  </a:cubicBezTo>
                  <a:cubicBezTo>
                    <a:pt x="617" y="164"/>
                    <a:pt x="548" y="233"/>
                    <a:pt x="480" y="278"/>
                  </a:cubicBezTo>
                  <a:cubicBezTo>
                    <a:pt x="343" y="415"/>
                    <a:pt x="274" y="598"/>
                    <a:pt x="274" y="781"/>
                  </a:cubicBezTo>
                  <a:cubicBezTo>
                    <a:pt x="274" y="963"/>
                    <a:pt x="343" y="1146"/>
                    <a:pt x="480" y="1283"/>
                  </a:cubicBezTo>
                  <a:cubicBezTo>
                    <a:pt x="502" y="1283"/>
                    <a:pt x="502" y="1306"/>
                    <a:pt x="525" y="1306"/>
                  </a:cubicBezTo>
                  <a:cubicBezTo>
                    <a:pt x="388" y="1328"/>
                    <a:pt x="297" y="1397"/>
                    <a:pt x="206" y="1488"/>
                  </a:cubicBezTo>
                  <a:cubicBezTo>
                    <a:pt x="69" y="1602"/>
                    <a:pt x="0" y="1808"/>
                    <a:pt x="0" y="1968"/>
                  </a:cubicBezTo>
                  <a:cubicBezTo>
                    <a:pt x="0" y="2150"/>
                    <a:pt x="69" y="2333"/>
                    <a:pt x="206" y="2470"/>
                  </a:cubicBezTo>
                  <a:cubicBezTo>
                    <a:pt x="343" y="2584"/>
                    <a:pt x="502" y="2675"/>
                    <a:pt x="685" y="2675"/>
                  </a:cubicBezTo>
                  <a:cubicBezTo>
                    <a:pt x="1256" y="2675"/>
                    <a:pt x="1803" y="2356"/>
                    <a:pt x="2077" y="1876"/>
                  </a:cubicBezTo>
                  <a:cubicBezTo>
                    <a:pt x="2123" y="1831"/>
                    <a:pt x="2146" y="1762"/>
                    <a:pt x="2169" y="1694"/>
                  </a:cubicBezTo>
                  <a:cubicBezTo>
                    <a:pt x="2214" y="1625"/>
                    <a:pt x="2237" y="1557"/>
                    <a:pt x="2260" y="1488"/>
                  </a:cubicBezTo>
                  <a:cubicBezTo>
                    <a:pt x="2283" y="1306"/>
                    <a:pt x="2306" y="1146"/>
                    <a:pt x="2283" y="963"/>
                  </a:cubicBezTo>
                  <a:cubicBezTo>
                    <a:pt x="2260" y="803"/>
                    <a:pt x="2214" y="644"/>
                    <a:pt x="2100" y="507"/>
                  </a:cubicBezTo>
                  <a:cubicBezTo>
                    <a:pt x="2009" y="347"/>
                    <a:pt x="1872" y="210"/>
                    <a:pt x="1712" y="119"/>
                  </a:cubicBezTo>
                  <a:cubicBezTo>
                    <a:pt x="1554" y="59"/>
                    <a:pt x="1396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3497000" y="967025"/>
              <a:ext cx="53650" cy="54900"/>
            </a:xfrm>
            <a:custGeom>
              <a:avLst/>
              <a:gdLst/>
              <a:ahLst/>
              <a:cxnLst/>
              <a:rect l="l" t="t" r="r" b="b"/>
              <a:pathLst>
                <a:path w="2146" h="2196" extrusionOk="0">
                  <a:moveTo>
                    <a:pt x="1223" y="1"/>
                  </a:moveTo>
                  <a:cubicBezTo>
                    <a:pt x="1151" y="1"/>
                    <a:pt x="1078" y="11"/>
                    <a:pt x="1005" y="33"/>
                  </a:cubicBezTo>
                  <a:cubicBezTo>
                    <a:pt x="936" y="56"/>
                    <a:pt x="891" y="79"/>
                    <a:pt x="822" y="124"/>
                  </a:cubicBezTo>
                  <a:cubicBezTo>
                    <a:pt x="799" y="124"/>
                    <a:pt x="754" y="102"/>
                    <a:pt x="731" y="102"/>
                  </a:cubicBezTo>
                  <a:cubicBezTo>
                    <a:pt x="594" y="102"/>
                    <a:pt x="480" y="147"/>
                    <a:pt x="388" y="193"/>
                  </a:cubicBezTo>
                  <a:cubicBezTo>
                    <a:pt x="229" y="307"/>
                    <a:pt x="114" y="444"/>
                    <a:pt x="69" y="627"/>
                  </a:cubicBezTo>
                  <a:cubicBezTo>
                    <a:pt x="46" y="649"/>
                    <a:pt x="46" y="672"/>
                    <a:pt x="46" y="718"/>
                  </a:cubicBezTo>
                  <a:cubicBezTo>
                    <a:pt x="23" y="809"/>
                    <a:pt x="0" y="901"/>
                    <a:pt x="0" y="992"/>
                  </a:cubicBezTo>
                  <a:cubicBezTo>
                    <a:pt x="0" y="1015"/>
                    <a:pt x="0" y="1060"/>
                    <a:pt x="0" y="1083"/>
                  </a:cubicBezTo>
                  <a:cubicBezTo>
                    <a:pt x="23" y="1174"/>
                    <a:pt x="23" y="1266"/>
                    <a:pt x="46" y="1357"/>
                  </a:cubicBezTo>
                  <a:cubicBezTo>
                    <a:pt x="46" y="1380"/>
                    <a:pt x="69" y="1425"/>
                    <a:pt x="69" y="1448"/>
                  </a:cubicBezTo>
                  <a:cubicBezTo>
                    <a:pt x="114" y="1540"/>
                    <a:pt x="137" y="1608"/>
                    <a:pt x="183" y="1699"/>
                  </a:cubicBezTo>
                  <a:cubicBezTo>
                    <a:pt x="183" y="1722"/>
                    <a:pt x="206" y="1745"/>
                    <a:pt x="229" y="1791"/>
                  </a:cubicBezTo>
                  <a:cubicBezTo>
                    <a:pt x="274" y="1859"/>
                    <a:pt x="343" y="1928"/>
                    <a:pt x="388" y="1996"/>
                  </a:cubicBezTo>
                  <a:cubicBezTo>
                    <a:pt x="480" y="2087"/>
                    <a:pt x="594" y="2133"/>
                    <a:pt x="708" y="2179"/>
                  </a:cubicBezTo>
                  <a:cubicBezTo>
                    <a:pt x="765" y="2190"/>
                    <a:pt x="828" y="2196"/>
                    <a:pt x="891" y="2196"/>
                  </a:cubicBezTo>
                  <a:cubicBezTo>
                    <a:pt x="953" y="2196"/>
                    <a:pt x="1016" y="2190"/>
                    <a:pt x="1073" y="2179"/>
                  </a:cubicBezTo>
                  <a:cubicBezTo>
                    <a:pt x="1210" y="2133"/>
                    <a:pt x="1324" y="2087"/>
                    <a:pt x="1461" y="2019"/>
                  </a:cubicBezTo>
                  <a:cubicBezTo>
                    <a:pt x="1575" y="1973"/>
                    <a:pt x="1689" y="1882"/>
                    <a:pt x="1781" y="1791"/>
                  </a:cubicBezTo>
                  <a:cubicBezTo>
                    <a:pt x="1804" y="1768"/>
                    <a:pt x="1826" y="1745"/>
                    <a:pt x="1849" y="1722"/>
                  </a:cubicBezTo>
                  <a:cubicBezTo>
                    <a:pt x="1918" y="1654"/>
                    <a:pt x="1986" y="1585"/>
                    <a:pt x="2009" y="1517"/>
                  </a:cubicBezTo>
                  <a:cubicBezTo>
                    <a:pt x="2100" y="1334"/>
                    <a:pt x="2146" y="1174"/>
                    <a:pt x="2146" y="992"/>
                  </a:cubicBezTo>
                  <a:cubicBezTo>
                    <a:pt x="2146" y="649"/>
                    <a:pt x="1986" y="284"/>
                    <a:pt x="1667" y="124"/>
                  </a:cubicBezTo>
                  <a:cubicBezTo>
                    <a:pt x="1527" y="47"/>
                    <a:pt x="1377" y="1"/>
                    <a:pt x="12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3631100" y="953900"/>
              <a:ext cx="51375" cy="59050"/>
            </a:xfrm>
            <a:custGeom>
              <a:avLst/>
              <a:gdLst/>
              <a:ahLst/>
              <a:cxnLst/>
              <a:rect l="l" t="t" r="r" b="b"/>
              <a:pathLst>
                <a:path w="2055" h="2362" extrusionOk="0">
                  <a:moveTo>
                    <a:pt x="742" y="1"/>
                  </a:moveTo>
                  <a:cubicBezTo>
                    <a:pt x="677" y="1"/>
                    <a:pt x="613" y="17"/>
                    <a:pt x="548" y="33"/>
                  </a:cubicBezTo>
                  <a:cubicBezTo>
                    <a:pt x="457" y="56"/>
                    <a:pt x="388" y="102"/>
                    <a:pt x="320" y="147"/>
                  </a:cubicBezTo>
                  <a:cubicBezTo>
                    <a:pt x="251" y="193"/>
                    <a:pt x="183" y="261"/>
                    <a:pt x="137" y="353"/>
                  </a:cubicBezTo>
                  <a:cubicBezTo>
                    <a:pt x="46" y="513"/>
                    <a:pt x="0" y="695"/>
                    <a:pt x="69" y="878"/>
                  </a:cubicBezTo>
                  <a:cubicBezTo>
                    <a:pt x="92" y="946"/>
                    <a:pt x="114" y="992"/>
                    <a:pt x="137" y="1060"/>
                  </a:cubicBezTo>
                  <a:cubicBezTo>
                    <a:pt x="137" y="1060"/>
                    <a:pt x="137" y="1083"/>
                    <a:pt x="114" y="1083"/>
                  </a:cubicBezTo>
                  <a:cubicBezTo>
                    <a:pt x="114" y="1106"/>
                    <a:pt x="114" y="1129"/>
                    <a:pt x="114" y="1152"/>
                  </a:cubicBezTo>
                  <a:cubicBezTo>
                    <a:pt x="92" y="1220"/>
                    <a:pt x="69" y="1311"/>
                    <a:pt x="69" y="1380"/>
                  </a:cubicBezTo>
                  <a:cubicBezTo>
                    <a:pt x="69" y="1654"/>
                    <a:pt x="183" y="1882"/>
                    <a:pt x="343" y="2065"/>
                  </a:cubicBezTo>
                  <a:cubicBezTo>
                    <a:pt x="411" y="2133"/>
                    <a:pt x="502" y="2202"/>
                    <a:pt x="571" y="2247"/>
                  </a:cubicBezTo>
                  <a:cubicBezTo>
                    <a:pt x="708" y="2316"/>
                    <a:pt x="822" y="2361"/>
                    <a:pt x="959" y="2361"/>
                  </a:cubicBezTo>
                  <a:cubicBezTo>
                    <a:pt x="1073" y="2361"/>
                    <a:pt x="1164" y="2339"/>
                    <a:pt x="1233" y="2293"/>
                  </a:cubicBezTo>
                  <a:cubicBezTo>
                    <a:pt x="1324" y="2270"/>
                    <a:pt x="1393" y="2224"/>
                    <a:pt x="1461" y="2156"/>
                  </a:cubicBezTo>
                  <a:lnTo>
                    <a:pt x="1507" y="2110"/>
                  </a:lnTo>
                  <a:cubicBezTo>
                    <a:pt x="1621" y="2019"/>
                    <a:pt x="1735" y="1928"/>
                    <a:pt x="1849" y="1814"/>
                  </a:cubicBezTo>
                  <a:cubicBezTo>
                    <a:pt x="1940" y="1722"/>
                    <a:pt x="1986" y="1631"/>
                    <a:pt x="2032" y="1517"/>
                  </a:cubicBezTo>
                  <a:cubicBezTo>
                    <a:pt x="2055" y="1380"/>
                    <a:pt x="2055" y="1266"/>
                    <a:pt x="2032" y="1152"/>
                  </a:cubicBezTo>
                  <a:cubicBezTo>
                    <a:pt x="1986" y="1015"/>
                    <a:pt x="1940" y="901"/>
                    <a:pt x="1849" y="786"/>
                  </a:cubicBezTo>
                  <a:cubicBezTo>
                    <a:pt x="1781" y="672"/>
                    <a:pt x="1689" y="558"/>
                    <a:pt x="1598" y="467"/>
                  </a:cubicBezTo>
                  <a:cubicBezTo>
                    <a:pt x="1507" y="376"/>
                    <a:pt x="1415" y="284"/>
                    <a:pt x="1301" y="216"/>
                  </a:cubicBezTo>
                  <a:cubicBezTo>
                    <a:pt x="1233" y="170"/>
                    <a:pt x="1164" y="124"/>
                    <a:pt x="1096" y="102"/>
                  </a:cubicBezTo>
                  <a:cubicBezTo>
                    <a:pt x="1005" y="56"/>
                    <a:pt x="913" y="10"/>
                    <a:pt x="822" y="10"/>
                  </a:cubicBezTo>
                  <a:cubicBezTo>
                    <a:pt x="795" y="4"/>
                    <a:pt x="769" y="1"/>
                    <a:pt x="7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3469025" y="509050"/>
              <a:ext cx="57100" cy="68500"/>
            </a:xfrm>
            <a:custGeom>
              <a:avLst/>
              <a:gdLst/>
              <a:ahLst/>
              <a:cxnLst/>
              <a:rect l="l" t="t" r="r" b="b"/>
              <a:pathLst>
                <a:path w="2284" h="2740" extrusionOk="0">
                  <a:moveTo>
                    <a:pt x="719" y="1"/>
                  </a:moveTo>
                  <a:cubicBezTo>
                    <a:pt x="599" y="1"/>
                    <a:pt x="473" y="31"/>
                    <a:pt x="366" y="92"/>
                  </a:cubicBezTo>
                  <a:cubicBezTo>
                    <a:pt x="229" y="183"/>
                    <a:pt x="92" y="343"/>
                    <a:pt x="47" y="503"/>
                  </a:cubicBezTo>
                  <a:cubicBezTo>
                    <a:pt x="1" y="685"/>
                    <a:pt x="24" y="891"/>
                    <a:pt x="115" y="1051"/>
                  </a:cubicBezTo>
                  <a:cubicBezTo>
                    <a:pt x="161" y="1096"/>
                    <a:pt x="206" y="1142"/>
                    <a:pt x="252" y="1188"/>
                  </a:cubicBezTo>
                  <a:cubicBezTo>
                    <a:pt x="183" y="1256"/>
                    <a:pt x="161" y="1325"/>
                    <a:pt x="138" y="1416"/>
                  </a:cubicBezTo>
                  <a:cubicBezTo>
                    <a:pt x="115" y="1461"/>
                    <a:pt x="115" y="1507"/>
                    <a:pt x="92" y="1553"/>
                  </a:cubicBezTo>
                  <a:cubicBezTo>
                    <a:pt x="92" y="1598"/>
                    <a:pt x="92" y="1644"/>
                    <a:pt x="92" y="1690"/>
                  </a:cubicBezTo>
                  <a:cubicBezTo>
                    <a:pt x="92" y="1827"/>
                    <a:pt x="115" y="1941"/>
                    <a:pt x="161" y="2078"/>
                  </a:cubicBezTo>
                  <a:cubicBezTo>
                    <a:pt x="252" y="2283"/>
                    <a:pt x="412" y="2443"/>
                    <a:pt x="594" y="2557"/>
                  </a:cubicBezTo>
                  <a:cubicBezTo>
                    <a:pt x="777" y="2671"/>
                    <a:pt x="960" y="2717"/>
                    <a:pt x="1165" y="2740"/>
                  </a:cubicBezTo>
                  <a:cubicBezTo>
                    <a:pt x="1256" y="2740"/>
                    <a:pt x="1370" y="2717"/>
                    <a:pt x="1462" y="2694"/>
                  </a:cubicBezTo>
                  <a:cubicBezTo>
                    <a:pt x="1507" y="2694"/>
                    <a:pt x="1553" y="2671"/>
                    <a:pt x="1599" y="2648"/>
                  </a:cubicBezTo>
                  <a:cubicBezTo>
                    <a:pt x="1644" y="2626"/>
                    <a:pt x="1690" y="2603"/>
                    <a:pt x="1736" y="2580"/>
                  </a:cubicBezTo>
                  <a:cubicBezTo>
                    <a:pt x="1895" y="2466"/>
                    <a:pt x="2055" y="2329"/>
                    <a:pt x="2146" y="2123"/>
                  </a:cubicBezTo>
                  <a:cubicBezTo>
                    <a:pt x="2215" y="1941"/>
                    <a:pt x="2283" y="1758"/>
                    <a:pt x="2283" y="1553"/>
                  </a:cubicBezTo>
                  <a:cubicBezTo>
                    <a:pt x="2283" y="1165"/>
                    <a:pt x="2124" y="800"/>
                    <a:pt x="1850" y="548"/>
                  </a:cubicBezTo>
                  <a:cubicBezTo>
                    <a:pt x="1599" y="297"/>
                    <a:pt x="1256" y="138"/>
                    <a:pt x="891" y="23"/>
                  </a:cubicBezTo>
                  <a:cubicBezTo>
                    <a:pt x="838" y="8"/>
                    <a:pt x="779" y="1"/>
                    <a:pt x="7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3213950" y="588725"/>
              <a:ext cx="58800" cy="61400"/>
            </a:xfrm>
            <a:custGeom>
              <a:avLst/>
              <a:gdLst/>
              <a:ahLst/>
              <a:cxnLst/>
              <a:rect l="l" t="t" r="r" b="b"/>
              <a:pathLst>
                <a:path w="2352" h="2456" extrusionOk="0">
                  <a:moveTo>
                    <a:pt x="910" y="0"/>
                  </a:moveTo>
                  <a:cubicBezTo>
                    <a:pt x="844" y="0"/>
                    <a:pt x="782" y="21"/>
                    <a:pt x="731" y="55"/>
                  </a:cubicBezTo>
                  <a:cubicBezTo>
                    <a:pt x="640" y="78"/>
                    <a:pt x="572" y="146"/>
                    <a:pt x="503" y="215"/>
                  </a:cubicBezTo>
                  <a:cubicBezTo>
                    <a:pt x="412" y="283"/>
                    <a:pt x="343" y="420"/>
                    <a:pt x="321" y="534"/>
                  </a:cubicBezTo>
                  <a:cubicBezTo>
                    <a:pt x="321" y="534"/>
                    <a:pt x="298" y="557"/>
                    <a:pt x="298" y="557"/>
                  </a:cubicBezTo>
                  <a:cubicBezTo>
                    <a:pt x="184" y="694"/>
                    <a:pt x="138" y="762"/>
                    <a:pt x="69" y="945"/>
                  </a:cubicBezTo>
                  <a:cubicBezTo>
                    <a:pt x="24" y="1036"/>
                    <a:pt x="24" y="1150"/>
                    <a:pt x="24" y="1242"/>
                  </a:cubicBezTo>
                  <a:cubicBezTo>
                    <a:pt x="1" y="1447"/>
                    <a:pt x="69" y="1653"/>
                    <a:pt x="138" y="1812"/>
                  </a:cubicBezTo>
                  <a:cubicBezTo>
                    <a:pt x="206" y="1949"/>
                    <a:pt x="298" y="2063"/>
                    <a:pt x="412" y="2155"/>
                  </a:cubicBezTo>
                  <a:cubicBezTo>
                    <a:pt x="526" y="2246"/>
                    <a:pt x="594" y="2292"/>
                    <a:pt x="709" y="2360"/>
                  </a:cubicBezTo>
                  <a:cubicBezTo>
                    <a:pt x="846" y="2406"/>
                    <a:pt x="937" y="2429"/>
                    <a:pt x="1097" y="2451"/>
                  </a:cubicBezTo>
                  <a:cubicBezTo>
                    <a:pt x="1118" y="2454"/>
                    <a:pt x="1140" y="2455"/>
                    <a:pt x="1163" y="2455"/>
                  </a:cubicBezTo>
                  <a:cubicBezTo>
                    <a:pt x="1354" y="2455"/>
                    <a:pt x="1570" y="2373"/>
                    <a:pt x="1713" y="2292"/>
                  </a:cubicBezTo>
                  <a:cubicBezTo>
                    <a:pt x="1895" y="2178"/>
                    <a:pt x="2055" y="2018"/>
                    <a:pt x="2169" y="1835"/>
                  </a:cubicBezTo>
                  <a:cubicBezTo>
                    <a:pt x="2284" y="1653"/>
                    <a:pt x="2352" y="1424"/>
                    <a:pt x="2329" y="1219"/>
                  </a:cubicBezTo>
                  <a:cubicBezTo>
                    <a:pt x="2306" y="991"/>
                    <a:pt x="2261" y="785"/>
                    <a:pt x="2147" y="603"/>
                  </a:cubicBezTo>
                  <a:cubicBezTo>
                    <a:pt x="2010" y="420"/>
                    <a:pt x="1850" y="260"/>
                    <a:pt x="1644" y="146"/>
                  </a:cubicBezTo>
                  <a:cubicBezTo>
                    <a:pt x="1466" y="67"/>
                    <a:pt x="1288" y="5"/>
                    <a:pt x="1079" y="5"/>
                  </a:cubicBezTo>
                  <a:cubicBezTo>
                    <a:pt x="1048" y="5"/>
                    <a:pt x="1015" y="6"/>
                    <a:pt x="982" y="9"/>
                  </a:cubicBezTo>
                  <a:cubicBezTo>
                    <a:pt x="958" y="3"/>
                    <a:pt x="934" y="0"/>
                    <a:pt x="9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3102700" y="860475"/>
              <a:ext cx="46800" cy="59475"/>
            </a:xfrm>
            <a:custGeom>
              <a:avLst/>
              <a:gdLst/>
              <a:ahLst/>
              <a:cxnLst/>
              <a:rect l="l" t="t" r="r" b="b"/>
              <a:pathLst>
                <a:path w="1872" h="2379" extrusionOk="0">
                  <a:moveTo>
                    <a:pt x="946" y="1"/>
                  </a:moveTo>
                  <a:cubicBezTo>
                    <a:pt x="928" y="1"/>
                    <a:pt x="909" y="2"/>
                    <a:pt x="890" y="4"/>
                  </a:cubicBezTo>
                  <a:cubicBezTo>
                    <a:pt x="685" y="4"/>
                    <a:pt x="525" y="72"/>
                    <a:pt x="388" y="209"/>
                  </a:cubicBezTo>
                  <a:cubicBezTo>
                    <a:pt x="228" y="346"/>
                    <a:pt x="160" y="529"/>
                    <a:pt x="69" y="712"/>
                  </a:cubicBezTo>
                  <a:cubicBezTo>
                    <a:pt x="23" y="849"/>
                    <a:pt x="0" y="1008"/>
                    <a:pt x="0" y="1145"/>
                  </a:cubicBezTo>
                  <a:cubicBezTo>
                    <a:pt x="0" y="1510"/>
                    <a:pt x="137" y="1830"/>
                    <a:pt x="365" y="2104"/>
                  </a:cubicBezTo>
                  <a:cubicBezTo>
                    <a:pt x="434" y="2172"/>
                    <a:pt x="525" y="2241"/>
                    <a:pt x="593" y="2287"/>
                  </a:cubicBezTo>
                  <a:cubicBezTo>
                    <a:pt x="709" y="2349"/>
                    <a:pt x="833" y="2379"/>
                    <a:pt x="957" y="2379"/>
                  </a:cubicBezTo>
                  <a:cubicBezTo>
                    <a:pt x="1102" y="2379"/>
                    <a:pt x="1246" y="2338"/>
                    <a:pt x="1370" y="2264"/>
                  </a:cubicBezTo>
                  <a:cubicBezTo>
                    <a:pt x="1529" y="2172"/>
                    <a:pt x="1666" y="2035"/>
                    <a:pt x="1735" y="1876"/>
                  </a:cubicBezTo>
                  <a:cubicBezTo>
                    <a:pt x="1826" y="1693"/>
                    <a:pt x="1872" y="1556"/>
                    <a:pt x="1872" y="1351"/>
                  </a:cubicBezTo>
                  <a:cubicBezTo>
                    <a:pt x="1872" y="1214"/>
                    <a:pt x="1849" y="1077"/>
                    <a:pt x="1803" y="963"/>
                  </a:cubicBezTo>
                  <a:cubicBezTo>
                    <a:pt x="1780" y="871"/>
                    <a:pt x="1758" y="780"/>
                    <a:pt x="1689" y="712"/>
                  </a:cubicBezTo>
                  <a:cubicBezTo>
                    <a:pt x="1643" y="643"/>
                    <a:pt x="1598" y="575"/>
                    <a:pt x="1552" y="529"/>
                  </a:cubicBezTo>
                  <a:cubicBezTo>
                    <a:pt x="1529" y="415"/>
                    <a:pt x="1461" y="278"/>
                    <a:pt x="1370" y="209"/>
                  </a:cubicBezTo>
                  <a:cubicBezTo>
                    <a:pt x="1247" y="87"/>
                    <a:pt x="1106" y="1"/>
                    <a:pt x="9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3158600" y="1081400"/>
              <a:ext cx="54250" cy="54100"/>
            </a:xfrm>
            <a:custGeom>
              <a:avLst/>
              <a:gdLst/>
              <a:ahLst/>
              <a:cxnLst/>
              <a:rect l="l" t="t" r="r" b="b"/>
              <a:pathLst>
                <a:path w="2170" h="2164" extrusionOk="0">
                  <a:moveTo>
                    <a:pt x="948" y="0"/>
                  </a:moveTo>
                  <a:cubicBezTo>
                    <a:pt x="857" y="0"/>
                    <a:pt x="766" y="12"/>
                    <a:pt x="663" y="46"/>
                  </a:cubicBezTo>
                  <a:cubicBezTo>
                    <a:pt x="572" y="69"/>
                    <a:pt x="503" y="115"/>
                    <a:pt x="435" y="160"/>
                  </a:cubicBezTo>
                  <a:cubicBezTo>
                    <a:pt x="343" y="206"/>
                    <a:pt x="298" y="274"/>
                    <a:pt x="252" y="366"/>
                  </a:cubicBezTo>
                  <a:cubicBezTo>
                    <a:pt x="229" y="411"/>
                    <a:pt x="206" y="480"/>
                    <a:pt x="184" y="525"/>
                  </a:cubicBezTo>
                  <a:cubicBezTo>
                    <a:pt x="161" y="571"/>
                    <a:pt x="138" y="594"/>
                    <a:pt x="115" y="639"/>
                  </a:cubicBezTo>
                  <a:lnTo>
                    <a:pt x="47" y="799"/>
                  </a:lnTo>
                  <a:cubicBezTo>
                    <a:pt x="1" y="913"/>
                    <a:pt x="1" y="1050"/>
                    <a:pt x="47" y="1164"/>
                  </a:cubicBezTo>
                  <a:cubicBezTo>
                    <a:pt x="47" y="1210"/>
                    <a:pt x="47" y="1256"/>
                    <a:pt x="69" y="1279"/>
                  </a:cubicBezTo>
                  <a:cubicBezTo>
                    <a:pt x="92" y="1370"/>
                    <a:pt x="138" y="1461"/>
                    <a:pt x="184" y="1552"/>
                  </a:cubicBezTo>
                  <a:cubicBezTo>
                    <a:pt x="206" y="1575"/>
                    <a:pt x="206" y="1598"/>
                    <a:pt x="229" y="1644"/>
                  </a:cubicBezTo>
                  <a:cubicBezTo>
                    <a:pt x="298" y="1712"/>
                    <a:pt x="343" y="1804"/>
                    <a:pt x="412" y="1872"/>
                  </a:cubicBezTo>
                  <a:cubicBezTo>
                    <a:pt x="435" y="1895"/>
                    <a:pt x="457" y="1918"/>
                    <a:pt x="503" y="1941"/>
                  </a:cubicBezTo>
                  <a:cubicBezTo>
                    <a:pt x="594" y="2032"/>
                    <a:pt x="686" y="2100"/>
                    <a:pt x="823" y="2146"/>
                  </a:cubicBezTo>
                  <a:lnTo>
                    <a:pt x="914" y="2146"/>
                  </a:lnTo>
                  <a:cubicBezTo>
                    <a:pt x="960" y="2157"/>
                    <a:pt x="1005" y="2163"/>
                    <a:pt x="1054" y="2163"/>
                  </a:cubicBezTo>
                  <a:cubicBezTo>
                    <a:pt x="1102" y="2163"/>
                    <a:pt x="1154" y="2157"/>
                    <a:pt x="1211" y="2146"/>
                  </a:cubicBezTo>
                  <a:cubicBezTo>
                    <a:pt x="1211" y="2146"/>
                    <a:pt x="1211" y="2123"/>
                    <a:pt x="1233" y="2123"/>
                  </a:cubicBezTo>
                  <a:cubicBezTo>
                    <a:pt x="1325" y="2100"/>
                    <a:pt x="1416" y="2055"/>
                    <a:pt x="1485" y="2032"/>
                  </a:cubicBezTo>
                  <a:cubicBezTo>
                    <a:pt x="1530" y="2009"/>
                    <a:pt x="1553" y="1986"/>
                    <a:pt x="1599" y="1963"/>
                  </a:cubicBezTo>
                  <a:cubicBezTo>
                    <a:pt x="1667" y="1918"/>
                    <a:pt x="1736" y="1849"/>
                    <a:pt x="1804" y="1804"/>
                  </a:cubicBezTo>
                  <a:cubicBezTo>
                    <a:pt x="1850" y="1758"/>
                    <a:pt x="1895" y="1689"/>
                    <a:pt x="1941" y="1644"/>
                  </a:cubicBezTo>
                  <a:cubicBezTo>
                    <a:pt x="1964" y="1598"/>
                    <a:pt x="2010" y="1552"/>
                    <a:pt x="2032" y="1484"/>
                  </a:cubicBezTo>
                  <a:cubicBezTo>
                    <a:pt x="2078" y="1438"/>
                    <a:pt x="2124" y="1347"/>
                    <a:pt x="2124" y="1279"/>
                  </a:cubicBezTo>
                  <a:cubicBezTo>
                    <a:pt x="2146" y="1256"/>
                    <a:pt x="2146" y="1233"/>
                    <a:pt x="2146" y="1187"/>
                  </a:cubicBezTo>
                  <a:cubicBezTo>
                    <a:pt x="2169" y="1096"/>
                    <a:pt x="2169" y="1005"/>
                    <a:pt x="2124" y="913"/>
                  </a:cubicBezTo>
                  <a:cubicBezTo>
                    <a:pt x="2124" y="913"/>
                    <a:pt x="2124" y="891"/>
                    <a:pt x="2124" y="891"/>
                  </a:cubicBezTo>
                  <a:cubicBezTo>
                    <a:pt x="2055" y="594"/>
                    <a:pt x="1850" y="343"/>
                    <a:pt x="1599" y="183"/>
                  </a:cubicBezTo>
                  <a:cubicBezTo>
                    <a:pt x="1530" y="137"/>
                    <a:pt x="1416" y="92"/>
                    <a:pt x="1348" y="69"/>
                  </a:cubicBezTo>
                  <a:cubicBezTo>
                    <a:pt x="1302" y="46"/>
                    <a:pt x="1279" y="46"/>
                    <a:pt x="1233" y="23"/>
                  </a:cubicBezTo>
                  <a:cubicBezTo>
                    <a:pt x="1131" y="12"/>
                    <a:pt x="1039" y="0"/>
                    <a:pt x="9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3247050" y="1265700"/>
              <a:ext cx="62800" cy="60750"/>
            </a:xfrm>
            <a:custGeom>
              <a:avLst/>
              <a:gdLst/>
              <a:ahLst/>
              <a:cxnLst/>
              <a:rect l="l" t="t" r="r" b="b"/>
              <a:pathLst>
                <a:path w="2512" h="2430" extrusionOk="0">
                  <a:moveTo>
                    <a:pt x="1621" y="1"/>
                  </a:moveTo>
                  <a:cubicBezTo>
                    <a:pt x="1439" y="1"/>
                    <a:pt x="1233" y="69"/>
                    <a:pt x="1119" y="206"/>
                  </a:cubicBezTo>
                  <a:cubicBezTo>
                    <a:pt x="1119" y="206"/>
                    <a:pt x="1119" y="229"/>
                    <a:pt x="1096" y="229"/>
                  </a:cubicBezTo>
                  <a:cubicBezTo>
                    <a:pt x="990" y="168"/>
                    <a:pt x="873" y="138"/>
                    <a:pt x="760" y="138"/>
                  </a:cubicBezTo>
                  <a:cubicBezTo>
                    <a:pt x="703" y="138"/>
                    <a:pt x="648" y="145"/>
                    <a:pt x="594" y="161"/>
                  </a:cubicBezTo>
                  <a:cubicBezTo>
                    <a:pt x="412" y="229"/>
                    <a:pt x="275" y="320"/>
                    <a:pt x="161" y="480"/>
                  </a:cubicBezTo>
                  <a:cubicBezTo>
                    <a:pt x="69" y="663"/>
                    <a:pt x="1" y="868"/>
                    <a:pt x="1" y="1097"/>
                  </a:cubicBezTo>
                  <a:cubicBezTo>
                    <a:pt x="1" y="1302"/>
                    <a:pt x="69" y="1507"/>
                    <a:pt x="138" y="1690"/>
                  </a:cubicBezTo>
                  <a:cubicBezTo>
                    <a:pt x="206" y="1827"/>
                    <a:pt x="298" y="1964"/>
                    <a:pt x="412" y="2078"/>
                  </a:cubicBezTo>
                  <a:cubicBezTo>
                    <a:pt x="571" y="2215"/>
                    <a:pt x="731" y="2306"/>
                    <a:pt x="937" y="2375"/>
                  </a:cubicBezTo>
                  <a:cubicBezTo>
                    <a:pt x="1050" y="2412"/>
                    <a:pt x="1170" y="2429"/>
                    <a:pt x="1289" y="2429"/>
                  </a:cubicBezTo>
                  <a:cubicBezTo>
                    <a:pt x="1387" y="2429"/>
                    <a:pt x="1483" y="2418"/>
                    <a:pt x="1576" y="2398"/>
                  </a:cubicBezTo>
                  <a:cubicBezTo>
                    <a:pt x="1758" y="2352"/>
                    <a:pt x="1941" y="2238"/>
                    <a:pt x="2078" y="2101"/>
                  </a:cubicBezTo>
                  <a:cubicBezTo>
                    <a:pt x="2146" y="2055"/>
                    <a:pt x="2215" y="1964"/>
                    <a:pt x="2261" y="1895"/>
                  </a:cubicBezTo>
                  <a:cubicBezTo>
                    <a:pt x="2306" y="1850"/>
                    <a:pt x="2329" y="1804"/>
                    <a:pt x="2352" y="1781"/>
                  </a:cubicBezTo>
                  <a:cubicBezTo>
                    <a:pt x="2375" y="1690"/>
                    <a:pt x="2420" y="1599"/>
                    <a:pt x="2443" y="1507"/>
                  </a:cubicBezTo>
                  <a:cubicBezTo>
                    <a:pt x="2489" y="1393"/>
                    <a:pt x="2489" y="1302"/>
                    <a:pt x="2512" y="1188"/>
                  </a:cubicBezTo>
                  <a:cubicBezTo>
                    <a:pt x="2512" y="1142"/>
                    <a:pt x="2512" y="1097"/>
                    <a:pt x="2512" y="1028"/>
                  </a:cubicBezTo>
                  <a:cubicBezTo>
                    <a:pt x="2489" y="937"/>
                    <a:pt x="2489" y="823"/>
                    <a:pt x="2443" y="731"/>
                  </a:cubicBezTo>
                  <a:cubicBezTo>
                    <a:pt x="2375" y="526"/>
                    <a:pt x="2283" y="343"/>
                    <a:pt x="2101" y="206"/>
                  </a:cubicBezTo>
                  <a:cubicBezTo>
                    <a:pt x="2055" y="138"/>
                    <a:pt x="1964" y="92"/>
                    <a:pt x="1895" y="47"/>
                  </a:cubicBezTo>
                  <a:cubicBezTo>
                    <a:pt x="1804" y="24"/>
                    <a:pt x="1713" y="1"/>
                    <a:pt x="16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3497000" y="1418075"/>
              <a:ext cx="67925" cy="67250"/>
            </a:xfrm>
            <a:custGeom>
              <a:avLst/>
              <a:gdLst/>
              <a:ahLst/>
              <a:cxnLst/>
              <a:rect l="l" t="t" r="r" b="b"/>
              <a:pathLst>
                <a:path w="2717" h="2690" extrusionOk="0">
                  <a:moveTo>
                    <a:pt x="1210" y="0"/>
                  </a:moveTo>
                  <a:cubicBezTo>
                    <a:pt x="1149" y="0"/>
                    <a:pt x="1088" y="8"/>
                    <a:pt x="1027" y="23"/>
                  </a:cubicBezTo>
                  <a:cubicBezTo>
                    <a:pt x="913" y="46"/>
                    <a:pt x="776" y="92"/>
                    <a:pt x="662" y="183"/>
                  </a:cubicBezTo>
                  <a:cubicBezTo>
                    <a:pt x="571" y="251"/>
                    <a:pt x="457" y="320"/>
                    <a:pt x="366" y="411"/>
                  </a:cubicBezTo>
                  <a:cubicBezTo>
                    <a:pt x="297" y="525"/>
                    <a:pt x="206" y="617"/>
                    <a:pt x="160" y="731"/>
                  </a:cubicBezTo>
                  <a:cubicBezTo>
                    <a:pt x="114" y="822"/>
                    <a:pt x="69" y="913"/>
                    <a:pt x="46" y="1005"/>
                  </a:cubicBezTo>
                  <a:cubicBezTo>
                    <a:pt x="23" y="1096"/>
                    <a:pt x="23" y="1187"/>
                    <a:pt x="0" y="1278"/>
                  </a:cubicBezTo>
                  <a:cubicBezTo>
                    <a:pt x="0" y="1415"/>
                    <a:pt x="0" y="1552"/>
                    <a:pt x="46" y="1667"/>
                  </a:cubicBezTo>
                  <a:cubicBezTo>
                    <a:pt x="69" y="1803"/>
                    <a:pt x="114" y="1918"/>
                    <a:pt x="183" y="2032"/>
                  </a:cubicBezTo>
                  <a:cubicBezTo>
                    <a:pt x="229" y="2123"/>
                    <a:pt x="274" y="2192"/>
                    <a:pt x="343" y="2260"/>
                  </a:cubicBezTo>
                  <a:cubicBezTo>
                    <a:pt x="366" y="2283"/>
                    <a:pt x="388" y="2306"/>
                    <a:pt x="411" y="2328"/>
                  </a:cubicBezTo>
                  <a:cubicBezTo>
                    <a:pt x="480" y="2397"/>
                    <a:pt x="571" y="2443"/>
                    <a:pt x="639" y="2488"/>
                  </a:cubicBezTo>
                  <a:cubicBezTo>
                    <a:pt x="708" y="2534"/>
                    <a:pt x="799" y="2580"/>
                    <a:pt x="891" y="2602"/>
                  </a:cubicBezTo>
                  <a:cubicBezTo>
                    <a:pt x="1039" y="2670"/>
                    <a:pt x="1196" y="2689"/>
                    <a:pt x="1351" y="2689"/>
                  </a:cubicBezTo>
                  <a:cubicBezTo>
                    <a:pt x="1458" y="2689"/>
                    <a:pt x="1564" y="2680"/>
                    <a:pt x="1667" y="2671"/>
                  </a:cubicBezTo>
                  <a:cubicBezTo>
                    <a:pt x="1804" y="2648"/>
                    <a:pt x="1918" y="2580"/>
                    <a:pt x="2032" y="2534"/>
                  </a:cubicBezTo>
                  <a:cubicBezTo>
                    <a:pt x="2055" y="2511"/>
                    <a:pt x="2077" y="2488"/>
                    <a:pt x="2123" y="2465"/>
                  </a:cubicBezTo>
                  <a:cubicBezTo>
                    <a:pt x="2192" y="2420"/>
                    <a:pt x="2260" y="2374"/>
                    <a:pt x="2329" y="2306"/>
                  </a:cubicBezTo>
                  <a:cubicBezTo>
                    <a:pt x="2557" y="2055"/>
                    <a:pt x="2694" y="1735"/>
                    <a:pt x="2694" y="1393"/>
                  </a:cubicBezTo>
                  <a:cubicBezTo>
                    <a:pt x="2717" y="1278"/>
                    <a:pt x="2694" y="1119"/>
                    <a:pt x="2648" y="1005"/>
                  </a:cubicBezTo>
                  <a:cubicBezTo>
                    <a:pt x="2580" y="822"/>
                    <a:pt x="2488" y="639"/>
                    <a:pt x="2329" y="525"/>
                  </a:cubicBezTo>
                  <a:cubicBezTo>
                    <a:pt x="2192" y="388"/>
                    <a:pt x="2032" y="274"/>
                    <a:pt x="1849" y="251"/>
                  </a:cubicBezTo>
                  <a:cubicBezTo>
                    <a:pt x="1804" y="229"/>
                    <a:pt x="1781" y="229"/>
                    <a:pt x="1735" y="229"/>
                  </a:cubicBezTo>
                  <a:cubicBezTo>
                    <a:pt x="1689" y="183"/>
                    <a:pt x="1644" y="114"/>
                    <a:pt x="1575" y="92"/>
                  </a:cubicBezTo>
                  <a:cubicBezTo>
                    <a:pt x="1454" y="31"/>
                    <a:pt x="1332" y="0"/>
                    <a:pt x="1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3757200" y="1347875"/>
              <a:ext cx="54800" cy="59950"/>
            </a:xfrm>
            <a:custGeom>
              <a:avLst/>
              <a:gdLst/>
              <a:ahLst/>
              <a:cxnLst/>
              <a:rect l="l" t="t" r="r" b="b"/>
              <a:pathLst>
                <a:path w="2192" h="2398" extrusionOk="0">
                  <a:moveTo>
                    <a:pt x="685" y="1"/>
                  </a:moveTo>
                  <a:cubicBezTo>
                    <a:pt x="503" y="1"/>
                    <a:pt x="343" y="69"/>
                    <a:pt x="206" y="206"/>
                  </a:cubicBezTo>
                  <a:cubicBezTo>
                    <a:pt x="138" y="275"/>
                    <a:pt x="92" y="343"/>
                    <a:pt x="69" y="434"/>
                  </a:cubicBezTo>
                  <a:cubicBezTo>
                    <a:pt x="23" y="503"/>
                    <a:pt x="1" y="594"/>
                    <a:pt x="1" y="708"/>
                  </a:cubicBezTo>
                  <a:cubicBezTo>
                    <a:pt x="1" y="822"/>
                    <a:pt x="46" y="937"/>
                    <a:pt x="92" y="1051"/>
                  </a:cubicBezTo>
                  <a:cubicBezTo>
                    <a:pt x="92" y="1096"/>
                    <a:pt x="69" y="1165"/>
                    <a:pt x="69" y="1233"/>
                  </a:cubicBezTo>
                  <a:cubicBezTo>
                    <a:pt x="46" y="1279"/>
                    <a:pt x="46" y="1325"/>
                    <a:pt x="69" y="1393"/>
                  </a:cubicBezTo>
                  <a:cubicBezTo>
                    <a:pt x="69" y="1484"/>
                    <a:pt x="69" y="1599"/>
                    <a:pt x="115" y="1690"/>
                  </a:cubicBezTo>
                  <a:cubicBezTo>
                    <a:pt x="183" y="1850"/>
                    <a:pt x="229" y="1964"/>
                    <a:pt x="366" y="2101"/>
                  </a:cubicBezTo>
                  <a:cubicBezTo>
                    <a:pt x="548" y="2283"/>
                    <a:pt x="800" y="2397"/>
                    <a:pt x="1073" y="2397"/>
                  </a:cubicBezTo>
                  <a:cubicBezTo>
                    <a:pt x="1279" y="2397"/>
                    <a:pt x="1484" y="2329"/>
                    <a:pt x="1644" y="2215"/>
                  </a:cubicBezTo>
                  <a:cubicBezTo>
                    <a:pt x="1735" y="2146"/>
                    <a:pt x="1804" y="2101"/>
                    <a:pt x="1872" y="2009"/>
                  </a:cubicBezTo>
                  <a:cubicBezTo>
                    <a:pt x="1918" y="1964"/>
                    <a:pt x="1986" y="1895"/>
                    <a:pt x="2009" y="1827"/>
                  </a:cubicBezTo>
                  <a:cubicBezTo>
                    <a:pt x="2055" y="1758"/>
                    <a:pt x="2101" y="1667"/>
                    <a:pt x="2123" y="1599"/>
                  </a:cubicBezTo>
                  <a:cubicBezTo>
                    <a:pt x="2192" y="1416"/>
                    <a:pt x="2192" y="1165"/>
                    <a:pt x="2146" y="982"/>
                  </a:cubicBezTo>
                  <a:cubicBezTo>
                    <a:pt x="2101" y="777"/>
                    <a:pt x="1964" y="571"/>
                    <a:pt x="1827" y="412"/>
                  </a:cubicBezTo>
                  <a:cubicBezTo>
                    <a:pt x="1644" y="252"/>
                    <a:pt x="1461" y="161"/>
                    <a:pt x="1233" y="69"/>
                  </a:cubicBezTo>
                  <a:cubicBezTo>
                    <a:pt x="1165" y="69"/>
                    <a:pt x="1119" y="46"/>
                    <a:pt x="1051" y="46"/>
                  </a:cubicBezTo>
                  <a:cubicBezTo>
                    <a:pt x="937" y="24"/>
                    <a:pt x="822" y="1"/>
                    <a:pt x="6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3916400" y="1165275"/>
              <a:ext cx="62225" cy="60175"/>
            </a:xfrm>
            <a:custGeom>
              <a:avLst/>
              <a:gdLst/>
              <a:ahLst/>
              <a:cxnLst/>
              <a:rect l="l" t="t" r="r" b="b"/>
              <a:pathLst>
                <a:path w="2489" h="2407" extrusionOk="0">
                  <a:moveTo>
                    <a:pt x="1302" y="1"/>
                  </a:moveTo>
                  <a:cubicBezTo>
                    <a:pt x="1119" y="24"/>
                    <a:pt x="960" y="92"/>
                    <a:pt x="823" y="206"/>
                  </a:cubicBezTo>
                  <a:cubicBezTo>
                    <a:pt x="731" y="297"/>
                    <a:pt x="663" y="389"/>
                    <a:pt x="594" y="457"/>
                  </a:cubicBezTo>
                  <a:cubicBezTo>
                    <a:pt x="503" y="503"/>
                    <a:pt x="435" y="571"/>
                    <a:pt x="343" y="617"/>
                  </a:cubicBezTo>
                  <a:cubicBezTo>
                    <a:pt x="252" y="663"/>
                    <a:pt x="206" y="731"/>
                    <a:pt x="138" y="800"/>
                  </a:cubicBezTo>
                  <a:cubicBezTo>
                    <a:pt x="92" y="868"/>
                    <a:pt x="47" y="959"/>
                    <a:pt x="24" y="1051"/>
                  </a:cubicBezTo>
                  <a:cubicBezTo>
                    <a:pt x="1" y="1142"/>
                    <a:pt x="1" y="1233"/>
                    <a:pt x="1" y="1325"/>
                  </a:cubicBezTo>
                  <a:cubicBezTo>
                    <a:pt x="24" y="1416"/>
                    <a:pt x="47" y="1507"/>
                    <a:pt x="92" y="1576"/>
                  </a:cubicBezTo>
                  <a:cubicBezTo>
                    <a:pt x="184" y="1735"/>
                    <a:pt x="343" y="1850"/>
                    <a:pt x="503" y="1895"/>
                  </a:cubicBezTo>
                  <a:lnTo>
                    <a:pt x="526" y="1895"/>
                  </a:lnTo>
                  <a:cubicBezTo>
                    <a:pt x="572" y="1964"/>
                    <a:pt x="617" y="2032"/>
                    <a:pt x="686" y="2101"/>
                  </a:cubicBezTo>
                  <a:cubicBezTo>
                    <a:pt x="823" y="2238"/>
                    <a:pt x="1005" y="2352"/>
                    <a:pt x="1211" y="2375"/>
                  </a:cubicBezTo>
                  <a:cubicBezTo>
                    <a:pt x="1275" y="2391"/>
                    <a:pt x="1351" y="2407"/>
                    <a:pt x="1431" y="2407"/>
                  </a:cubicBezTo>
                  <a:cubicBezTo>
                    <a:pt x="1463" y="2407"/>
                    <a:pt x="1497" y="2404"/>
                    <a:pt x="1530" y="2397"/>
                  </a:cubicBezTo>
                  <a:cubicBezTo>
                    <a:pt x="1690" y="2397"/>
                    <a:pt x="1827" y="2375"/>
                    <a:pt x="1987" y="2283"/>
                  </a:cubicBezTo>
                  <a:cubicBezTo>
                    <a:pt x="2215" y="2146"/>
                    <a:pt x="2398" y="1895"/>
                    <a:pt x="2443" y="1644"/>
                  </a:cubicBezTo>
                  <a:cubicBezTo>
                    <a:pt x="2466" y="1462"/>
                    <a:pt x="2489" y="1347"/>
                    <a:pt x="2443" y="1165"/>
                  </a:cubicBezTo>
                  <a:cubicBezTo>
                    <a:pt x="2420" y="1051"/>
                    <a:pt x="2375" y="959"/>
                    <a:pt x="2306" y="868"/>
                  </a:cubicBezTo>
                  <a:cubicBezTo>
                    <a:pt x="2238" y="731"/>
                    <a:pt x="2101" y="571"/>
                    <a:pt x="1964" y="480"/>
                  </a:cubicBezTo>
                  <a:cubicBezTo>
                    <a:pt x="1918" y="389"/>
                    <a:pt x="1873" y="275"/>
                    <a:pt x="1804" y="206"/>
                  </a:cubicBezTo>
                  <a:cubicBezTo>
                    <a:pt x="1667" y="92"/>
                    <a:pt x="1485" y="1"/>
                    <a:pt x="13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4020275" y="943225"/>
              <a:ext cx="58800" cy="69150"/>
            </a:xfrm>
            <a:custGeom>
              <a:avLst/>
              <a:gdLst/>
              <a:ahLst/>
              <a:cxnLst/>
              <a:rect l="l" t="t" r="r" b="b"/>
              <a:pathLst>
                <a:path w="2352" h="2766" extrusionOk="0">
                  <a:moveTo>
                    <a:pt x="1048" y="1"/>
                  </a:moveTo>
                  <a:cubicBezTo>
                    <a:pt x="878" y="1"/>
                    <a:pt x="698" y="105"/>
                    <a:pt x="594" y="209"/>
                  </a:cubicBezTo>
                  <a:cubicBezTo>
                    <a:pt x="479" y="323"/>
                    <a:pt x="388" y="529"/>
                    <a:pt x="388" y="711"/>
                  </a:cubicBezTo>
                  <a:cubicBezTo>
                    <a:pt x="343" y="757"/>
                    <a:pt x="297" y="803"/>
                    <a:pt x="251" y="871"/>
                  </a:cubicBezTo>
                  <a:cubicBezTo>
                    <a:pt x="91" y="1076"/>
                    <a:pt x="23" y="1328"/>
                    <a:pt x="0" y="1579"/>
                  </a:cubicBezTo>
                  <a:cubicBezTo>
                    <a:pt x="0" y="1807"/>
                    <a:pt x="69" y="2104"/>
                    <a:pt x="206" y="2286"/>
                  </a:cubicBezTo>
                  <a:cubicBezTo>
                    <a:pt x="297" y="2423"/>
                    <a:pt x="411" y="2537"/>
                    <a:pt x="571" y="2629"/>
                  </a:cubicBezTo>
                  <a:cubicBezTo>
                    <a:pt x="639" y="2674"/>
                    <a:pt x="731" y="2720"/>
                    <a:pt x="822" y="2743"/>
                  </a:cubicBezTo>
                  <a:cubicBezTo>
                    <a:pt x="913" y="2743"/>
                    <a:pt x="1027" y="2766"/>
                    <a:pt x="1119" y="2766"/>
                  </a:cubicBezTo>
                  <a:cubicBezTo>
                    <a:pt x="1438" y="2743"/>
                    <a:pt x="1735" y="2629"/>
                    <a:pt x="1963" y="2400"/>
                  </a:cubicBezTo>
                  <a:cubicBezTo>
                    <a:pt x="2100" y="2263"/>
                    <a:pt x="2214" y="2081"/>
                    <a:pt x="2283" y="1875"/>
                  </a:cubicBezTo>
                  <a:cubicBezTo>
                    <a:pt x="2328" y="1716"/>
                    <a:pt x="2351" y="1533"/>
                    <a:pt x="2328" y="1373"/>
                  </a:cubicBezTo>
                  <a:cubicBezTo>
                    <a:pt x="2328" y="1145"/>
                    <a:pt x="2260" y="962"/>
                    <a:pt x="2169" y="757"/>
                  </a:cubicBezTo>
                  <a:cubicBezTo>
                    <a:pt x="2100" y="597"/>
                    <a:pt x="1986" y="437"/>
                    <a:pt x="1872" y="346"/>
                  </a:cubicBezTo>
                  <a:cubicBezTo>
                    <a:pt x="1781" y="255"/>
                    <a:pt x="1689" y="186"/>
                    <a:pt x="1598" y="141"/>
                  </a:cubicBezTo>
                  <a:cubicBezTo>
                    <a:pt x="1392" y="49"/>
                    <a:pt x="1301" y="26"/>
                    <a:pt x="1096" y="4"/>
                  </a:cubicBezTo>
                  <a:cubicBezTo>
                    <a:pt x="1080" y="2"/>
                    <a:pt x="1064" y="1"/>
                    <a:pt x="10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4040250" y="672825"/>
              <a:ext cx="61650" cy="61650"/>
            </a:xfrm>
            <a:custGeom>
              <a:avLst/>
              <a:gdLst/>
              <a:ahLst/>
              <a:cxnLst/>
              <a:rect l="l" t="t" r="r" b="b"/>
              <a:pathLst>
                <a:path w="2466" h="2466" extrusionOk="0">
                  <a:moveTo>
                    <a:pt x="1141" y="0"/>
                  </a:moveTo>
                  <a:cubicBezTo>
                    <a:pt x="1050" y="0"/>
                    <a:pt x="959" y="0"/>
                    <a:pt x="890" y="46"/>
                  </a:cubicBezTo>
                  <a:cubicBezTo>
                    <a:pt x="867" y="69"/>
                    <a:pt x="867" y="69"/>
                    <a:pt x="845" y="69"/>
                  </a:cubicBezTo>
                  <a:cubicBezTo>
                    <a:pt x="753" y="92"/>
                    <a:pt x="685" y="115"/>
                    <a:pt x="593" y="160"/>
                  </a:cubicBezTo>
                  <a:cubicBezTo>
                    <a:pt x="525" y="206"/>
                    <a:pt x="457" y="252"/>
                    <a:pt x="388" y="297"/>
                  </a:cubicBezTo>
                  <a:cubicBezTo>
                    <a:pt x="388" y="320"/>
                    <a:pt x="365" y="343"/>
                    <a:pt x="342" y="366"/>
                  </a:cubicBezTo>
                  <a:cubicBezTo>
                    <a:pt x="274" y="434"/>
                    <a:pt x="205" y="525"/>
                    <a:pt x="160" y="617"/>
                  </a:cubicBezTo>
                  <a:cubicBezTo>
                    <a:pt x="114" y="708"/>
                    <a:pt x="46" y="822"/>
                    <a:pt x="23" y="936"/>
                  </a:cubicBezTo>
                  <a:cubicBezTo>
                    <a:pt x="0" y="1028"/>
                    <a:pt x="0" y="1142"/>
                    <a:pt x="0" y="1256"/>
                  </a:cubicBezTo>
                  <a:cubicBezTo>
                    <a:pt x="0" y="1347"/>
                    <a:pt x="23" y="1438"/>
                    <a:pt x="23" y="1507"/>
                  </a:cubicBezTo>
                  <a:cubicBezTo>
                    <a:pt x="23" y="1530"/>
                    <a:pt x="46" y="1575"/>
                    <a:pt x="46" y="1598"/>
                  </a:cubicBezTo>
                  <a:cubicBezTo>
                    <a:pt x="68" y="1667"/>
                    <a:pt x="114" y="1735"/>
                    <a:pt x="137" y="1827"/>
                  </a:cubicBezTo>
                  <a:cubicBezTo>
                    <a:pt x="137" y="1849"/>
                    <a:pt x="160" y="1872"/>
                    <a:pt x="183" y="1895"/>
                  </a:cubicBezTo>
                  <a:cubicBezTo>
                    <a:pt x="228" y="1963"/>
                    <a:pt x="274" y="2032"/>
                    <a:pt x="320" y="2078"/>
                  </a:cubicBezTo>
                  <a:cubicBezTo>
                    <a:pt x="342" y="2100"/>
                    <a:pt x="365" y="2123"/>
                    <a:pt x="388" y="2146"/>
                  </a:cubicBezTo>
                  <a:cubicBezTo>
                    <a:pt x="434" y="2192"/>
                    <a:pt x="502" y="2260"/>
                    <a:pt x="571" y="2283"/>
                  </a:cubicBezTo>
                  <a:cubicBezTo>
                    <a:pt x="639" y="2329"/>
                    <a:pt x="730" y="2374"/>
                    <a:pt x="799" y="2397"/>
                  </a:cubicBezTo>
                  <a:cubicBezTo>
                    <a:pt x="913" y="2443"/>
                    <a:pt x="1027" y="2443"/>
                    <a:pt x="1141" y="2466"/>
                  </a:cubicBezTo>
                  <a:cubicBezTo>
                    <a:pt x="1233" y="2466"/>
                    <a:pt x="1370" y="2443"/>
                    <a:pt x="1461" y="2420"/>
                  </a:cubicBezTo>
                  <a:cubicBezTo>
                    <a:pt x="1575" y="2397"/>
                    <a:pt x="1666" y="2351"/>
                    <a:pt x="1780" y="2306"/>
                  </a:cubicBezTo>
                  <a:cubicBezTo>
                    <a:pt x="1826" y="2283"/>
                    <a:pt x="1872" y="2260"/>
                    <a:pt x="1917" y="2237"/>
                  </a:cubicBezTo>
                  <a:cubicBezTo>
                    <a:pt x="1986" y="2192"/>
                    <a:pt x="2054" y="2146"/>
                    <a:pt x="2100" y="2078"/>
                  </a:cubicBezTo>
                  <a:cubicBezTo>
                    <a:pt x="2168" y="2032"/>
                    <a:pt x="2214" y="1963"/>
                    <a:pt x="2260" y="1895"/>
                  </a:cubicBezTo>
                  <a:cubicBezTo>
                    <a:pt x="2328" y="1804"/>
                    <a:pt x="2374" y="1690"/>
                    <a:pt x="2397" y="1598"/>
                  </a:cubicBezTo>
                  <a:cubicBezTo>
                    <a:pt x="2442" y="1484"/>
                    <a:pt x="2465" y="1370"/>
                    <a:pt x="2465" y="1256"/>
                  </a:cubicBezTo>
                  <a:cubicBezTo>
                    <a:pt x="2465" y="1165"/>
                    <a:pt x="2442" y="1073"/>
                    <a:pt x="2420" y="982"/>
                  </a:cubicBezTo>
                  <a:cubicBezTo>
                    <a:pt x="2420" y="959"/>
                    <a:pt x="2420" y="936"/>
                    <a:pt x="2397" y="891"/>
                  </a:cubicBezTo>
                  <a:cubicBezTo>
                    <a:pt x="2351" y="777"/>
                    <a:pt x="2305" y="662"/>
                    <a:pt x="2237" y="571"/>
                  </a:cubicBezTo>
                  <a:cubicBezTo>
                    <a:pt x="2191" y="503"/>
                    <a:pt x="2146" y="411"/>
                    <a:pt x="2077" y="366"/>
                  </a:cubicBezTo>
                  <a:cubicBezTo>
                    <a:pt x="2009" y="297"/>
                    <a:pt x="1940" y="252"/>
                    <a:pt x="1872" y="183"/>
                  </a:cubicBezTo>
                  <a:cubicBezTo>
                    <a:pt x="1849" y="183"/>
                    <a:pt x="1803" y="160"/>
                    <a:pt x="1780" y="137"/>
                  </a:cubicBezTo>
                  <a:cubicBezTo>
                    <a:pt x="1689" y="92"/>
                    <a:pt x="1621" y="69"/>
                    <a:pt x="1529" y="46"/>
                  </a:cubicBezTo>
                  <a:cubicBezTo>
                    <a:pt x="1438" y="0"/>
                    <a:pt x="1347" y="0"/>
                    <a:pt x="12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830250" y="494350"/>
              <a:ext cx="60500" cy="62100"/>
            </a:xfrm>
            <a:custGeom>
              <a:avLst/>
              <a:gdLst/>
              <a:ahLst/>
              <a:cxnLst/>
              <a:rect l="l" t="t" r="r" b="b"/>
              <a:pathLst>
                <a:path w="2420" h="2484" extrusionOk="0">
                  <a:moveTo>
                    <a:pt x="1106" y="0"/>
                  </a:moveTo>
                  <a:cubicBezTo>
                    <a:pt x="1057" y="0"/>
                    <a:pt x="1008" y="6"/>
                    <a:pt x="959" y="18"/>
                  </a:cubicBezTo>
                  <a:cubicBezTo>
                    <a:pt x="731" y="86"/>
                    <a:pt x="525" y="223"/>
                    <a:pt x="366" y="383"/>
                  </a:cubicBezTo>
                  <a:cubicBezTo>
                    <a:pt x="297" y="475"/>
                    <a:pt x="229" y="566"/>
                    <a:pt x="160" y="657"/>
                  </a:cubicBezTo>
                  <a:cubicBezTo>
                    <a:pt x="137" y="748"/>
                    <a:pt x="92" y="817"/>
                    <a:pt x="69" y="908"/>
                  </a:cubicBezTo>
                  <a:cubicBezTo>
                    <a:pt x="46" y="931"/>
                    <a:pt x="46" y="954"/>
                    <a:pt x="46" y="999"/>
                  </a:cubicBezTo>
                  <a:cubicBezTo>
                    <a:pt x="23" y="1114"/>
                    <a:pt x="0" y="1228"/>
                    <a:pt x="0" y="1342"/>
                  </a:cubicBezTo>
                  <a:cubicBezTo>
                    <a:pt x="0" y="1456"/>
                    <a:pt x="23" y="1570"/>
                    <a:pt x="69" y="1684"/>
                  </a:cubicBezTo>
                  <a:cubicBezTo>
                    <a:pt x="92" y="1753"/>
                    <a:pt x="114" y="1844"/>
                    <a:pt x="160" y="1913"/>
                  </a:cubicBezTo>
                  <a:cubicBezTo>
                    <a:pt x="206" y="1981"/>
                    <a:pt x="274" y="2049"/>
                    <a:pt x="320" y="2118"/>
                  </a:cubicBezTo>
                  <a:cubicBezTo>
                    <a:pt x="343" y="2141"/>
                    <a:pt x="366" y="2164"/>
                    <a:pt x="366" y="2164"/>
                  </a:cubicBezTo>
                  <a:cubicBezTo>
                    <a:pt x="434" y="2232"/>
                    <a:pt x="502" y="2278"/>
                    <a:pt x="571" y="2323"/>
                  </a:cubicBezTo>
                  <a:cubicBezTo>
                    <a:pt x="662" y="2369"/>
                    <a:pt x="776" y="2415"/>
                    <a:pt x="890" y="2437"/>
                  </a:cubicBezTo>
                  <a:cubicBezTo>
                    <a:pt x="959" y="2460"/>
                    <a:pt x="1050" y="2483"/>
                    <a:pt x="1142" y="2483"/>
                  </a:cubicBezTo>
                  <a:lnTo>
                    <a:pt x="1210" y="2483"/>
                  </a:lnTo>
                  <a:cubicBezTo>
                    <a:pt x="1438" y="2483"/>
                    <a:pt x="1667" y="2437"/>
                    <a:pt x="1849" y="2301"/>
                  </a:cubicBezTo>
                  <a:cubicBezTo>
                    <a:pt x="1918" y="2278"/>
                    <a:pt x="1986" y="2209"/>
                    <a:pt x="2032" y="2164"/>
                  </a:cubicBezTo>
                  <a:cubicBezTo>
                    <a:pt x="2077" y="2118"/>
                    <a:pt x="2123" y="2072"/>
                    <a:pt x="2146" y="2027"/>
                  </a:cubicBezTo>
                  <a:cubicBezTo>
                    <a:pt x="2192" y="2004"/>
                    <a:pt x="2214" y="1958"/>
                    <a:pt x="2237" y="1913"/>
                  </a:cubicBezTo>
                  <a:cubicBezTo>
                    <a:pt x="2260" y="1844"/>
                    <a:pt x="2306" y="1776"/>
                    <a:pt x="2328" y="1707"/>
                  </a:cubicBezTo>
                  <a:cubicBezTo>
                    <a:pt x="2328" y="1707"/>
                    <a:pt x="2328" y="1684"/>
                    <a:pt x="2328" y="1661"/>
                  </a:cubicBezTo>
                  <a:cubicBezTo>
                    <a:pt x="2420" y="1388"/>
                    <a:pt x="2351" y="1091"/>
                    <a:pt x="2214" y="840"/>
                  </a:cubicBezTo>
                  <a:cubicBezTo>
                    <a:pt x="2192" y="794"/>
                    <a:pt x="2169" y="748"/>
                    <a:pt x="2123" y="703"/>
                  </a:cubicBezTo>
                  <a:cubicBezTo>
                    <a:pt x="2077" y="657"/>
                    <a:pt x="2055" y="611"/>
                    <a:pt x="2009" y="566"/>
                  </a:cubicBezTo>
                  <a:cubicBezTo>
                    <a:pt x="1940" y="497"/>
                    <a:pt x="1849" y="429"/>
                    <a:pt x="1758" y="383"/>
                  </a:cubicBezTo>
                  <a:cubicBezTo>
                    <a:pt x="1712" y="269"/>
                    <a:pt x="1621" y="155"/>
                    <a:pt x="1507" y="109"/>
                  </a:cubicBezTo>
                  <a:cubicBezTo>
                    <a:pt x="1373" y="42"/>
                    <a:pt x="1239" y="0"/>
                    <a:pt x="11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" name="Google Shape;114;p3"/>
          <p:cNvGrpSpPr/>
          <p:nvPr/>
        </p:nvGrpSpPr>
        <p:grpSpPr>
          <a:xfrm>
            <a:off x="8913838" y="2052350"/>
            <a:ext cx="499325" cy="491150"/>
            <a:chOff x="5045125" y="935250"/>
            <a:chExt cx="499325" cy="491150"/>
          </a:xfrm>
        </p:grpSpPr>
        <p:sp>
          <p:nvSpPr>
            <p:cNvPr id="115" name="Google Shape;115;p3"/>
            <p:cNvSpPr/>
            <p:nvPr/>
          </p:nvSpPr>
          <p:spPr>
            <a:xfrm>
              <a:off x="5045125" y="935250"/>
              <a:ext cx="499325" cy="491150"/>
            </a:xfrm>
            <a:custGeom>
              <a:avLst/>
              <a:gdLst/>
              <a:ahLst/>
              <a:cxnLst/>
              <a:rect l="l" t="t" r="r" b="b"/>
              <a:pathLst>
                <a:path w="19973" h="19646" extrusionOk="0">
                  <a:moveTo>
                    <a:pt x="9431" y="1152"/>
                  </a:moveTo>
                  <a:cubicBezTo>
                    <a:pt x="10012" y="1152"/>
                    <a:pt x="10594" y="1217"/>
                    <a:pt x="11162" y="1350"/>
                  </a:cubicBezTo>
                  <a:cubicBezTo>
                    <a:pt x="14791" y="2172"/>
                    <a:pt x="17667" y="5162"/>
                    <a:pt x="18489" y="8791"/>
                  </a:cubicBezTo>
                  <a:cubicBezTo>
                    <a:pt x="18877" y="10617"/>
                    <a:pt x="18740" y="12648"/>
                    <a:pt x="17827" y="14315"/>
                  </a:cubicBezTo>
                  <a:cubicBezTo>
                    <a:pt x="16914" y="15958"/>
                    <a:pt x="15271" y="17191"/>
                    <a:pt x="13513" y="17875"/>
                  </a:cubicBezTo>
                  <a:cubicBezTo>
                    <a:pt x="12410" y="18304"/>
                    <a:pt x="11253" y="18512"/>
                    <a:pt x="10102" y="18512"/>
                  </a:cubicBezTo>
                  <a:cubicBezTo>
                    <a:pt x="7514" y="18512"/>
                    <a:pt x="4960" y="17460"/>
                    <a:pt x="3127" y="15501"/>
                  </a:cubicBezTo>
                  <a:cubicBezTo>
                    <a:pt x="662" y="12854"/>
                    <a:pt x="959" y="8882"/>
                    <a:pt x="2580" y="5778"/>
                  </a:cubicBezTo>
                  <a:cubicBezTo>
                    <a:pt x="2602" y="5732"/>
                    <a:pt x="2648" y="5664"/>
                    <a:pt x="2671" y="5595"/>
                  </a:cubicBezTo>
                  <a:cubicBezTo>
                    <a:pt x="2671" y="5595"/>
                    <a:pt x="2671" y="5572"/>
                    <a:pt x="2671" y="5572"/>
                  </a:cubicBezTo>
                  <a:cubicBezTo>
                    <a:pt x="3082" y="4819"/>
                    <a:pt x="3561" y="4134"/>
                    <a:pt x="4109" y="3518"/>
                  </a:cubicBezTo>
                  <a:cubicBezTo>
                    <a:pt x="4223" y="3404"/>
                    <a:pt x="4269" y="3267"/>
                    <a:pt x="4269" y="3153"/>
                  </a:cubicBezTo>
                  <a:cubicBezTo>
                    <a:pt x="5617" y="1857"/>
                    <a:pt x="7517" y="1152"/>
                    <a:pt x="9431" y="1152"/>
                  </a:cubicBezTo>
                  <a:close/>
                  <a:moveTo>
                    <a:pt x="9342" y="0"/>
                  </a:moveTo>
                  <a:cubicBezTo>
                    <a:pt x="8172" y="0"/>
                    <a:pt x="7006" y="222"/>
                    <a:pt x="5912" y="688"/>
                  </a:cubicBezTo>
                  <a:cubicBezTo>
                    <a:pt x="3995" y="1532"/>
                    <a:pt x="2443" y="3085"/>
                    <a:pt x="1667" y="5047"/>
                  </a:cubicBezTo>
                  <a:cubicBezTo>
                    <a:pt x="1073" y="6120"/>
                    <a:pt x="639" y="7284"/>
                    <a:pt x="411" y="8494"/>
                  </a:cubicBezTo>
                  <a:cubicBezTo>
                    <a:pt x="0" y="10640"/>
                    <a:pt x="92" y="13036"/>
                    <a:pt x="1256" y="14931"/>
                  </a:cubicBezTo>
                  <a:cubicBezTo>
                    <a:pt x="3097" y="17963"/>
                    <a:pt x="6622" y="19646"/>
                    <a:pt x="10112" y="19646"/>
                  </a:cubicBezTo>
                  <a:cubicBezTo>
                    <a:pt x="10904" y="19646"/>
                    <a:pt x="11694" y="19559"/>
                    <a:pt x="12463" y="19382"/>
                  </a:cubicBezTo>
                  <a:cubicBezTo>
                    <a:pt x="14540" y="18902"/>
                    <a:pt x="16594" y="17761"/>
                    <a:pt x="17964" y="16095"/>
                  </a:cubicBezTo>
                  <a:cubicBezTo>
                    <a:pt x="19379" y="14383"/>
                    <a:pt x="19973" y="12146"/>
                    <a:pt x="19790" y="9955"/>
                  </a:cubicBezTo>
                  <a:cubicBezTo>
                    <a:pt x="19470" y="5778"/>
                    <a:pt x="16594" y="2035"/>
                    <a:pt x="12668" y="597"/>
                  </a:cubicBezTo>
                  <a:cubicBezTo>
                    <a:pt x="11595" y="205"/>
                    <a:pt x="10466" y="0"/>
                    <a:pt x="93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5110175" y="1017625"/>
              <a:ext cx="366375" cy="339850"/>
            </a:xfrm>
            <a:custGeom>
              <a:avLst/>
              <a:gdLst/>
              <a:ahLst/>
              <a:cxnLst/>
              <a:rect l="l" t="t" r="r" b="b"/>
              <a:pathLst>
                <a:path w="14655" h="13594" extrusionOk="0">
                  <a:moveTo>
                    <a:pt x="6521" y="1135"/>
                  </a:moveTo>
                  <a:cubicBezTo>
                    <a:pt x="7482" y="1135"/>
                    <a:pt x="8460" y="1378"/>
                    <a:pt x="9336" y="1821"/>
                  </a:cubicBezTo>
                  <a:cubicBezTo>
                    <a:pt x="11573" y="2939"/>
                    <a:pt x="13171" y="5085"/>
                    <a:pt x="13011" y="7664"/>
                  </a:cubicBezTo>
                  <a:cubicBezTo>
                    <a:pt x="12851" y="9992"/>
                    <a:pt x="11071" y="11955"/>
                    <a:pt x="8765" y="12366"/>
                  </a:cubicBezTo>
                  <a:cubicBezTo>
                    <a:pt x="8342" y="12438"/>
                    <a:pt x="7909" y="12475"/>
                    <a:pt x="7475" y="12475"/>
                  </a:cubicBezTo>
                  <a:cubicBezTo>
                    <a:pt x="5426" y="12475"/>
                    <a:pt x="3365" y="11652"/>
                    <a:pt x="2329" y="9787"/>
                  </a:cubicBezTo>
                  <a:cubicBezTo>
                    <a:pt x="1028" y="7413"/>
                    <a:pt x="1690" y="4674"/>
                    <a:pt x="3082" y="2506"/>
                  </a:cubicBezTo>
                  <a:cubicBezTo>
                    <a:pt x="4017" y="1558"/>
                    <a:pt x="5254" y="1135"/>
                    <a:pt x="6521" y="1135"/>
                  </a:cubicBezTo>
                  <a:close/>
                  <a:moveTo>
                    <a:pt x="6457" y="0"/>
                  </a:moveTo>
                  <a:cubicBezTo>
                    <a:pt x="5121" y="0"/>
                    <a:pt x="3813" y="384"/>
                    <a:pt x="2762" y="1250"/>
                  </a:cubicBezTo>
                  <a:cubicBezTo>
                    <a:pt x="2625" y="1296"/>
                    <a:pt x="2511" y="1364"/>
                    <a:pt x="2420" y="1501"/>
                  </a:cubicBezTo>
                  <a:cubicBezTo>
                    <a:pt x="2329" y="1593"/>
                    <a:pt x="2260" y="1707"/>
                    <a:pt x="2169" y="1821"/>
                  </a:cubicBezTo>
                  <a:cubicBezTo>
                    <a:pt x="2100" y="1912"/>
                    <a:pt x="2032" y="1981"/>
                    <a:pt x="1963" y="2072"/>
                  </a:cubicBezTo>
                  <a:cubicBezTo>
                    <a:pt x="1895" y="2163"/>
                    <a:pt x="1849" y="2255"/>
                    <a:pt x="1849" y="2369"/>
                  </a:cubicBezTo>
                  <a:cubicBezTo>
                    <a:pt x="548" y="4560"/>
                    <a:pt x="0" y="7231"/>
                    <a:pt x="1005" y="9650"/>
                  </a:cubicBezTo>
                  <a:cubicBezTo>
                    <a:pt x="1530" y="10928"/>
                    <a:pt x="2420" y="12024"/>
                    <a:pt x="3653" y="12686"/>
                  </a:cubicBezTo>
                  <a:cubicBezTo>
                    <a:pt x="4804" y="13321"/>
                    <a:pt x="6146" y="13594"/>
                    <a:pt x="7468" y="13594"/>
                  </a:cubicBezTo>
                  <a:cubicBezTo>
                    <a:pt x="7665" y="13594"/>
                    <a:pt x="7862" y="13588"/>
                    <a:pt x="8058" y="13576"/>
                  </a:cubicBezTo>
                  <a:cubicBezTo>
                    <a:pt x="10865" y="13416"/>
                    <a:pt x="13353" y="11545"/>
                    <a:pt x="13992" y="8737"/>
                  </a:cubicBezTo>
                  <a:cubicBezTo>
                    <a:pt x="14654" y="5770"/>
                    <a:pt x="13171" y="2894"/>
                    <a:pt x="10683" y="1273"/>
                  </a:cubicBezTo>
                  <a:cubicBezTo>
                    <a:pt x="9448" y="470"/>
                    <a:pt x="7935" y="0"/>
                    <a:pt x="64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5224300" y="1133125"/>
              <a:ext cx="132400" cy="128250"/>
            </a:xfrm>
            <a:custGeom>
              <a:avLst/>
              <a:gdLst/>
              <a:ahLst/>
              <a:cxnLst/>
              <a:rect l="l" t="t" r="r" b="b"/>
              <a:pathLst>
                <a:path w="5296" h="5130" extrusionOk="0">
                  <a:moveTo>
                    <a:pt x="2620" y="1140"/>
                  </a:moveTo>
                  <a:cubicBezTo>
                    <a:pt x="2646" y="1140"/>
                    <a:pt x="2671" y="1142"/>
                    <a:pt x="2694" y="1150"/>
                  </a:cubicBezTo>
                  <a:lnTo>
                    <a:pt x="2740" y="1150"/>
                  </a:lnTo>
                  <a:cubicBezTo>
                    <a:pt x="2785" y="1173"/>
                    <a:pt x="2831" y="1173"/>
                    <a:pt x="2877" y="1195"/>
                  </a:cubicBezTo>
                  <a:cubicBezTo>
                    <a:pt x="2991" y="1218"/>
                    <a:pt x="3036" y="1241"/>
                    <a:pt x="3082" y="1264"/>
                  </a:cubicBezTo>
                  <a:cubicBezTo>
                    <a:pt x="3173" y="1310"/>
                    <a:pt x="3265" y="1355"/>
                    <a:pt x="3333" y="1424"/>
                  </a:cubicBezTo>
                  <a:cubicBezTo>
                    <a:pt x="3401" y="1446"/>
                    <a:pt x="3470" y="1492"/>
                    <a:pt x="3493" y="1515"/>
                  </a:cubicBezTo>
                  <a:cubicBezTo>
                    <a:pt x="3561" y="1583"/>
                    <a:pt x="3630" y="1629"/>
                    <a:pt x="3698" y="1698"/>
                  </a:cubicBezTo>
                  <a:cubicBezTo>
                    <a:pt x="3721" y="1743"/>
                    <a:pt x="3744" y="1766"/>
                    <a:pt x="3790" y="1789"/>
                  </a:cubicBezTo>
                  <a:cubicBezTo>
                    <a:pt x="3790" y="1812"/>
                    <a:pt x="3858" y="1880"/>
                    <a:pt x="3858" y="1880"/>
                  </a:cubicBezTo>
                  <a:cubicBezTo>
                    <a:pt x="3904" y="1949"/>
                    <a:pt x="3949" y="2017"/>
                    <a:pt x="3995" y="2086"/>
                  </a:cubicBezTo>
                  <a:cubicBezTo>
                    <a:pt x="4041" y="2177"/>
                    <a:pt x="4041" y="2154"/>
                    <a:pt x="4063" y="2223"/>
                  </a:cubicBezTo>
                  <a:cubicBezTo>
                    <a:pt x="4086" y="2359"/>
                    <a:pt x="4109" y="2496"/>
                    <a:pt x="4086" y="2611"/>
                  </a:cubicBezTo>
                  <a:cubicBezTo>
                    <a:pt x="3995" y="2953"/>
                    <a:pt x="3835" y="3181"/>
                    <a:pt x="3561" y="3432"/>
                  </a:cubicBezTo>
                  <a:cubicBezTo>
                    <a:pt x="3356" y="3638"/>
                    <a:pt x="3059" y="3797"/>
                    <a:pt x="2808" y="3889"/>
                  </a:cubicBezTo>
                  <a:cubicBezTo>
                    <a:pt x="2580" y="3950"/>
                    <a:pt x="2372" y="4000"/>
                    <a:pt x="2164" y="4000"/>
                  </a:cubicBezTo>
                  <a:cubicBezTo>
                    <a:pt x="2060" y="4000"/>
                    <a:pt x="1956" y="3988"/>
                    <a:pt x="1849" y="3957"/>
                  </a:cubicBezTo>
                  <a:cubicBezTo>
                    <a:pt x="1781" y="3957"/>
                    <a:pt x="1690" y="3934"/>
                    <a:pt x="1644" y="3912"/>
                  </a:cubicBezTo>
                  <a:cubicBezTo>
                    <a:pt x="1598" y="3889"/>
                    <a:pt x="1575" y="3866"/>
                    <a:pt x="1530" y="3843"/>
                  </a:cubicBezTo>
                  <a:cubicBezTo>
                    <a:pt x="1514" y="3835"/>
                    <a:pt x="1503" y="3829"/>
                    <a:pt x="1496" y="3825"/>
                  </a:cubicBezTo>
                  <a:lnTo>
                    <a:pt x="1496" y="3825"/>
                  </a:lnTo>
                  <a:cubicBezTo>
                    <a:pt x="1501" y="3830"/>
                    <a:pt x="1507" y="3837"/>
                    <a:pt x="1507" y="3843"/>
                  </a:cubicBezTo>
                  <a:cubicBezTo>
                    <a:pt x="1501" y="3837"/>
                    <a:pt x="1495" y="3830"/>
                    <a:pt x="1489" y="3822"/>
                  </a:cubicBezTo>
                  <a:lnTo>
                    <a:pt x="1489" y="3822"/>
                  </a:lnTo>
                  <a:cubicBezTo>
                    <a:pt x="1491" y="3823"/>
                    <a:pt x="1493" y="3824"/>
                    <a:pt x="1496" y="3825"/>
                  </a:cubicBezTo>
                  <a:lnTo>
                    <a:pt x="1496" y="3825"/>
                  </a:lnTo>
                  <a:cubicBezTo>
                    <a:pt x="1493" y="3823"/>
                    <a:pt x="1490" y="3821"/>
                    <a:pt x="1488" y="3819"/>
                  </a:cubicBezTo>
                  <a:lnTo>
                    <a:pt x="1488" y="3819"/>
                  </a:lnTo>
                  <a:cubicBezTo>
                    <a:pt x="1488" y="3820"/>
                    <a:pt x="1489" y="3821"/>
                    <a:pt x="1489" y="3822"/>
                  </a:cubicBezTo>
                  <a:lnTo>
                    <a:pt x="1489" y="3822"/>
                  </a:lnTo>
                  <a:cubicBezTo>
                    <a:pt x="1484" y="3818"/>
                    <a:pt x="1482" y="3817"/>
                    <a:pt x="1482" y="3817"/>
                  </a:cubicBezTo>
                  <a:lnTo>
                    <a:pt x="1482" y="3817"/>
                  </a:lnTo>
                  <a:cubicBezTo>
                    <a:pt x="1483" y="3817"/>
                    <a:pt x="1485" y="3818"/>
                    <a:pt x="1488" y="3819"/>
                  </a:cubicBezTo>
                  <a:lnTo>
                    <a:pt x="1488" y="3819"/>
                  </a:lnTo>
                  <a:cubicBezTo>
                    <a:pt x="1471" y="3796"/>
                    <a:pt x="1455" y="3768"/>
                    <a:pt x="1439" y="3752"/>
                  </a:cubicBezTo>
                  <a:cubicBezTo>
                    <a:pt x="1416" y="3752"/>
                    <a:pt x="1416" y="3752"/>
                    <a:pt x="1416" y="3729"/>
                  </a:cubicBezTo>
                  <a:cubicBezTo>
                    <a:pt x="1416" y="3729"/>
                    <a:pt x="1416" y="3729"/>
                    <a:pt x="1393" y="3706"/>
                  </a:cubicBezTo>
                  <a:cubicBezTo>
                    <a:pt x="1347" y="3661"/>
                    <a:pt x="1324" y="3592"/>
                    <a:pt x="1279" y="3501"/>
                  </a:cubicBezTo>
                  <a:cubicBezTo>
                    <a:pt x="1279" y="3501"/>
                    <a:pt x="1256" y="3455"/>
                    <a:pt x="1256" y="3432"/>
                  </a:cubicBezTo>
                  <a:cubicBezTo>
                    <a:pt x="1256" y="3387"/>
                    <a:pt x="1233" y="3341"/>
                    <a:pt x="1233" y="3295"/>
                  </a:cubicBezTo>
                  <a:cubicBezTo>
                    <a:pt x="1210" y="3272"/>
                    <a:pt x="1210" y="3250"/>
                    <a:pt x="1210" y="3227"/>
                  </a:cubicBezTo>
                  <a:cubicBezTo>
                    <a:pt x="1210" y="3204"/>
                    <a:pt x="1210" y="3113"/>
                    <a:pt x="1210" y="3113"/>
                  </a:cubicBezTo>
                  <a:cubicBezTo>
                    <a:pt x="1187" y="2884"/>
                    <a:pt x="1233" y="2702"/>
                    <a:pt x="1279" y="2474"/>
                  </a:cubicBezTo>
                  <a:cubicBezTo>
                    <a:pt x="1324" y="2291"/>
                    <a:pt x="1393" y="2131"/>
                    <a:pt x="1461" y="1949"/>
                  </a:cubicBezTo>
                  <a:cubicBezTo>
                    <a:pt x="1667" y="1903"/>
                    <a:pt x="1827" y="1743"/>
                    <a:pt x="1895" y="1538"/>
                  </a:cubicBezTo>
                  <a:cubicBezTo>
                    <a:pt x="1895" y="1538"/>
                    <a:pt x="1895" y="1515"/>
                    <a:pt x="1895" y="1515"/>
                  </a:cubicBezTo>
                  <a:cubicBezTo>
                    <a:pt x="1918" y="1469"/>
                    <a:pt x="1941" y="1446"/>
                    <a:pt x="1964" y="1401"/>
                  </a:cubicBezTo>
                  <a:cubicBezTo>
                    <a:pt x="1986" y="1378"/>
                    <a:pt x="2009" y="1355"/>
                    <a:pt x="2055" y="1332"/>
                  </a:cubicBezTo>
                  <a:cubicBezTo>
                    <a:pt x="2055" y="1310"/>
                    <a:pt x="2055" y="1310"/>
                    <a:pt x="2055" y="1310"/>
                  </a:cubicBezTo>
                  <a:cubicBezTo>
                    <a:pt x="2078" y="1310"/>
                    <a:pt x="2078" y="1287"/>
                    <a:pt x="2078" y="1287"/>
                  </a:cubicBezTo>
                  <a:cubicBezTo>
                    <a:pt x="2123" y="1264"/>
                    <a:pt x="2146" y="1264"/>
                    <a:pt x="2169" y="1241"/>
                  </a:cubicBezTo>
                  <a:cubicBezTo>
                    <a:pt x="2192" y="1218"/>
                    <a:pt x="2215" y="1218"/>
                    <a:pt x="2237" y="1195"/>
                  </a:cubicBezTo>
                  <a:cubicBezTo>
                    <a:pt x="2260" y="1195"/>
                    <a:pt x="2329" y="1173"/>
                    <a:pt x="2352" y="1173"/>
                  </a:cubicBezTo>
                  <a:cubicBezTo>
                    <a:pt x="2374" y="1150"/>
                    <a:pt x="2420" y="1150"/>
                    <a:pt x="2466" y="1150"/>
                  </a:cubicBezTo>
                  <a:cubicBezTo>
                    <a:pt x="2511" y="1150"/>
                    <a:pt x="2567" y="1140"/>
                    <a:pt x="2620" y="1140"/>
                  </a:cubicBezTo>
                  <a:close/>
                  <a:moveTo>
                    <a:pt x="2581" y="0"/>
                  </a:moveTo>
                  <a:cubicBezTo>
                    <a:pt x="2403" y="0"/>
                    <a:pt x="2226" y="24"/>
                    <a:pt x="2055" y="77"/>
                  </a:cubicBezTo>
                  <a:cubicBezTo>
                    <a:pt x="1712" y="145"/>
                    <a:pt x="1416" y="328"/>
                    <a:pt x="1187" y="579"/>
                  </a:cubicBezTo>
                  <a:cubicBezTo>
                    <a:pt x="708" y="716"/>
                    <a:pt x="480" y="1287"/>
                    <a:pt x="320" y="1743"/>
                  </a:cubicBezTo>
                  <a:cubicBezTo>
                    <a:pt x="115" y="2314"/>
                    <a:pt x="1" y="2907"/>
                    <a:pt x="92" y="3501"/>
                  </a:cubicBezTo>
                  <a:cubicBezTo>
                    <a:pt x="183" y="4003"/>
                    <a:pt x="480" y="4505"/>
                    <a:pt x="914" y="4802"/>
                  </a:cubicBezTo>
                  <a:cubicBezTo>
                    <a:pt x="1276" y="5049"/>
                    <a:pt x="1710" y="5130"/>
                    <a:pt x="2138" y="5130"/>
                  </a:cubicBezTo>
                  <a:cubicBezTo>
                    <a:pt x="2303" y="5130"/>
                    <a:pt x="2467" y="5118"/>
                    <a:pt x="2625" y="5099"/>
                  </a:cubicBezTo>
                  <a:cubicBezTo>
                    <a:pt x="3698" y="4939"/>
                    <a:pt x="4680" y="4231"/>
                    <a:pt x="5091" y="3227"/>
                  </a:cubicBezTo>
                  <a:cubicBezTo>
                    <a:pt x="5296" y="2656"/>
                    <a:pt x="5273" y="2063"/>
                    <a:pt x="4999" y="1538"/>
                  </a:cubicBezTo>
                  <a:cubicBezTo>
                    <a:pt x="4725" y="1058"/>
                    <a:pt x="4292" y="648"/>
                    <a:pt x="3835" y="374"/>
                  </a:cubicBezTo>
                  <a:cubicBezTo>
                    <a:pt x="3462" y="146"/>
                    <a:pt x="3019" y="0"/>
                    <a:pt x="25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" name="Google Shape;118;p3"/>
          <p:cNvGrpSpPr/>
          <p:nvPr/>
        </p:nvGrpSpPr>
        <p:grpSpPr>
          <a:xfrm>
            <a:off x="119825" y="4317150"/>
            <a:ext cx="572925" cy="787025"/>
            <a:chOff x="3127800" y="2228675"/>
            <a:chExt cx="572925" cy="787025"/>
          </a:xfrm>
        </p:grpSpPr>
        <p:sp>
          <p:nvSpPr>
            <p:cNvPr id="119" name="Google Shape;119;p3"/>
            <p:cNvSpPr/>
            <p:nvPr/>
          </p:nvSpPr>
          <p:spPr>
            <a:xfrm>
              <a:off x="3150625" y="2450925"/>
              <a:ext cx="103300" cy="131100"/>
            </a:xfrm>
            <a:custGeom>
              <a:avLst/>
              <a:gdLst/>
              <a:ahLst/>
              <a:cxnLst/>
              <a:rect l="l" t="t" r="r" b="b"/>
              <a:pathLst>
                <a:path w="4132" h="5244" extrusionOk="0">
                  <a:moveTo>
                    <a:pt x="3059" y="0"/>
                  </a:moveTo>
                  <a:cubicBezTo>
                    <a:pt x="2734" y="0"/>
                    <a:pt x="2420" y="152"/>
                    <a:pt x="2237" y="457"/>
                  </a:cubicBezTo>
                  <a:cubicBezTo>
                    <a:pt x="1575" y="1575"/>
                    <a:pt x="913" y="2693"/>
                    <a:pt x="251" y="3812"/>
                  </a:cubicBezTo>
                  <a:cubicBezTo>
                    <a:pt x="0" y="4246"/>
                    <a:pt x="137" y="4885"/>
                    <a:pt x="594" y="5113"/>
                  </a:cubicBezTo>
                  <a:cubicBezTo>
                    <a:pt x="752" y="5200"/>
                    <a:pt x="925" y="5243"/>
                    <a:pt x="1094" y="5243"/>
                  </a:cubicBezTo>
                  <a:cubicBezTo>
                    <a:pt x="1411" y="5243"/>
                    <a:pt x="1716" y="5091"/>
                    <a:pt x="1895" y="4793"/>
                  </a:cubicBezTo>
                  <a:cubicBezTo>
                    <a:pt x="2557" y="3652"/>
                    <a:pt x="3219" y="2534"/>
                    <a:pt x="3881" y="1415"/>
                  </a:cubicBezTo>
                  <a:cubicBezTo>
                    <a:pt x="4132" y="1004"/>
                    <a:pt x="3995" y="365"/>
                    <a:pt x="3538" y="114"/>
                  </a:cubicBezTo>
                  <a:cubicBezTo>
                    <a:pt x="3386" y="38"/>
                    <a:pt x="3221" y="0"/>
                    <a:pt x="30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3291575" y="2539800"/>
              <a:ext cx="99875" cy="135275"/>
            </a:xfrm>
            <a:custGeom>
              <a:avLst/>
              <a:gdLst/>
              <a:ahLst/>
              <a:cxnLst/>
              <a:rect l="l" t="t" r="r" b="b"/>
              <a:pathLst>
                <a:path w="3995" h="5411" extrusionOk="0">
                  <a:moveTo>
                    <a:pt x="2909" y="1"/>
                  </a:moveTo>
                  <a:cubicBezTo>
                    <a:pt x="2584" y="1"/>
                    <a:pt x="2278" y="169"/>
                    <a:pt x="2077" y="462"/>
                  </a:cubicBezTo>
                  <a:cubicBezTo>
                    <a:pt x="1324" y="1581"/>
                    <a:pt x="685" y="2768"/>
                    <a:pt x="160" y="4000"/>
                  </a:cubicBezTo>
                  <a:cubicBezTo>
                    <a:pt x="69" y="4228"/>
                    <a:pt x="0" y="4457"/>
                    <a:pt x="69" y="4708"/>
                  </a:cubicBezTo>
                  <a:cubicBezTo>
                    <a:pt x="114" y="4936"/>
                    <a:pt x="297" y="5187"/>
                    <a:pt x="502" y="5301"/>
                  </a:cubicBezTo>
                  <a:cubicBezTo>
                    <a:pt x="644" y="5372"/>
                    <a:pt x="819" y="5410"/>
                    <a:pt x="995" y="5410"/>
                  </a:cubicBezTo>
                  <a:cubicBezTo>
                    <a:pt x="1329" y="5410"/>
                    <a:pt x="1669" y="5273"/>
                    <a:pt x="1803" y="4959"/>
                  </a:cubicBezTo>
                  <a:cubicBezTo>
                    <a:pt x="2328" y="3726"/>
                    <a:pt x="2968" y="2539"/>
                    <a:pt x="3721" y="1444"/>
                  </a:cubicBezTo>
                  <a:cubicBezTo>
                    <a:pt x="3995" y="1010"/>
                    <a:pt x="3812" y="371"/>
                    <a:pt x="3378" y="120"/>
                  </a:cubicBezTo>
                  <a:cubicBezTo>
                    <a:pt x="3224" y="39"/>
                    <a:pt x="3064" y="1"/>
                    <a:pt x="29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3429100" y="2620975"/>
              <a:ext cx="88475" cy="129675"/>
            </a:xfrm>
            <a:custGeom>
              <a:avLst/>
              <a:gdLst/>
              <a:ahLst/>
              <a:cxnLst/>
              <a:rect l="l" t="t" r="r" b="b"/>
              <a:pathLst>
                <a:path w="3539" h="5187" extrusionOk="0">
                  <a:moveTo>
                    <a:pt x="2558" y="1"/>
                  </a:moveTo>
                  <a:cubicBezTo>
                    <a:pt x="2390" y="1"/>
                    <a:pt x="2218" y="36"/>
                    <a:pt x="2077" y="114"/>
                  </a:cubicBezTo>
                  <a:cubicBezTo>
                    <a:pt x="1849" y="274"/>
                    <a:pt x="1712" y="456"/>
                    <a:pt x="1621" y="708"/>
                  </a:cubicBezTo>
                  <a:cubicBezTo>
                    <a:pt x="1575" y="844"/>
                    <a:pt x="1507" y="1004"/>
                    <a:pt x="1461" y="1141"/>
                  </a:cubicBezTo>
                  <a:cubicBezTo>
                    <a:pt x="1438" y="1210"/>
                    <a:pt x="1392" y="1278"/>
                    <a:pt x="1370" y="1324"/>
                  </a:cubicBezTo>
                  <a:cubicBezTo>
                    <a:pt x="1370" y="1347"/>
                    <a:pt x="1370" y="1369"/>
                    <a:pt x="1347" y="1415"/>
                  </a:cubicBezTo>
                  <a:cubicBezTo>
                    <a:pt x="1324" y="1438"/>
                    <a:pt x="1278" y="1575"/>
                    <a:pt x="1278" y="1598"/>
                  </a:cubicBezTo>
                  <a:cubicBezTo>
                    <a:pt x="1233" y="1666"/>
                    <a:pt x="1210" y="1712"/>
                    <a:pt x="1187" y="1780"/>
                  </a:cubicBezTo>
                  <a:cubicBezTo>
                    <a:pt x="1119" y="1917"/>
                    <a:pt x="1073" y="2054"/>
                    <a:pt x="1004" y="2168"/>
                  </a:cubicBezTo>
                  <a:cubicBezTo>
                    <a:pt x="753" y="2716"/>
                    <a:pt x="502" y="3241"/>
                    <a:pt x="228" y="3766"/>
                  </a:cubicBezTo>
                  <a:cubicBezTo>
                    <a:pt x="0" y="4223"/>
                    <a:pt x="91" y="4816"/>
                    <a:pt x="571" y="5067"/>
                  </a:cubicBezTo>
                  <a:cubicBezTo>
                    <a:pt x="720" y="5146"/>
                    <a:pt x="891" y="5186"/>
                    <a:pt x="1061" y="5186"/>
                  </a:cubicBezTo>
                  <a:cubicBezTo>
                    <a:pt x="1386" y="5186"/>
                    <a:pt x="1707" y="5039"/>
                    <a:pt x="1872" y="4725"/>
                  </a:cubicBezTo>
                  <a:cubicBezTo>
                    <a:pt x="2465" y="3583"/>
                    <a:pt x="2990" y="2397"/>
                    <a:pt x="3470" y="1187"/>
                  </a:cubicBezTo>
                  <a:cubicBezTo>
                    <a:pt x="3538" y="981"/>
                    <a:pt x="3470" y="685"/>
                    <a:pt x="3378" y="479"/>
                  </a:cubicBezTo>
                  <a:cubicBezTo>
                    <a:pt x="3264" y="274"/>
                    <a:pt x="3013" y="91"/>
                    <a:pt x="2785" y="23"/>
                  </a:cubicBezTo>
                  <a:cubicBezTo>
                    <a:pt x="2713" y="8"/>
                    <a:pt x="2636" y="1"/>
                    <a:pt x="25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3574025" y="2684625"/>
              <a:ext cx="93625" cy="112950"/>
            </a:xfrm>
            <a:custGeom>
              <a:avLst/>
              <a:gdLst/>
              <a:ahLst/>
              <a:cxnLst/>
              <a:rect l="l" t="t" r="r" b="b"/>
              <a:pathLst>
                <a:path w="3745" h="4518" extrusionOk="0">
                  <a:moveTo>
                    <a:pt x="2671" y="0"/>
                  </a:moveTo>
                  <a:cubicBezTo>
                    <a:pt x="2347" y="0"/>
                    <a:pt x="2032" y="163"/>
                    <a:pt x="1850" y="467"/>
                  </a:cubicBezTo>
                  <a:lnTo>
                    <a:pt x="275" y="3092"/>
                  </a:lnTo>
                  <a:cubicBezTo>
                    <a:pt x="1" y="3525"/>
                    <a:pt x="161" y="4165"/>
                    <a:pt x="594" y="4393"/>
                  </a:cubicBezTo>
                  <a:cubicBezTo>
                    <a:pt x="754" y="4477"/>
                    <a:pt x="921" y="4517"/>
                    <a:pt x="1084" y="4517"/>
                  </a:cubicBezTo>
                  <a:cubicBezTo>
                    <a:pt x="1408" y="4517"/>
                    <a:pt x="1713" y="4355"/>
                    <a:pt x="1895" y="4050"/>
                  </a:cubicBezTo>
                  <a:lnTo>
                    <a:pt x="3493" y="1426"/>
                  </a:lnTo>
                  <a:cubicBezTo>
                    <a:pt x="3744" y="992"/>
                    <a:pt x="3607" y="353"/>
                    <a:pt x="3151" y="124"/>
                  </a:cubicBezTo>
                  <a:cubicBezTo>
                    <a:pt x="2998" y="41"/>
                    <a:pt x="2834" y="0"/>
                    <a:pt x="26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3570600" y="2511325"/>
              <a:ext cx="85050" cy="119350"/>
            </a:xfrm>
            <a:custGeom>
              <a:avLst/>
              <a:gdLst/>
              <a:ahLst/>
              <a:cxnLst/>
              <a:rect l="l" t="t" r="r" b="b"/>
              <a:pathLst>
                <a:path w="3402" h="4774" extrusionOk="0">
                  <a:moveTo>
                    <a:pt x="2374" y="1"/>
                  </a:moveTo>
                  <a:cubicBezTo>
                    <a:pt x="1945" y="1"/>
                    <a:pt x="1536" y="265"/>
                    <a:pt x="1439" y="711"/>
                  </a:cubicBezTo>
                  <a:cubicBezTo>
                    <a:pt x="1347" y="1053"/>
                    <a:pt x="1233" y="1373"/>
                    <a:pt x="1096" y="1715"/>
                  </a:cubicBezTo>
                  <a:cubicBezTo>
                    <a:pt x="868" y="2263"/>
                    <a:pt x="571" y="2765"/>
                    <a:pt x="206" y="3245"/>
                  </a:cubicBezTo>
                  <a:lnTo>
                    <a:pt x="252" y="3153"/>
                  </a:lnTo>
                  <a:lnTo>
                    <a:pt x="252" y="3153"/>
                  </a:lnTo>
                  <a:cubicBezTo>
                    <a:pt x="115" y="3359"/>
                    <a:pt x="1" y="3541"/>
                    <a:pt x="1" y="3815"/>
                  </a:cubicBezTo>
                  <a:cubicBezTo>
                    <a:pt x="1" y="4044"/>
                    <a:pt x="92" y="4317"/>
                    <a:pt x="252" y="4477"/>
                  </a:cubicBezTo>
                  <a:cubicBezTo>
                    <a:pt x="434" y="4637"/>
                    <a:pt x="686" y="4774"/>
                    <a:pt x="937" y="4774"/>
                  </a:cubicBezTo>
                  <a:cubicBezTo>
                    <a:pt x="1165" y="4751"/>
                    <a:pt x="1462" y="4683"/>
                    <a:pt x="1599" y="4500"/>
                  </a:cubicBezTo>
                  <a:cubicBezTo>
                    <a:pt x="2397" y="3519"/>
                    <a:pt x="2968" y="2423"/>
                    <a:pt x="3265" y="1190"/>
                  </a:cubicBezTo>
                  <a:cubicBezTo>
                    <a:pt x="3402" y="711"/>
                    <a:pt x="3105" y="140"/>
                    <a:pt x="2603" y="26"/>
                  </a:cubicBezTo>
                  <a:cubicBezTo>
                    <a:pt x="2527" y="9"/>
                    <a:pt x="2450" y="1"/>
                    <a:pt x="23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3445650" y="2431250"/>
              <a:ext cx="94175" cy="115550"/>
            </a:xfrm>
            <a:custGeom>
              <a:avLst/>
              <a:gdLst/>
              <a:ahLst/>
              <a:cxnLst/>
              <a:rect l="l" t="t" r="r" b="b"/>
              <a:pathLst>
                <a:path w="3767" h="4622" extrusionOk="0">
                  <a:moveTo>
                    <a:pt x="2693" y="1"/>
                  </a:moveTo>
                  <a:cubicBezTo>
                    <a:pt x="2369" y="1"/>
                    <a:pt x="2054" y="163"/>
                    <a:pt x="1872" y="467"/>
                  </a:cubicBezTo>
                  <a:lnTo>
                    <a:pt x="251" y="3206"/>
                  </a:lnTo>
                  <a:cubicBezTo>
                    <a:pt x="0" y="3640"/>
                    <a:pt x="137" y="4256"/>
                    <a:pt x="594" y="4508"/>
                  </a:cubicBezTo>
                  <a:cubicBezTo>
                    <a:pt x="746" y="4584"/>
                    <a:pt x="913" y="4622"/>
                    <a:pt x="1078" y="4622"/>
                  </a:cubicBezTo>
                  <a:cubicBezTo>
                    <a:pt x="1408" y="4622"/>
                    <a:pt x="1727" y="4469"/>
                    <a:pt x="1895" y="4165"/>
                  </a:cubicBezTo>
                  <a:lnTo>
                    <a:pt x="3515" y="1426"/>
                  </a:lnTo>
                  <a:cubicBezTo>
                    <a:pt x="3766" y="992"/>
                    <a:pt x="3629" y="353"/>
                    <a:pt x="3173" y="125"/>
                  </a:cubicBezTo>
                  <a:cubicBezTo>
                    <a:pt x="3021" y="41"/>
                    <a:pt x="2856" y="1"/>
                    <a:pt x="2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3297275" y="2367475"/>
              <a:ext cx="98750" cy="113675"/>
            </a:xfrm>
            <a:custGeom>
              <a:avLst/>
              <a:gdLst/>
              <a:ahLst/>
              <a:cxnLst/>
              <a:rect l="l" t="t" r="r" b="b"/>
              <a:pathLst>
                <a:path w="3950" h="4547" extrusionOk="0">
                  <a:moveTo>
                    <a:pt x="2874" y="0"/>
                  </a:moveTo>
                  <a:cubicBezTo>
                    <a:pt x="2549" y="0"/>
                    <a:pt x="2233" y="168"/>
                    <a:pt x="2032" y="462"/>
                  </a:cubicBezTo>
                  <a:cubicBezTo>
                    <a:pt x="1461" y="1352"/>
                    <a:pt x="868" y="2242"/>
                    <a:pt x="274" y="3110"/>
                  </a:cubicBezTo>
                  <a:cubicBezTo>
                    <a:pt x="0" y="3543"/>
                    <a:pt x="183" y="4183"/>
                    <a:pt x="617" y="4411"/>
                  </a:cubicBezTo>
                  <a:cubicBezTo>
                    <a:pt x="778" y="4503"/>
                    <a:pt x="945" y="4546"/>
                    <a:pt x="1106" y="4546"/>
                  </a:cubicBezTo>
                  <a:cubicBezTo>
                    <a:pt x="1424" y="4546"/>
                    <a:pt x="1721" y="4379"/>
                    <a:pt x="1918" y="4091"/>
                  </a:cubicBezTo>
                  <a:lnTo>
                    <a:pt x="3675" y="1421"/>
                  </a:lnTo>
                  <a:cubicBezTo>
                    <a:pt x="3949" y="1010"/>
                    <a:pt x="3789" y="348"/>
                    <a:pt x="3333" y="120"/>
                  </a:cubicBezTo>
                  <a:cubicBezTo>
                    <a:pt x="3186" y="39"/>
                    <a:pt x="3029" y="0"/>
                    <a:pt x="28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3451925" y="2228675"/>
              <a:ext cx="79900" cy="109400"/>
            </a:xfrm>
            <a:custGeom>
              <a:avLst/>
              <a:gdLst/>
              <a:ahLst/>
              <a:cxnLst/>
              <a:rect l="l" t="t" r="r" b="b"/>
              <a:pathLst>
                <a:path w="3196" h="4376" extrusionOk="0">
                  <a:moveTo>
                    <a:pt x="2181" y="0"/>
                  </a:moveTo>
                  <a:cubicBezTo>
                    <a:pt x="1857" y="0"/>
                    <a:pt x="1540" y="144"/>
                    <a:pt x="1392" y="467"/>
                  </a:cubicBezTo>
                  <a:lnTo>
                    <a:pt x="183" y="2955"/>
                  </a:lnTo>
                  <a:cubicBezTo>
                    <a:pt x="69" y="3184"/>
                    <a:pt x="0" y="3435"/>
                    <a:pt x="69" y="3686"/>
                  </a:cubicBezTo>
                  <a:cubicBezTo>
                    <a:pt x="137" y="3914"/>
                    <a:pt x="297" y="4142"/>
                    <a:pt x="525" y="4256"/>
                  </a:cubicBezTo>
                  <a:cubicBezTo>
                    <a:pt x="667" y="4335"/>
                    <a:pt x="838" y="4376"/>
                    <a:pt x="1011" y="4376"/>
                  </a:cubicBezTo>
                  <a:cubicBezTo>
                    <a:pt x="1340" y="4376"/>
                    <a:pt x="1677" y="4228"/>
                    <a:pt x="1826" y="3914"/>
                  </a:cubicBezTo>
                  <a:lnTo>
                    <a:pt x="3013" y="1426"/>
                  </a:lnTo>
                  <a:cubicBezTo>
                    <a:pt x="3127" y="1198"/>
                    <a:pt x="3196" y="947"/>
                    <a:pt x="3127" y="696"/>
                  </a:cubicBezTo>
                  <a:cubicBezTo>
                    <a:pt x="3059" y="467"/>
                    <a:pt x="2899" y="216"/>
                    <a:pt x="2694" y="125"/>
                  </a:cubicBezTo>
                  <a:cubicBezTo>
                    <a:pt x="2539" y="44"/>
                    <a:pt x="2359" y="0"/>
                    <a:pt x="21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3607125" y="2317125"/>
              <a:ext cx="93600" cy="127000"/>
            </a:xfrm>
            <a:custGeom>
              <a:avLst/>
              <a:gdLst/>
              <a:ahLst/>
              <a:cxnLst/>
              <a:rect l="l" t="t" r="r" b="b"/>
              <a:pathLst>
                <a:path w="3744" h="5080" extrusionOk="0">
                  <a:moveTo>
                    <a:pt x="2643" y="1"/>
                  </a:moveTo>
                  <a:cubicBezTo>
                    <a:pt x="2324" y="1"/>
                    <a:pt x="2024" y="163"/>
                    <a:pt x="1827" y="467"/>
                  </a:cubicBezTo>
                  <a:cubicBezTo>
                    <a:pt x="1119" y="1540"/>
                    <a:pt x="548" y="2681"/>
                    <a:pt x="69" y="3891"/>
                  </a:cubicBezTo>
                  <a:cubicBezTo>
                    <a:pt x="1" y="4097"/>
                    <a:pt x="69" y="4416"/>
                    <a:pt x="160" y="4599"/>
                  </a:cubicBezTo>
                  <a:cubicBezTo>
                    <a:pt x="275" y="4804"/>
                    <a:pt x="526" y="5010"/>
                    <a:pt x="754" y="5055"/>
                  </a:cubicBezTo>
                  <a:cubicBezTo>
                    <a:pt x="833" y="5072"/>
                    <a:pt x="909" y="5080"/>
                    <a:pt x="982" y="5080"/>
                  </a:cubicBezTo>
                  <a:cubicBezTo>
                    <a:pt x="1416" y="5080"/>
                    <a:pt x="1742" y="4800"/>
                    <a:pt x="1918" y="4371"/>
                  </a:cubicBezTo>
                  <a:cubicBezTo>
                    <a:pt x="1941" y="4302"/>
                    <a:pt x="1986" y="4234"/>
                    <a:pt x="2009" y="4165"/>
                  </a:cubicBezTo>
                  <a:cubicBezTo>
                    <a:pt x="2009" y="4142"/>
                    <a:pt x="2009" y="4119"/>
                    <a:pt x="2032" y="4097"/>
                  </a:cubicBezTo>
                  <a:cubicBezTo>
                    <a:pt x="2078" y="3982"/>
                    <a:pt x="2146" y="3846"/>
                    <a:pt x="2192" y="3731"/>
                  </a:cubicBezTo>
                  <a:cubicBezTo>
                    <a:pt x="2306" y="3458"/>
                    <a:pt x="2443" y="3206"/>
                    <a:pt x="2580" y="2955"/>
                  </a:cubicBezTo>
                  <a:cubicBezTo>
                    <a:pt x="2854" y="2430"/>
                    <a:pt x="3151" y="1905"/>
                    <a:pt x="3470" y="1426"/>
                  </a:cubicBezTo>
                  <a:cubicBezTo>
                    <a:pt x="3744" y="1015"/>
                    <a:pt x="3561" y="353"/>
                    <a:pt x="3128" y="125"/>
                  </a:cubicBezTo>
                  <a:cubicBezTo>
                    <a:pt x="2968" y="41"/>
                    <a:pt x="2803" y="1"/>
                    <a:pt x="26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3176300" y="2631125"/>
              <a:ext cx="79350" cy="95650"/>
            </a:xfrm>
            <a:custGeom>
              <a:avLst/>
              <a:gdLst/>
              <a:ahLst/>
              <a:cxnLst/>
              <a:rect l="l" t="t" r="r" b="b"/>
              <a:pathLst>
                <a:path w="3174" h="3826" extrusionOk="0">
                  <a:moveTo>
                    <a:pt x="2148" y="0"/>
                  </a:moveTo>
                  <a:cubicBezTo>
                    <a:pt x="2079" y="0"/>
                    <a:pt x="2010" y="9"/>
                    <a:pt x="1941" y="28"/>
                  </a:cubicBezTo>
                  <a:lnTo>
                    <a:pt x="1735" y="119"/>
                  </a:lnTo>
                  <a:cubicBezTo>
                    <a:pt x="1575" y="210"/>
                    <a:pt x="1461" y="324"/>
                    <a:pt x="1370" y="484"/>
                  </a:cubicBezTo>
                  <a:cubicBezTo>
                    <a:pt x="914" y="1078"/>
                    <a:pt x="503" y="1717"/>
                    <a:pt x="183" y="2401"/>
                  </a:cubicBezTo>
                  <a:cubicBezTo>
                    <a:pt x="69" y="2630"/>
                    <a:pt x="1" y="2858"/>
                    <a:pt x="69" y="3109"/>
                  </a:cubicBezTo>
                  <a:cubicBezTo>
                    <a:pt x="137" y="3337"/>
                    <a:pt x="297" y="3588"/>
                    <a:pt x="503" y="3702"/>
                  </a:cubicBezTo>
                  <a:cubicBezTo>
                    <a:pt x="658" y="3780"/>
                    <a:pt x="823" y="3826"/>
                    <a:pt x="992" y="3826"/>
                  </a:cubicBezTo>
                  <a:cubicBezTo>
                    <a:pt x="1072" y="3826"/>
                    <a:pt x="1153" y="3816"/>
                    <a:pt x="1233" y="3794"/>
                  </a:cubicBezTo>
                  <a:cubicBezTo>
                    <a:pt x="1461" y="3725"/>
                    <a:pt x="1712" y="3588"/>
                    <a:pt x="1804" y="3360"/>
                  </a:cubicBezTo>
                  <a:cubicBezTo>
                    <a:pt x="2146" y="2675"/>
                    <a:pt x="2557" y="2036"/>
                    <a:pt x="3013" y="1443"/>
                  </a:cubicBezTo>
                  <a:cubicBezTo>
                    <a:pt x="3150" y="1260"/>
                    <a:pt x="3173" y="918"/>
                    <a:pt x="3105" y="712"/>
                  </a:cubicBezTo>
                  <a:cubicBezTo>
                    <a:pt x="3059" y="484"/>
                    <a:pt x="2876" y="256"/>
                    <a:pt x="2671" y="142"/>
                  </a:cubicBezTo>
                  <a:cubicBezTo>
                    <a:pt x="2506" y="59"/>
                    <a:pt x="2328" y="0"/>
                    <a:pt x="2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3289850" y="2746025"/>
              <a:ext cx="74775" cy="95025"/>
            </a:xfrm>
            <a:custGeom>
              <a:avLst/>
              <a:gdLst/>
              <a:ahLst/>
              <a:cxnLst/>
              <a:rect l="l" t="t" r="r" b="b"/>
              <a:pathLst>
                <a:path w="2991" h="3801" extrusionOk="0">
                  <a:moveTo>
                    <a:pt x="2023" y="0"/>
                  </a:moveTo>
                  <a:cubicBezTo>
                    <a:pt x="1943" y="0"/>
                    <a:pt x="1862" y="13"/>
                    <a:pt x="1781" y="42"/>
                  </a:cubicBezTo>
                  <a:cubicBezTo>
                    <a:pt x="1530" y="111"/>
                    <a:pt x="1347" y="248"/>
                    <a:pt x="1188" y="476"/>
                  </a:cubicBezTo>
                  <a:cubicBezTo>
                    <a:pt x="731" y="1138"/>
                    <a:pt x="389" y="1846"/>
                    <a:pt x="69" y="2599"/>
                  </a:cubicBezTo>
                  <a:cubicBezTo>
                    <a:pt x="1" y="2804"/>
                    <a:pt x="69" y="3124"/>
                    <a:pt x="161" y="3306"/>
                  </a:cubicBezTo>
                  <a:cubicBezTo>
                    <a:pt x="275" y="3535"/>
                    <a:pt x="526" y="3717"/>
                    <a:pt x="754" y="3763"/>
                  </a:cubicBezTo>
                  <a:cubicBezTo>
                    <a:pt x="836" y="3787"/>
                    <a:pt x="924" y="3800"/>
                    <a:pt x="1012" y="3800"/>
                  </a:cubicBezTo>
                  <a:cubicBezTo>
                    <a:pt x="1170" y="3800"/>
                    <a:pt x="1330" y="3759"/>
                    <a:pt x="1462" y="3672"/>
                  </a:cubicBezTo>
                  <a:cubicBezTo>
                    <a:pt x="1530" y="3626"/>
                    <a:pt x="1599" y="3580"/>
                    <a:pt x="1667" y="3535"/>
                  </a:cubicBezTo>
                  <a:cubicBezTo>
                    <a:pt x="1781" y="3420"/>
                    <a:pt x="1850" y="3284"/>
                    <a:pt x="1895" y="3124"/>
                  </a:cubicBezTo>
                  <a:cubicBezTo>
                    <a:pt x="2146" y="2530"/>
                    <a:pt x="2466" y="1960"/>
                    <a:pt x="2831" y="1435"/>
                  </a:cubicBezTo>
                  <a:cubicBezTo>
                    <a:pt x="2968" y="1252"/>
                    <a:pt x="2991" y="933"/>
                    <a:pt x="2945" y="704"/>
                  </a:cubicBezTo>
                  <a:cubicBezTo>
                    <a:pt x="2877" y="476"/>
                    <a:pt x="2717" y="248"/>
                    <a:pt x="2489" y="134"/>
                  </a:cubicBezTo>
                  <a:cubicBezTo>
                    <a:pt x="2350" y="56"/>
                    <a:pt x="2190" y="0"/>
                    <a:pt x="20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3463900" y="2821975"/>
              <a:ext cx="107875" cy="125375"/>
            </a:xfrm>
            <a:custGeom>
              <a:avLst/>
              <a:gdLst/>
              <a:ahLst/>
              <a:cxnLst/>
              <a:rect l="l" t="t" r="r" b="b"/>
              <a:pathLst>
                <a:path w="4315" h="5015" extrusionOk="0">
                  <a:moveTo>
                    <a:pt x="983" y="2710"/>
                  </a:moveTo>
                  <a:cubicBezTo>
                    <a:pt x="969" y="2726"/>
                    <a:pt x="963" y="2735"/>
                    <a:pt x="963" y="2735"/>
                  </a:cubicBezTo>
                  <a:cubicBezTo>
                    <a:pt x="964" y="2735"/>
                    <a:pt x="971" y="2727"/>
                    <a:pt x="983" y="2710"/>
                  </a:cubicBezTo>
                  <a:close/>
                  <a:moveTo>
                    <a:pt x="3248" y="1"/>
                  </a:moveTo>
                  <a:cubicBezTo>
                    <a:pt x="2926" y="1"/>
                    <a:pt x="2607" y="153"/>
                    <a:pt x="2443" y="451"/>
                  </a:cubicBezTo>
                  <a:cubicBezTo>
                    <a:pt x="2146" y="999"/>
                    <a:pt x="1826" y="1547"/>
                    <a:pt x="1461" y="2049"/>
                  </a:cubicBezTo>
                  <a:cubicBezTo>
                    <a:pt x="1370" y="2186"/>
                    <a:pt x="1279" y="2323"/>
                    <a:pt x="1187" y="2437"/>
                  </a:cubicBezTo>
                  <a:cubicBezTo>
                    <a:pt x="1142" y="2505"/>
                    <a:pt x="1096" y="2551"/>
                    <a:pt x="1050" y="2619"/>
                  </a:cubicBezTo>
                  <a:cubicBezTo>
                    <a:pt x="1030" y="2639"/>
                    <a:pt x="1028" y="2659"/>
                    <a:pt x="1012" y="2679"/>
                  </a:cubicBezTo>
                  <a:lnTo>
                    <a:pt x="1012" y="2679"/>
                  </a:lnTo>
                  <a:cubicBezTo>
                    <a:pt x="1022" y="2665"/>
                    <a:pt x="1028" y="2653"/>
                    <a:pt x="1028" y="2642"/>
                  </a:cubicBezTo>
                  <a:lnTo>
                    <a:pt x="1028" y="2642"/>
                  </a:lnTo>
                  <a:cubicBezTo>
                    <a:pt x="1009" y="2673"/>
                    <a:pt x="994" y="2695"/>
                    <a:pt x="983" y="2710"/>
                  </a:cubicBezTo>
                  <a:lnTo>
                    <a:pt x="983" y="2710"/>
                  </a:lnTo>
                  <a:cubicBezTo>
                    <a:pt x="989" y="2704"/>
                    <a:pt x="996" y="2696"/>
                    <a:pt x="1005" y="2688"/>
                  </a:cubicBezTo>
                  <a:cubicBezTo>
                    <a:pt x="1008" y="2685"/>
                    <a:pt x="1010" y="2682"/>
                    <a:pt x="1012" y="2679"/>
                  </a:cubicBezTo>
                  <a:lnTo>
                    <a:pt x="1012" y="2679"/>
                  </a:lnTo>
                  <a:cubicBezTo>
                    <a:pt x="980" y="2727"/>
                    <a:pt x="908" y="2789"/>
                    <a:pt x="891" y="2825"/>
                  </a:cubicBezTo>
                  <a:cubicBezTo>
                    <a:pt x="845" y="2870"/>
                    <a:pt x="799" y="2939"/>
                    <a:pt x="754" y="2985"/>
                  </a:cubicBezTo>
                  <a:cubicBezTo>
                    <a:pt x="640" y="3121"/>
                    <a:pt x="525" y="3258"/>
                    <a:pt x="411" y="3373"/>
                  </a:cubicBezTo>
                  <a:cubicBezTo>
                    <a:pt x="92" y="3761"/>
                    <a:pt x="0" y="4354"/>
                    <a:pt x="411" y="4719"/>
                  </a:cubicBezTo>
                  <a:cubicBezTo>
                    <a:pt x="595" y="4903"/>
                    <a:pt x="865" y="5015"/>
                    <a:pt x="1128" y="5015"/>
                  </a:cubicBezTo>
                  <a:cubicBezTo>
                    <a:pt x="1355" y="5015"/>
                    <a:pt x="1577" y="4932"/>
                    <a:pt x="1735" y="4742"/>
                  </a:cubicBezTo>
                  <a:cubicBezTo>
                    <a:pt x="2648" y="3738"/>
                    <a:pt x="3447" y="2619"/>
                    <a:pt x="4086" y="1432"/>
                  </a:cubicBezTo>
                  <a:cubicBezTo>
                    <a:pt x="4314" y="976"/>
                    <a:pt x="4200" y="360"/>
                    <a:pt x="3744" y="131"/>
                  </a:cubicBezTo>
                  <a:cubicBezTo>
                    <a:pt x="3593" y="44"/>
                    <a:pt x="3420" y="1"/>
                    <a:pt x="32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285850" y="2894725"/>
              <a:ext cx="100475" cy="120975"/>
            </a:xfrm>
            <a:custGeom>
              <a:avLst/>
              <a:gdLst/>
              <a:ahLst/>
              <a:cxnLst/>
              <a:rect l="l" t="t" r="r" b="b"/>
              <a:pathLst>
                <a:path w="4019" h="4839" extrusionOk="0">
                  <a:moveTo>
                    <a:pt x="2957" y="1"/>
                  </a:moveTo>
                  <a:cubicBezTo>
                    <a:pt x="2633" y="1"/>
                    <a:pt x="2311" y="148"/>
                    <a:pt x="2147" y="463"/>
                  </a:cubicBezTo>
                  <a:cubicBezTo>
                    <a:pt x="1599" y="1490"/>
                    <a:pt x="982" y="2471"/>
                    <a:pt x="298" y="3407"/>
                  </a:cubicBezTo>
                  <a:cubicBezTo>
                    <a:pt x="1" y="3818"/>
                    <a:pt x="206" y="4503"/>
                    <a:pt x="640" y="4708"/>
                  </a:cubicBezTo>
                  <a:cubicBezTo>
                    <a:pt x="804" y="4798"/>
                    <a:pt x="966" y="4838"/>
                    <a:pt x="1120" y="4838"/>
                  </a:cubicBezTo>
                  <a:cubicBezTo>
                    <a:pt x="1438" y="4838"/>
                    <a:pt x="1726" y="4665"/>
                    <a:pt x="1941" y="4389"/>
                  </a:cubicBezTo>
                  <a:cubicBezTo>
                    <a:pt x="2626" y="3430"/>
                    <a:pt x="3242" y="2448"/>
                    <a:pt x="3790" y="1421"/>
                  </a:cubicBezTo>
                  <a:cubicBezTo>
                    <a:pt x="4018" y="988"/>
                    <a:pt x="3904" y="371"/>
                    <a:pt x="3448" y="120"/>
                  </a:cubicBezTo>
                  <a:cubicBezTo>
                    <a:pt x="3298" y="42"/>
                    <a:pt x="3127" y="1"/>
                    <a:pt x="29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127800" y="2807725"/>
              <a:ext cx="90175" cy="117525"/>
            </a:xfrm>
            <a:custGeom>
              <a:avLst/>
              <a:gdLst/>
              <a:ahLst/>
              <a:cxnLst/>
              <a:rect l="l" t="t" r="r" b="b"/>
              <a:pathLst>
                <a:path w="3607" h="4701" extrusionOk="0">
                  <a:moveTo>
                    <a:pt x="2541" y="0"/>
                  </a:moveTo>
                  <a:cubicBezTo>
                    <a:pt x="2218" y="0"/>
                    <a:pt x="1899" y="152"/>
                    <a:pt x="1735" y="450"/>
                  </a:cubicBezTo>
                  <a:cubicBezTo>
                    <a:pt x="1233" y="1409"/>
                    <a:pt x="731" y="2345"/>
                    <a:pt x="251" y="3281"/>
                  </a:cubicBezTo>
                  <a:cubicBezTo>
                    <a:pt x="0" y="3714"/>
                    <a:pt x="114" y="4331"/>
                    <a:pt x="571" y="4582"/>
                  </a:cubicBezTo>
                  <a:cubicBezTo>
                    <a:pt x="728" y="4660"/>
                    <a:pt x="904" y="4701"/>
                    <a:pt x="1077" y="4701"/>
                  </a:cubicBezTo>
                  <a:cubicBezTo>
                    <a:pt x="1406" y="4701"/>
                    <a:pt x="1722" y="4554"/>
                    <a:pt x="1872" y="4239"/>
                  </a:cubicBezTo>
                  <a:cubicBezTo>
                    <a:pt x="2374" y="3303"/>
                    <a:pt x="2876" y="2368"/>
                    <a:pt x="3378" y="1432"/>
                  </a:cubicBezTo>
                  <a:cubicBezTo>
                    <a:pt x="3607" y="975"/>
                    <a:pt x="3515" y="359"/>
                    <a:pt x="3036" y="131"/>
                  </a:cubicBezTo>
                  <a:cubicBezTo>
                    <a:pt x="2885" y="43"/>
                    <a:pt x="2713" y="0"/>
                    <a:pt x="2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" name="Google Shape;133;p3"/>
          <p:cNvSpPr/>
          <p:nvPr/>
        </p:nvSpPr>
        <p:spPr>
          <a:xfrm rot="972023">
            <a:off x="1146342" y="4795538"/>
            <a:ext cx="1223185" cy="348153"/>
          </a:xfrm>
          <a:custGeom>
            <a:avLst/>
            <a:gdLst/>
            <a:ahLst/>
            <a:cxnLst/>
            <a:rect l="l" t="t" r="r" b="b"/>
            <a:pathLst>
              <a:path w="48927" h="13926" extrusionOk="0">
                <a:moveTo>
                  <a:pt x="11396" y="756"/>
                </a:moveTo>
                <a:cubicBezTo>
                  <a:pt x="12294" y="756"/>
                  <a:pt x="11286" y="2679"/>
                  <a:pt x="11059" y="3132"/>
                </a:cubicBezTo>
                <a:cubicBezTo>
                  <a:pt x="10534" y="4114"/>
                  <a:pt x="9918" y="5073"/>
                  <a:pt x="9210" y="5963"/>
                </a:cubicBezTo>
                <a:cubicBezTo>
                  <a:pt x="8320" y="7058"/>
                  <a:pt x="7293" y="8085"/>
                  <a:pt x="6152" y="8930"/>
                </a:cubicBezTo>
                <a:cubicBezTo>
                  <a:pt x="6152" y="8679"/>
                  <a:pt x="6175" y="8405"/>
                  <a:pt x="6220" y="8154"/>
                </a:cubicBezTo>
                <a:cubicBezTo>
                  <a:pt x="6334" y="7150"/>
                  <a:pt x="6608" y="6145"/>
                  <a:pt x="6996" y="5209"/>
                </a:cubicBezTo>
                <a:cubicBezTo>
                  <a:pt x="7727" y="3429"/>
                  <a:pt x="9119" y="1466"/>
                  <a:pt x="11036" y="827"/>
                </a:cubicBezTo>
                <a:cubicBezTo>
                  <a:pt x="11181" y="778"/>
                  <a:pt x="11299" y="756"/>
                  <a:pt x="11396" y="756"/>
                </a:cubicBezTo>
                <a:close/>
                <a:moveTo>
                  <a:pt x="20369" y="1722"/>
                </a:moveTo>
                <a:cubicBezTo>
                  <a:pt x="20636" y="1722"/>
                  <a:pt x="20825" y="1863"/>
                  <a:pt x="20851" y="2242"/>
                </a:cubicBezTo>
                <a:cubicBezTo>
                  <a:pt x="20897" y="2676"/>
                  <a:pt x="20669" y="3132"/>
                  <a:pt x="20463" y="3498"/>
                </a:cubicBezTo>
                <a:cubicBezTo>
                  <a:pt x="20189" y="3977"/>
                  <a:pt x="19893" y="4456"/>
                  <a:pt x="19573" y="4913"/>
                </a:cubicBezTo>
                <a:cubicBezTo>
                  <a:pt x="18980" y="5780"/>
                  <a:pt x="18272" y="6602"/>
                  <a:pt x="17519" y="7355"/>
                </a:cubicBezTo>
                <a:cubicBezTo>
                  <a:pt x="16697" y="8177"/>
                  <a:pt x="15807" y="8907"/>
                  <a:pt x="14848" y="9569"/>
                </a:cubicBezTo>
                <a:cubicBezTo>
                  <a:pt x="14848" y="9021"/>
                  <a:pt x="14940" y="8496"/>
                  <a:pt x="15054" y="7994"/>
                </a:cubicBezTo>
                <a:cubicBezTo>
                  <a:pt x="15282" y="7013"/>
                  <a:pt x="15670" y="6054"/>
                  <a:pt x="16195" y="5187"/>
                </a:cubicBezTo>
                <a:cubicBezTo>
                  <a:pt x="16743" y="4296"/>
                  <a:pt x="17450" y="3520"/>
                  <a:pt x="18249" y="2858"/>
                </a:cubicBezTo>
                <a:cubicBezTo>
                  <a:pt x="18559" y="2598"/>
                  <a:pt x="19705" y="1722"/>
                  <a:pt x="20369" y="1722"/>
                </a:cubicBezTo>
                <a:close/>
                <a:moveTo>
                  <a:pt x="28109" y="3492"/>
                </a:moveTo>
                <a:cubicBezTo>
                  <a:pt x="28377" y="3492"/>
                  <a:pt x="28558" y="3695"/>
                  <a:pt x="28543" y="4114"/>
                </a:cubicBezTo>
                <a:cubicBezTo>
                  <a:pt x="28498" y="4616"/>
                  <a:pt x="28224" y="5095"/>
                  <a:pt x="27996" y="5552"/>
                </a:cubicBezTo>
                <a:cubicBezTo>
                  <a:pt x="27493" y="6511"/>
                  <a:pt x="26923" y="7401"/>
                  <a:pt x="26238" y="8222"/>
                </a:cubicBezTo>
                <a:cubicBezTo>
                  <a:pt x="25690" y="8907"/>
                  <a:pt x="25074" y="9523"/>
                  <a:pt x="24435" y="10117"/>
                </a:cubicBezTo>
                <a:cubicBezTo>
                  <a:pt x="24389" y="9843"/>
                  <a:pt x="24389" y="9592"/>
                  <a:pt x="24389" y="9318"/>
                </a:cubicBezTo>
                <a:cubicBezTo>
                  <a:pt x="24435" y="8200"/>
                  <a:pt x="24869" y="7081"/>
                  <a:pt x="25439" y="6100"/>
                </a:cubicBezTo>
                <a:cubicBezTo>
                  <a:pt x="25964" y="5209"/>
                  <a:pt x="26717" y="4205"/>
                  <a:pt x="27630" y="3657"/>
                </a:cubicBezTo>
                <a:cubicBezTo>
                  <a:pt x="27803" y="3547"/>
                  <a:pt x="27968" y="3492"/>
                  <a:pt x="28109" y="3492"/>
                </a:cubicBezTo>
                <a:close/>
                <a:moveTo>
                  <a:pt x="36360" y="3657"/>
                </a:moveTo>
                <a:cubicBezTo>
                  <a:pt x="36925" y="3657"/>
                  <a:pt x="37034" y="4237"/>
                  <a:pt x="36989" y="4685"/>
                </a:cubicBezTo>
                <a:cubicBezTo>
                  <a:pt x="36875" y="5666"/>
                  <a:pt x="36304" y="6670"/>
                  <a:pt x="35779" y="7492"/>
                </a:cubicBezTo>
                <a:cubicBezTo>
                  <a:pt x="35231" y="8359"/>
                  <a:pt x="34592" y="9113"/>
                  <a:pt x="33839" y="9820"/>
                </a:cubicBezTo>
                <a:cubicBezTo>
                  <a:pt x="33679" y="9957"/>
                  <a:pt x="33519" y="10094"/>
                  <a:pt x="33337" y="10254"/>
                </a:cubicBezTo>
                <a:cubicBezTo>
                  <a:pt x="33108" y="9341"/>
                  <a:pt x="33154" y="8337"/>
                  <a:pt x="33382" y="7446"/>
                </a:cubicBezTo>
                <a:cubicBezTo>
                  <a:pt x="33656" y="6351"/>
                  <a:pt x="34204" y="5301"/>
                  <a:pt x="35003" y="4479"/>
                </a:cubicBezTo>
                <a:cubicBezTo>
                  <a:pt x="35345" y="4137"/>
                  <a:pt x="35802" y="3657"/>
                  <a:pt x="36327" y="3657"/>
                </a:cubicBezTo>
                <a:cubicBezTo>
                  <a:pt x="36338" y="3657"/>
                  <a:pt x="36349" y="3657"/>
                  <a:pt x="36360" y="3657"/>
                </a:cubicBezTo>
                <a:close/>
                <a:moveTo>
                  <a:pt x="11386" y="0"/>
                </a:moveTo>
                <a:cubicBezTo>
                  <a:pt x="11346" y="0"/>
                  <a:pt x="11305" y="2"/>
                  <a:pt x="11265" y="5"/>
                </a:cubicBezTo>
                <a:cubicBezTo>
                  <a:pt x="10169" y="97"/>
                  <a:pt x="9028" y="1055"/>
                  <a:pt x="8297" y="1809"/>
                </a:cubicBezTo>
                <a:cubicBezTo>
                  <a:pt x="6608" y="3543"/>
                  <a:pt x="5695" y="5940"/>
                  <a:pt x="5444" y="8314"/>
                </a:cubicBezTo>
                <a:cubicBezTo>
                  <a:pt x="5399" y="8679"/>
                  <a:pt x="5376" y="9067"/>
                  <a:pt x="5399" y="9455"/>
                </a:cubicBezTo>
                <a:cubicBezTo>
                  <a:pt x="4988" y="9729"/>
                  <a:pt x="4554" y="9980"/>
                  <a:pt x="4120" y="10185"/>
                </a:cubicBezTo>
                <a:cubicBezTo>
                  <a:pt x="3339" y="10585"/>
                  <a:pt x="2484" y="10850"/>
                  <a:pt x="1618" y="10850"/>
                </a:cubicBezTo>
                <a:cubicBezTo>
                  <a:pt x="1296" y="10850"/>
                  <a:pt x="973" y="10814"/>
                  <a:pt x="651" y="10733"/>
                </a:cubicBezTo>
                <a:cubicBezTo>
                  <a:pt x="616" y="10725"/>
                  <a:pt x="583" y="10721"/>
                  <a:pt x="552" y="10721"/>
                </a:cubicBezTo>
                <a:cubicBezTo>
                  <a:pt x="146" y="10721"/>
                  <a:pt x="1" y="11358"/>
                  <a:pt x="445" y="11464"/>
                </a:cubicBezTo>
                <a:cubicBezTo>
                  <a:pt x="848" y="11567"/>
                  <a:pt x="1247" y="11614"/>
                  <a:pt x="1643" y="11614"/>
                </a:cubicBezTo>
                <a:cubicBezTo>
                  <a:pt x="3000" y="11614"/>
                  <a:pt x="4311" y="11059"/>
                  <a:pt x="5513" y="10300"/>
                </a:cubicBezTo>
                <a:cubicBezTo>
                  <a:pt x="5604" y="10779"/>
                  <a:pt x="5787" y="11235"/>
                  <a:pt x="6060" y="11623"/>
                </a:cubicBezTo>
                <a:cubicBezTo>
                  <a:pt x="6680" y="12456"/>
                  <a:pt x="7646" y="12796"/>
                  <a:pt x="8649" y="12796"/>
                </a:cubicBezTo>
                <a:cubicBezTo>
                  <a:pt x="8828" y="12796"/>
                  <a:pt x="9008" y="12785"/>
                  <a:pt x="9188" y="12765"/>
                </a:cubicBezTo>
                <a:cubicBezTo>
                  <a:pt x="10397" y="12628"/>
                  <a:pt x="11584" y="12171"/>
                  <a:pt x="12680" y="11646"/>
                </a:cubicBezTo>
                <a:cubicBezTo>
                  <a:pt x="13205" y="11418"/>
                  <a:pt x="13707" y="11144"/>
                  <a:pt x="14186" y="10870"/>
                </a:cubicBezTo>
                <a:cubicBezTo>
                  <a:pt x="14278" y="11349"/>
                  <a:pt x="14460" y="11783"/>
                  <a:pt x="14711" y="12194"/>
                </a:cubicBezTo>
                <a:cubicBezTo>
                  <a:pt x="15373" y="13175"/>
                  <a:pt x="16492" y="13746"/>
                  <a:pt x="17633" y="13883"/>
                </a:cubicBezTo>
                <a:cubicBezTo>
                  <a:pt x="17852" y="13912"/>
                  <a:pt x="18071" y="13925"/>
                  <a:pt x="18290" y="13925"/>
                </a:cubicBezTo>
                <a:cubicBezTo>
                  <a:pt x="20353" y="13925"/>
                  <a:pt x="22394" y="12720"/>
                  <a:pt x="24024" y="11441"/>
                </a:cubicBezTo>
                <a:cubicBezTo>
                  <a:pt x="24184" y="11738"/>
                  <a:pt x="24389" y="12034"/>
                  <a:pt x="24663" y="12285"/>
                </a:cubicBezTo>
                <a:cubicBezTo>
                  <a:pt x="25460" y="13071"/>
                  <a:pt x="26493" y="13363"/>
                  <a:pt x="27566" y="13363"/>
                </a:cubicBezTo>
                <a:cubicBezTo>
                  <a:pt x="28800" y="13363"/>
                  <a:pt x="30085" y="12977"/>
                  <a:pt x="31123" y="12514"/>
                </a:cubicBezTo>
                <a:cubicBezTo>
                  <a:pt x="31785" y="12217"/>
                  <a:pt x="32424" y="11852"/>
                  <a:pt x="33017" y="11441"/>
                </a:cubicBezTo>
                <a:cubicBezTo>
                  <a:pt x="33291" y="11897"/>
                  <a:pt x="33656" y="12308"/>
                  <a:pt x="34136" y="12628"/>
                </a:cubicBezTo>
                <a:cubicBezTo>
                  <a:pt x="34966" y="13163"/>
                  <a:pt x="35990" y="13340"/>
                  <a:pt x="36979" y="13340"/>
                </a:cubicBezTo>
                <a:cubicBezTo>
                  <a:pt x="37214" y="13340"/>
                  <a:pt x="37446" y="13330"/>
                  <a:pt x="37674" y="13312"/>
                </a:cubicBezTo>
                <a:cubicBezTo>
                  <a:pt x="40413" y="13084"/>
                  <a:pt x="42946" y="11852"/>
                  <a:pt x="45206" y="10368"/>
                </a:cubicBezTo>
                <a:cubicBezTo>
                  <a:pt x="46370" y="9592"/>
                  <a:pt x="47488" y="8747"/>
                  <a:pt x="48607" y="7903"/>
                </a:cubicBezTo>
                <a:cubicBezTo>
                  <a:pt x="48926" y="7677"/>
                  <a:pt x="48720" y="7189"/>
                  <a:pt x="48420" y="7189"/>
                </a:cubicBezTo>
                <a:cubicBezTo>
                  <a:pt x="48356" y="7189"/>
                  <a:pt x="48287" y="7211"/>
                  <a:pt x="48219" y="7264"/>
                </a:cubicBezTo>
                <a:cubicBezTo>
                  <a:pt x="46393" y="8656"/>
                  <a:pt x="44544" y="10048"/>
                  <a:pt x="42490" y="11076"/>
                </a:cubicBezTo>
                <a:cubicBezTo>
                  <a:pt x="40877" y="11911"/>
                  <a:pt x="38964" y="12604"/>
                  <a:pt x="37105" y="12604"/>
                </a:cubicBezTo>
                <a:cubicBezTo>
                  <a:pt x="36728" y="12604"/>
                  <a:pt x="36354" y="12575"/>
                  <a:pt x="35984" y="12514"/>
                </a:cubicBezTo>
                <a:cubicBezTo>
                  <a:pt x="34980" y="12331"/>
                  <a:pt x="34113" y="11852"/>
                  <a:pt x="33633" y="10984"/>
                </a:cubicBezTo>
                <a:cubicBezTo>
                  <a:pt x="34798" y="10071"/>
                  <a:pt x="35779" y="8953"/>
                  <a:pt x="36555" y="7697"/>
                </a:cubicBezTo>
                <a:cubicBezTo>
                  <a:pt x="37126" y="6762"/>
                  <a:pt x="37765" y="5575"/>
                  <a:pt x="37765" y="4456"/>
                </a:cubicBezTo>
                <a:cubicBezTo>
                  <a:pt x="37747" y="3536"/>
                  <a:pt x="37144" y="2901"/>
                  <a:pt x="36351" y="2901"/>
                </a:cubicBezTo>
                <a:cubicBezTo>
                  <a:pt x="36141" y="2901"/>
                  <a:pt x="35917" y="2945"/>
                  <a:pt x="35688" y="3041"/>
                </a:cubicBezTo>
                <a:cubicBezTo>
                  <a:pt x="34546" y="3498"/>
                  <a:pt x="33679" y="4753"/>
                  <a:pt x="33177" y="5826"/>
                </a:cubicBezTo>
                <a:cubicBezTo>
                  <a:pt x="32606" y="6967"/>
                  <a:pt x="32332" y="8291"/>
                  <a:pt x="32469" y="9569"/>
                </a:cubicBezTo>
                <a:cubicBezTo>
                  <a:pt x="32492" y="9980"/>
                  <a:pt x="32583" y="10368"/>
                  <a:pt x="32720" y="10733"/>
                </a:cubicBezTo>
                <a:cubicBezTo>
                  <a:pt x="31442" y="11646"/>
                  <a:pt x="29959" y="12331"/>
                  <a:pt x="28406" y="12536"/>
                </a:cubicBezTo>
                <a:cubicBezTo>
                  <a:pt x="28144" y="12575"/>
                  <a:pt x="27870" y="12597"/>
                  <a:pt x="27594" y="12597"/>
                </a:cubicBezTo>
                <a:cubicBezTo>
                  <a:pt x="26888" y="12597"/>
                  <a:pt x="26167" y="12451"/>
                  <a:pt x="25576" y="12057"/>
                </a:cubicBezTo>
                <a:cubicBezTo>
                  <a:pt x="25142" y="11760"/>
                  <a:pt x="24846" y="11372"/>
                  <a:pt x="24663" y="10916"/>
                </a:cubicBezTo>
                <a:cubicBezTo>
                  <a:pt x="24709" y="10870"/>
                  <a:pt x="24777" y="10802"/>
                  <a:pt x="24846" y="10756"/>
                </a:cubicBezTo>
                <a:cubicBezTo>
                  <a:pt x="25827" y="9911"/>
                  <a:pt x="26672" y="8953"/>
                  <a:pt x="27425" y="7903"/>
                </a:cubicBezTo>
                <a:cubicBezTo>
                  <a:pt x="28133" y="6944"/>
                  <a:pt x="28931" y="5780"/>
                  <a:pt x="29228" y="4616"/>
                </a:cubicBezTo>
                <a:cubicBezTo>
                  <a:pt x="29432" y="3758"/>
                  <a:pt x="29088" y="2699"/>
                  <a:pt x="28146" y="2699"/>
                </a:cubicBezTo>
                <a:cubicBezTo>
                  <a:pt x="28036" y="2699"/>
                  <a:pt x="27917" y="2713"/>
                  <a:pt x="27790" y="2744"/>
                </a:cubicBezTo>
                <a:cubicBezTo>
                  <a:pt x="27197" y="2904"/>
                  <a:pt x="26717" y="3361"/>
                  <a:pt x="26307" y="3771"/>
                </a:cubicBezTo>
                <a:cubicBezTo>
                  <a:pt x="25850" y="4228"/>
                  <a:pt x="25439" y="4730"/>
                  <a:pt x="25074" y="5255"/>
                </a:cubicBezTo>
                <a:cubicBezTo>
                  <a:pt x="24115" y="6716"/>
                  <a:pt x="23271" y="8884"/>
                  <a:pt x="23750" y="10688"/>
                </a:cubicBezTo>
                <a:cubicBezTo>
                  <a:pt x="22951" y="11304"/>
                  <a:pt x="22107" y="11874"/>
                  <a:pt x="21194" y="12331"/>
                </a:cubicBezTo>
                <a:cubicBezTo>
                  <a:pt x="20316" y="12775"/>
                  <a:pt x="19170" y="13127"/>
                  <a:pt x="18089" y="13127"/>
                </a:cubicBezTo>
                <a:cubicBezTo>
                  <a:pt x="16894" y="13127"/>
                  <a:pt x="15778" y="12697"/>
                  <a:pt x="15191" y="11486"/>
                </a:cubicBezTo>
                <a:cubicBezTo>
                  <a:pt x="15031" y="11167"/>
                  <a:pt x="14940" y="10802"/>
                  <a:pt x="14894" y="10436"/>
                </a:cubicBezTo>
                <a:cubicBezTo>
                  <a:pt x="15259" y="10208"/>
                  <a:pt x="15647" y="9934"/>
                  <a:pt x="16012" y="9683"/>
                </a:cubicBezTo>
                <a:cubicBezTo>
                  <a:pt x="18021" y="8154"/>
                  <a:pt x="19756" y="6259"/>
                  <a:pt x="21011" y="4068"/>
                </a:cubicBezTo>
                <a:cubicBezTo>
                  <a:pt x="21468" y="3269"/>
                  <a:pt x="22061" y="1923"/>
                  <a:pt x="21125" y="1215"/>
                </a:cubicBezTo>
                <a:cubicBezTo>
                  <a:pt x="20879" y="1025"/>
                  <a:pt x="20608" y="947"/>
                  <a:pt x="20328" y="947"/>
                </a:cubicBezTo>
                <a:cubicBezTo>
                  <a:pt x="19464" y="947"/>
                  <a:pt x="18510" y="1686"/>
                  <a:pt x="17907" y="2151"/>
                </a:cubicBezTo>
                <a:cubicBezTo>
                  <a:pt x="15967" y="3657"/>
                  <a:pt x="14597" y="5917"/>
                  <a:pt x="14209" y="8359"/>
                </a:cubicBezTo>
                <a:cubicBezTo>
                  <a:pt x="14118" y="8907"/>
                  <a:pt x="14072" y="9478"/>
                  <a:pt x="14095" y="10048"/>
                </a:cubicBezTo>
                <a:cubicBezTo>
                  <a:pt x="13547" y="10368"/>
                  <a:pt x="12954" y="10688"/>
                  <a:pt x="12360" y="10961"/>
                </a:cubicBezTo>
                <a:cubicBezTo>
                  <a:pt x="11399" y="11407"/>
                  <a:pt x="9909" y="12075"/>
                  <a:pt x="8620" y="12075"/>
                </a:cubicBezTo>
                <a:cubicBezTo>
                  <a:pt x="7798" y="12075"/>
                  <a:pt x="7057" y="11803"/>
                  <a:pt x="6585" y="11030"/>
                </a:cubicBezTo>
                <a:cubicBezTo>
                  <a:pt x="6380" y="10665"/>
                  <a:pt x="6243" y="10254"/>
                  <a:pt x="6197" y="9843"/>
                </a:cubicBezTo>
                <a:cubicBezTo>
                  <a:pt x="6745" y="9455"/>
                  <a:pt x="7247" y="9021"/>
                  <a:pt x="7727" y="8610"/>
                </a:cubicBezTo>
                <a:cubicBezTo>
                  <a:pt x="9690" y="6876"/>
                  <a:pt x="11310" y="4662"/>
                  <a:pt x="12315" y="2242"/>
                </a:cubicBezTo>
                <a:cubicBezTo>
                  <a:pt x="12497" y="1763"/>
                  <a:pt x="12657" y="1215"/>
                  <a:pt x="12474" y="713"/>
                </a:cubicBezTo>
                <a:cubicBezTo>
                  <a:pt x="12306" y="250"/>
                  <a:pt x="11865" y="0"/>
                  <a:pt x="113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" name="Google Shape;134;p3"/>
          <p:cNvGrpSpPr/>
          <p:nvPr/>
        </p:nvGrpSpPr>
        <p:grpSpPr>
          <a:xfrm>
            <a:off x="6800525" y="-129850"/>
            <a:ext cx="465675" cy="498700"/>
            <a:chOff x="6693675" y="2186900"/>
            <a:chExt cx="465675" cy="498700"/>
          </a:xfrm>
        </p:grpSpPr>
        <p:sp>
          <p:nvSpPr>
            <p:cNvPr id="135" name="Google Shape;135;p3"/>
            <p:cNvSpPr/>
            <p:nvPr/>
          </p:nvSpPr>
          <p:spPr>
            <a:xfrm>
              <a:off x="6693675" y="2571325"/>
              <a:ext cx="71350" cy="48525"/>
            </a:xfrm>
            <a:custGeom>
              <a:avLst/>
              <a:gdLst/>
              <a:ahLst/>
              <a:cxnLst/>
              <a:rect l="l" t="t" r="r" b="b"/>
              <a:pathLst>
                <a:path w="2854" h="1941" extrusionOk="0">
                  <a:moveTo>
                    <a:pt x="2205" y="0"/>
                  </a:moveTo>
                  <a:cubicBezTo>
                    <a:pt x="2108" y="0"/>
                    <a:pt x="2009" y="23"/>
                    <a:pt x="1918" y="69"/>
                  </a:cubicBezTo>
                  <a:cubicBezTo>
                    <a:pt x="1393" y="343"/>
                    <a:pt x="891" y="616"/>
                    <a:pt x="366" y="890"/>
                  </a:cubicBezTo>
                  <a:cubicBezTo>
                    <a:pt x="115" y="1027"/>
                    <a:pt x="1" y="1415"/>
                    <a:pt x="160" y="1666"/>
                  </a:cubicBezTo>
                  <a:cubicBezTo>
                    <a:pt x="282" y="1849"/>
                    <a:pt x="465" y="1940"/>
                    <a:pt x="661" y="1940"/>
                  </a:cubicBezTo>
                  <a:cubicBezTo>
                    <a:pt x="759" y="1940"/>
                    <a:pt x="860" y="1917"/>
                    <a:pt x="959" y="1872"/>
                  </a:cubicBezTo>
                  <a:cubicBezTo>
                    <a:pt x="1462" y="1598"/>
                    <a:pt x="1986" y="1324"/>
                    <a:pt x="2489" y="1050"/>
                  </a:cubicBezTo>
                  <a:cubicBezTo>
                    <a:pt x="2763" y="913"/>
                    <a:pt x="2854" y="525"/>
                    <a:pt x="2694" y="274"/>
                  </a:cubicBezTo>
                  <a:cubicBezTo>
                    <a:pt x="2588" y="91"/>
                    <a:pt x="2400" y="0"/>
                    <a:pt x="2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6814650" y="2499725"/>
              <a:ext cx="76500" cy="54050"/>
            </a:xfrm>
            <a:custGeom>
              <a:avLst/>
              <a:gdLst/>
              <a:ahLst/>
              <a:cxnLst/>
              <a:rect l="l" t="t" r="r" b="b"/>
              <a:pathLst>
                <a:path w="3060" h="2162" extrusionOk="0">
                  <a:moveTo>
                    <a:pt x="2399" y="1"/>
                  </a:moveTo>
                  <a:cubicBezTo>
                    <a:pt x="2301" y="1"/>
                    <a:pt x="2199" y="26"/>
                    <a:pt x="2101" y="79"/>
                  </a:cubicBezTo>
                  <a:cubicBezTo>
                    <a:pt x="1530" y="422"/>
                    <a:pt x="959" y="764"/>
                    <a:pt x="366" y="1107"/>
                  </a:cubicBezTo>
                  <a:cubicBezTo>
                    <a:pt x="115" y="1244"/>
                    <a:pt x="1" y="1632"/>
                    <a:pt x="160" y="1883"/>
                  </a:cubicBezTo>
                  <a:cubicBezTo>
                    <a:pt x="270" y="2054"/>
                    <a:pt x="464" y="2162"/>
                    <a:pt x="664" y="2162"/>
                  </a:cubicBezTo>
                  <a:cubicBezTo>
                    <a:pt x="756" y="2162"/>
                    <a:pt x="850" y="2139"/>
                    <a:pt x="936" y="2088"/>
                  </a:cubicBezTo>
                  <a:cubicBezTo>
                    <a:pt x="1530" y="1746"/>
                    <a:pt x="2101" y="1403"/>
                    <a:pt x="2694" y="1061"/>
                  </a:cubicBezTo>
                  <a:cubicBezTo>
                    <a:pt x="2945" y="901"/>
                    <a:pt x="3059" y="536"/>
                    <a:pt x="2899" y="285"/>
                  </a:cubicBezTo>
                  <a:cubicBezTo>
                    <a:pt x="2778" y="102"/>
                    <a:pt x="2595" y="1"/>
                    <a:pt x="23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6921925" y="2420000"/>
              <a:ext cx="64525" cy="61750"/>
            </a:xfrm>
            <a:custGeom>
              <a:avLst/>
              <a:gdLst/>
              <a:ahLst/>
              <a:cxnLst/>
              <a:rect l="l" t="t" r="r" b="b"/>
              <a:pathLst>
                <a:path w="2581" h="2470" extrusionOk="0">
                  <a:moveTo>
                    <a:pt x="2053" y="1"/>
                  </a:moveTo>
                  <a:cubicBezTo>
                    <a:pt x="2039" y="1"/>
                    <a:pt x="2024" y="2"/>
                    <a:pt x="2009" y="4"/>
                  </a:cubicBezTo>
                  <a:cubicBezTo>
                    <a:pt x="1850" y="4"/>
                    <a:pt x="1713" y="50"/>
                    <a:pt x="1599" y="164"/>
                  </a:cubicBezTo>
                  <a:cubicBezTo>
                    <a:pt x="1165" y="644"/>
                    <a:pt x="686" y="1100"/>
                    <a:pt x="161" y="1511"/>
                  </a:cubicBezTo>
                  <a:cubicBezTo>
                    <a:pt x="46" y="1579"/>
                    <a:pt x="1" y="1785"/>
                    <a:pt x="1" y="1899"/>
                  </a:cubicBezTo>
                  <a:cubicBezTo>
                    <a:pt x="1" y="2036"/>
                    <a:pt x="69" y="2218"/>
                    <a:pt x="161" y="2310"/>
                  </a:cubicBezTo>
                  <a:cubicBezTo>
                    <a:pt x="275" y="2401"/>
                    <a:pt x="412" y="2470"/>
                    <a:pt x="571" y="2470"/>
                  </a:cubicBezTo>
                  <a:cubicBezTo>
                    <a:pt x="617" y="2470"/>
                    <a:pt x="663" y="2470"/>
                    <a:pt x="708" y="2447"/>
                  </a:cubicBezTo>
                  <a:cubicBezTo>
                    <a:pt x="823" y="2424"/>
                    <a:pt x="891" y="2378"/>
                    <a:pt x="982" y="2310"/>
                  </a:cubicBezTo>
                  <a:cubicBezTo>
                    <a:pt x="1484" y="1899"/>
                    <a:pt x="1964" y="1465"/>
                    <a:pt x="2397" y="963"/>
                  </a:cubicBezTo>
                  <a:cubicBezTo>
                    <a:pt x="2512" y="872"/>
                    <a:pt x="2580" y="735"/>
                    <a:pt x="2580" y="575"/>
                  </a:cubicBezTo>
                  <a:cubicBezTo>
                    <a:pt x="2580" y="438"/>
                    <a:pt x="2512" y="256"/>
                    <a:pt x="2397" y="164"/>
                  </a:cubicBezTo>
                  <a:cubicBezTo>
                    <a:pt x="2316" y="83"/>
                    <a:pt x="2179" y="1"/>
                    <a:pt x="2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7018950" y="2307550"/>
              <a:ext cx="50800" cy="71625"/>
            </a:xfrm>
            <a:custGeom>
              <a:avLst/>
              <a:gdLst/>
              <a:ahLst/>
              <a:cxnLst/>
              <a:rect l="l" t="t" r="r" b="b"/>
              <a:pathLst>
                <a:path w="2032" h="2865" extrusionOk="0">
                  <a:moveTo>
                    <a:pt x="1413" y="1"/>
                  </a:moveTo>
                  <a:cubicBezTo>
                    <a:pt x="1219" y="1"/>
                    <a:pt x="1025" y="87"/>
                    <a:pt x="936" y="280"/>
                  </a:cubicBezTo>
                  <a:cubicBezTo>
                    <a:pt x="662" y="850"/>
                    <a:pt x="388" y="1444"/>
                    <a:pt x="91" y="2014"/>
                  </a:cubicBezTo>
                  <a:cubicBezTo>
                    <a:pt x="23" y="2151"/>
                    <a:pt x="0" y="2311"/>
                    <a:pt x="46" y="2448"/>
                  </a:cubicBezTo>
                  <a:cubicBezTo>
                    <a:pt x="91" y="2585"/>
                    <a:pt x="183" y="2722"/>
                    <a:pt x="297" y="2791"/>
                  </a:cubicBezTo>
                  <a:cubicBezTo>
                    <a:pt x="393" y="2839"/>
                    <a:pt x="504" y="2864"/>
                    <a:pt x="612" y="2864"/>
                  </a:cubicBezTo>
                  <a:cubicBezTo>
                    <a:pt x="813" y="2864"/>
                    <a:pt x="1007" y="2777"/>
                    <a:pt x="1096" y="2585"/>
                  </a:cubicBezTo>
                  <a:cubicBezTo>
                    <a:pt x="1370" y="2014"/>
                    <a:pt x="1644" y="1444"/>
                    <a:pt x="1917" y="850"/>
                  </a:cubicBezTo>
                  <a:cubicBezTo>
                    <a:pt x="1986" y="713"/>
                    <a:pt x="2032" y="576"/>
                    <a:pt x="1986" y="417"/>
                  </a:cubicBezTo>
                  <a:cubicBezTo>
                    <a:pt x="1940" y="280"/>
                    <a:pt x="1849" y="143"/>
                    <a:pt x="1712" y="74"/>
                  </a:cubicBezTo>
                  <a:cubicBezTo>
                    <a:pt x="1624" y="26"/>
                    <a:pt x="1518" y="1"/>
                    <a:pt x="14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068575" y="2186900"/>
              <a:ext cx="42825" cy="76700"/>
            </a:xfrm>
            <a:custGeom>
              <a:avLst/>
              <a:gdLst/>
              <a:ahLst/>
              <a:cxnLst/>
              <a:rect l="l" t="t" r="r" b="b"/>
              <a:pathLst>
                <a:path w="1713" h="3068" extrusionOk="0">
                  <a:moveTo>
                    <a:pt x="1116" y="0"/>
                  </a:moveTo>
                  <a:cubicBezTo>
                    <a:pt x="860" y="0"/>
                    <a:pt x="607" y="153"/>
                    <a:pt x="549" y="404"/>
                  </a:cubicBezTo>
                  <a:cubicBezTo>
                    <a:pt x="389" y="1066"/>
                    <a:pt x="229" y="1705"/>
                    <a:pt x="69" y="2344"/>
                  </a:cubicBezTo>
                  <a:cubicBezTo>
                    <a:pt x="1" y="2641"/>
                    <a:pt x="161" y="2983"/>
                    <a:pt x="480" y="3051"/>
                  </a:cubicBezTo>
                  <a:cubicBezTo>
                    <a:pt x="526" y="3062"/>
                    <a:pt x="573" y="3067"/>
                    <a:pt x="619" y="3067"/>
                  </a:cubicBezTo>
                  <a:cubicBezTo>
                    <a:pt x="870" y="3067"/>
                    <a:pt x="1111" y="2914"/>
                    <a:pt x="1188" y="2663"/>
                  </a:cubicBezTo>
                  <a:lnTo>
                    <a:pt x="1644" y="723"/>
                  </a:lnTo>
                  <a:cubicBezTo>
                    <a:pt x="1713" y="427"/>
                    <a:pt x="1553" y="84"/>
                    <a:pt x="1256" y="16"/>
                  </a:cubicBezTo>
                  <a:cubicBezTo>
                    <a:pt x="1210" y="5"/>
                    <a:pt x="1163" y="0"/>
                    <a:pt x="11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097125" y="2266025"/>
              <a:ext cx="45100" cy="79475"/>
            </a:xfrm>
            <a:custGeom>
              <a:avLst/>
              <a:gdLst/>
              <a:ahLst/>
              <a:cxnLst/>
              <a:rect l="l" t="t" r="r" b="b"/>
              <a:pathLst>
                <a:path w="1804" h="3179" extrusionOk="0">
                  <a:moveTo>
                    <a:pt x="1210" y="1"/>
                  </a:moveTo>
                  <a:cubicBezTo>
                    <a:pt x="890" y="23"/>
                    <a:pt x="662" y="252"/>
                    <a:pt x="639" y="571"/>
                  </a:cubicBezTo>
                  <a:cubicBezTo>
                    <a:pt x="639" y="640"/>
                    <a:pt x="639" y="708"/>
                    <a:pt x="616" y="777"/>
                  </a:cubicBezTo>
                  <a:cubicBezTo>
                    <a:pt x="571" y="1051"/>
                    <a:pt x="525" y="1324"/>
                    <a:pt x="434" y="1598"/>
                  </a:cubicBezTo>
                  <a:cubicBezTo>
                    <a:pt x="388" y="1735"/>
                    <a:pt x="343" y="1872"/>
                    <a:pt x="297" y="2009"/>
                  </a:cubicBezTo>
                  <a:cubicBezTo>
                    <a:pt x="274" y="2055"/>
                    <a:pt x="251" y="2078"/>
                    <a:pt x="251" y="2123"/>
                  </a:cubicBezTo>
                  <a:cubicBezTo>
                    <a:pt x="206" y="2192"/>
                    <a:pt x="183" y="2260"/>
                    <a:pt x="137" y="2329"/>
                  </a:cubicBezTo>
                  <a:cubicBezTo>
                    <a:pt x="0" y="2603"/>
                    <a:pt x="69" y="2968"/>
                    <a:pt x="343" y="3105"/>
                  </a:cubicBezTo>
                  <a:cubicBezTo>
                    <a:pt x="431" y="3153"/>
                    <a:pt x="536" y="3179"/>
                    <a:pt x="642" y="3179"/>
                  </a:cubicBezTo>
                  <a:cubicBezTo>
                    <a:pt x="836" y="3179"/>
                    <a:pt x="1030" y="3092"/>
                    <a:pt x="1119" y="2899"/>
                  </a:cubicBezTo>
                  <a:cubicBezTo>
                    <a:pt x="1507" y="2169"/>
                    <a:pt x="1712" y="1393"/>
                    <a:pt x="1781" y="571"/>
                  </a:cubicBezTo>
                  <a:cubicBezTo>
                    <a:pt x="1803" y="275"/>
                    <a:pt x="1507" y="1"/>
                    <a:pt x="12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011525" y="2425225"/>
              <a:ext cx="58800" cy="64650"/>
            </a:xfrm>
            <a:custGeom>
              <a:avLst/>
              <a:gdLst/>
              <a:ahLst/>
              <a:cxnLst/>
              <a:rect l="l" t="t" r="r" b="b"/>
              <a:pathLst>
                <a:path w="2352" h="2586" extrusionOk="0">
                  <a:moveTo>
                    <a:pt x="1686" y="0"/>
                  </a:moveTo>
                  <a:cubicBezTo>
                    <a:pt x="1438" y="0"/>
                    <a:pt x="1236" y="167"/>
                    <a:pt x="1142" y="412"/>
                  </a:cubicBezTo>
                  <a:cubicBezTo>
                    <a:pt x="1142" y="457"/>
                    <a:pt x="1119" y="503"/>
                    <a:pt x="1096" y="549"/>
                  </a:cubicBezTo>
                  <a:cubicBezTo>
                    <a:pt x="1028" y="708"/>
                    <a:pt x="936" y="868"/>
                    <a:pt x="822" y="1028"/>
                  </a:cubicBezTo>
                  <a:cubicBezTo>
                    <a:pt x="708" y="1165"/>
                    <a:pt x="571" y="1302"/>
                    <a:pt x="411" y="1416"/>
                  </a:cubicBezTo>
                  <a:cubicBezTo>
                    <a:pt x="388" y="1462"/>
                    <a:pt x="343" y="1485"/>
                    <a:pt x="297" y="1507"/>
                  </a:cubicBezTo>
                  <a:cubicBezTo>
                    <a:pt x="160" y="1599"/>
                    <a:pt x="69" y="1713"/>
                    <a:pt x="23" y="1850"/>
                  </a:cubicBezTo>
                  <a:cubicBezTo>
                    <a:pt x="0" y="1987"/>
                    <a:pt x="0" y="2169"/>
                    <a:pt x="92" y="2306"/>
                  </a:cubicBezTo>
                  <a:cubicBezTo>
                    <a:pt x="201" y="2478"/>
                    <a:pt x="395" y="2585"/>
                    <a:pt x="595" y="2585"/>
                  </a:cubicBezTo>
                  <a:cubicBezTo>
                    <a:pt x="687" y="2585"/>
                    <a:pt x="781" y="2562"/>
                    <a:pt x="868" y="2512"/>
                  </a:cubicBezTo>
                  <a:cubicBezTo>
                    <a:pt x="1530" y="2078"/>
                    <a:pt x="2009" y="1462"/>
                    <a:pt x="2260" y="708"/>
                  </a:cubicBezTo>
                  <a:cubicBezTo>
                    <a:pt x="2351" y="435"/>
                    <a:pt x="2146" y="92"/>
                    <a:pt x="1849" y="24"/>
                  </a:cubicBezTo>
                  <a:cubicBezTo>
                    <a:pt x="1793" y="8"/>
                    <a:pt x="1738" y="0"/>
                    <a:pt x="16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6885400" y="2530500"/>
              <a:ext cx="77075" cy="63675"/>
            </a:xfrm>
            <a:custGeom>
              <a:avLst/>
              <a:gdLst/>
              <a:ahLst/>
              <a:cxnLst/>
              <a:rect l="l" t="t" r="r" b="b"/>
              <a:pathLst>
                <a:path w="3083" h="2547" extrusionOk="0">
                  <a:moveTo>
                    <a:pt x="2433" y="1"/>
                  </a:moveTo>
                  <a:cubicBezTo>
                    <a:pt x="2292" y="1"/>
                    <a:pt x="2153" y="53"/>
                    <a:pt x="2055" y="172"/>
                  </a:cubicBezTo>
                  <a:cubicBezTo>
                    <a:pt x="1918" y="309"/>
                    <a:pt x="1781" y="446"/>
                    <a:pt x="1644" y="583"/>
                  </a:cubicBezTo>
                  <a:cubicBezTo>
                    <a:pt x="1576" y="652"/>
                    <a:pt x="1507" y="697"/>
                    <a:pt x="1439" y="766"/>
                  </a:cubicBezTo>
                  <a:cubicBezTo>
                    <a:pt x="1393" y="811"/>
                    <a:pt x="1348" y="834"/>
                    <a:pt x="1302" y="857"/>
                  </a:cubicBezTo>
                  <a:cubicBezTo>
                    <a:pt x="1302" y="880"/>
                    <a:pt x="1302" y="880"/>
                    <a:pt x="1302" y="880"/>
                  </a:cubicBezTo>
                  <a:lnTo>
                    <a:pt x="1279" y="880"/>
                  </a:lnTo>
                  <a:cubicBezTo>
                    <a:pt x="982" y="1108"/>
                    <a:pt x="640" y="1314"/>
                    <a:pt x="298" y="1473"/>
                  </a:cubicBezTo>
                  <a:cubicBezTo>
                    <a:pt x="161" y="1542"/>
                    <a:pt x="69" y="1702"/>
                    <a:pt x="24" y="1816"/>
                  </a:cubicBezTo>
                  <a:cubicBezTo>
                    <a:pt x="1" y="1953"/>
                    <a:pt x="1" y="2135"/>
                    <a:pt x="92" y="2272"/>
                  </a:cubicBezTo>
                  <a:cubicBezTo>
                    <a:pt x="214" y="2455"/>
                    <a:pt x="386" y="2546"/>
                    <a:pt x="576" y="2546"/>
                  </a:cubicBezTo>
                  <a:cubicBezTo>
                    <a:pt x="671" y="2546"/>
                    <a:pt x="769" y="2523"/>
                    <a:pt x="868" y="2478"/>
                  </a:cubicBezTo>
                  <a:cubicBezTo>
                    <a:pt x="1622" y="2112"/>
                    <a:pt x="2306" y="1587"/>
                    <a:pt x="2854" y="971"/>
                  </a:cubicBezTo>
                  <a:cubicBezTo>
                    <a:pt x="3060" y="743"/>
                    <a:pt x="3082" y="378"/>
                    <a:pt x="2854" y="172"/>
                  </a:cubicBezTo>
                  <a:cubicBezTo>
                    <a:pt x="2746" y="65"/>
                    <a:pt x="2588" y="1"/>
                    <a:pt x="24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6777575" y="2605100"/>
              <a:ext cx="68500" cy="43750"/>
            </a:xfrm>
            <a:custGeom>
              <a:avLst/>
              <a:gdLst/>
              <a:ahLst/>
              <a:cxnLst/>
              <a:rect l="l" t="t" r="r" b="b"/>
              <a:pathLst>
                <a:path w="2740" h="1750" extrusionOk="0">
                  <a:moveTo>
                    <a:pt x="2119" y="0"/>
                  </a:moveTo>
                  <a:cubicBezTo>
                    <a:pt x="2075" y="0"/>
                    <a:pt x="2030" y="6"/>
                    <a:pt x="1986" y="19"/>
                  </a:cubicBezTo>
                  <a:cubicBezTo>
                    <a:pt x="1484" y="224"/>
                    <a:pt x="959" y="430"/>
                    <a:pt x="457" y="635"/>
                  </a:cubicBezTo>
                  <a:cubicBezTo>
                    <a:pt x="297" y="681"/>
                    <a:pt x="183" y="749"/>
                    <a:pt x="114" y="886"/>
                  </a:cubicBezTo>
                  <a:cubicBezTo>
                    <a:pt x="46" y="1023"/>
                    <a:pt x="0" y="1206"/>
                    <a:pt x="46" y="1343"/>
                  </a:cubicBezTo>
                  <a:cubicBezTo>
                    <a:pt x="91" y="1479"/>
                    <a:pt x="183" y="1594"/>
                    <a:pt x="320" y="1685"/>
                  </a:cubicBezTo>
                  <a:cubicBezTo>
                    <a:pt x="400" y="1717"/>
                    <a:pt x="515" y="1749"/>
                    <a:pt x="624" y="1749"/>
                  </a:cubicBezTo>
                  <a:cubicBezTo>
                    <a:pt x="669" y="1749"/>
                    <a:pt x="713" y="1744"/>
                    <a:pt x="753" y="1731"/>
                  </a:cubicBezTo>
                  <a:cubicBezTo>
                    <a:pt x="1278" y="1525"/>
                    <a:pt x="1780" y="1320"/>
                    <a:pt x="2305" y="1137"/>
                  </a:cubicBezTo>
                  <a:cubicBezTo>
                    <a:pt x="2442" y="1069"/>
                    <a:pt x="2556" y="1000"/>
                    <a:pt x="2648" y="863"/>
                  </a:cubicBezTo>
                  <a:cubicBezTo>
                    <a:pt x="2716" y="749"/>
                    <a:pt x="2739" y="566"/>
                    <a:pt x="2693" y="430"/>
                  </a:cubicBezTo>
                  <a:cubicBezTo>
                    <a:pt x="2648" y="293"/>
                    <a:pt x="2556" y="156"/>
                    <a:pt x="2442" y="87"/>
                  </a:cubicBezTo>
                  <a:cubicBezTo>
                    <a:pt x="2344" y="38"/>
                    <a:pt x="2233" y="0"/>
                    <a:pt x="2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6858600" y="2627675"/>
              <a:ext cx="78775" cy="57925"/>
            </a:xfrm>
            <a:custGeom>
              <a:avLst/>
              <a:gdLst/>
              <a:ahLst/>
              <a:cxnLst/>
              <a:rect l="l" t="t" r="r" b="b"/>
              <a:pathLst>
                <a:path w="3151" h="2317" extrusionOk="0">
                  <a:moveTo>
                    <a:pt x="2464" y="1"/>
                  </a:moveTo>
                  <a:cubicBezTo>
                    <a:pt x="2372" y="1"/>
                    <a:pt x="2278" y="24"/>
                    <a:pt x="2191" y="74"/>
                  </a:cubicBezTo>
                  <a:lnTo>
                    <a:pt x="388" y="1238"/>
                  </a:lnTo>
                  <a:cubicBezTo>
                    <a:pt x="137" y="1421"/>
                    <a:pt x="0" y="1763"/>
                    <a:pt x="183" y="2037"/>
                  </a:cubicBezTo>
                  <a:cubicBezTo>
                    <a:pt x="292" y="2209"/>
                    <a:pt x="486" y="2316"/>
                    <a:pt x="686" y="2316"/>
                  </a:cubicBezTo>
                  <a:cubicBezTo>
                    <a:pt x="778" y="2316"/>
                    <a:pt x="872" y="2293"/>
                    <a:pt x="959" y="2243"/>
                  </a:cubicBezTo>
                  <a:lnTo>
                    <a:pt x="2762" y="1056"/>
                  </a:lnTo>
                  <a:cubicBezTo>
                    <a:pt x="3013" y="896"/>
                    <a:pt x="3150" y="554"/>
                    <a:pt x="2968" y="280"/>
                  </a:cubicBezTo>
                  <a:cubicBezTo>
                    <a:pt x="2858" y="108"/>
                    <a:pt x="2664" y="1"/>
                    <a:pt x="24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6997825" y="2522725"/>
              <a:ext cx="65650" cy="69800"/>
            </a:xfrm>
            <a:custGeom>
              <a:avLst/>
              <a:gdLst/>
              <a:ahLst/>
              <a:cxnLst/>
              <a:rect l="l" t="t" r="r" b="b"/>
              <a:pathLst>
                <a:path w="2626" h="2792" extrusionOk="0">
                  <a:moveTo>
                    <a:pt x="2099" y="0"/>
                  </a:moveTo>
                  <a:cubicBezTo>
                    <a:pt x="2084" y="0"/>
                    <a:pt x="2069" y="2"/>
                    <a:pt x="2055" y="4"/>
                  </a:cubicBezTo>
                  <a:cubicBezTo>
                    <a:pt x="1918" y="4"/>
                    <a:pt x="1735" y="50"/>
                    <a:pt x="1644" y="164"/>
                  </a:cubicBezTo>
                  <a:cubicBezTo>
                    <a:pt x="1188" y="734"/>
                    <a:pt x="731" y="1282"/>
                    <a:pt x="229" y="1830"/>
                  </a:cubicBezTo>
                  <a:cubicBezTo>
                    <a:pt x="23" y="2035"/>
                    <a:pt x="1" y="2423"/>
                    <a:pt x="229" y="2629"/>
                  </a:cubicBezTo>
                  <a:cubicBezTo>
                    <a:pt x="346" y="2734"/>
                    <a:pt x="499" y="2792"/>
                    <a:pt x="648" y="2792"/>
                  </a:cubicBezTo>
                  <a:cubicBezTo>
                    <a:pt x="790" y="2792"/>
                    <a:pt x="928" y="2740"/>
                    <a:pt x="1028" y="2629"/>
                  </a:cubicBezTo>
                  <a:cubicBezTo>
                    <a:pt x="1530" y="2104"/>
                    <a:pt x="2009" y="1533"/>
                    <a:pt x="2443" y="963"/>
                  </a:cubicBezTo>
                  <a:cubicBezTo>
                    <a:pt x="2557" y="849"/>
                    <a:pt x="2625" y="734"/>
                    <a:pt x="2625" y="575"/>
                  </a:cubicBezTo>
                  <a:cubicBezTo>
                    <a:pt x="2625" y="415"/>
                    <a:pt x="2557" y="255"/>
                    <a:pt x="2443" y="164"/>
                  </a:cubicBezTo>
                  <a:cubicBezTo>
                    <a:pt x="2361" y="82"/>
                    <a:pt x="2225" y="0"/>
                    <a:pt x="20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096550" y="2366250"/>
              <a:ext cx="62800" cy="91975"/>
            </a:xfrm>
            <a:custGeom>
              <a:avLst/>
              <a:gdLst/>
              <a:ahLst/>
              <a:cxnLst/>
              <a:rect l="l" t="t" r="r" b="b"/>
              <a:pathLst>
                <a:path w="2512" h="3679" extrusionOk="0">
                  <a:moveTo>
                    <a:pt x="1948" y="0"/>
                  </a:moveTo>
                  <a:cubicBezTo>
                    <a:pt x="1694" y="0"/>
                    <a:pt x="1407" y="140"/>
                    <a:pt x="1347" y="420"/>
                  </a:cubicBezTo>
                  <a:cubicBezTo>
                    <a:pt x="1301" y="648"/>
                    <a:pt x="1256" y="853"/>
                    <a:pt x="1164" y="1082"/>
                  </a:cubicBezTo>
                  <a:cubicBezTo>
                    <a:pt x="1164" y="1127"/>
                    <a:pt x="1142" y="1196"/>
                    <a:pt x="1119" y="1241"/>
                  </a:cubicBezTo>
                  <a:cubicBezTo>
                    <a:pt x="1096" y="1264"/>
                    <a:pt x="1096" y="1333"/>
                    <a:pt x="1073" y="1378"/>
                  </a:cubicBezTo>
                  <a:cubicBezTo>
                    <a:pt x="1073" y="1365"/>
                    <a:pt x="1073" y="1352"/>
                    <a:pt x="1069" y="1352"/>
                  </a:cubicBezTo>
                  <a:cubicBezTo>
                    <a:pt x="1066" y="1352"/>
                    <a:pt x="1060" y="1359"/>
                    <a:pt x="1050" y="1378"/>
                  </a:cubicBezTo>
                  <a:cubicBezTo>
                    <a:pt x="1050" y="1401"/>
                    <a:pt x="1028" y="1424"/>
                    <a:pt x="1028" y="1470"/>
                  </a:cubicBezTo>
                  <a:cubicBezTo>
                    <a:pt x="1005" y="1515"/>
                    <a:pt x="959" y="1584"/>
                    <a:pt x="936" y="1629"/>
                  </a:cubicBezTo>
                  <a:cubicBezTo>
                    <a:pt x="845" y="1835"/>
                    <a:pt x="731" y="2040"/>
                    <a:pt x="594" y="2223"/>
                  </a:cubicBezTo>
                  <a:cubicBezTo>
                    <a:pt x="525" y="2314"/>
                    <a:pt x="480" y="2406"/>
                    <a:pt x="411" y="2497"/>
                  </a:cubicBezTo>
                  <a:cubicBezTo>
                    <a:pt x="402" y="2506"/>
                    <a:pt x="389" y="2523"/>
                    <a:pt x="380" y="2536"/>
                  </a:cubicBezTo>
                  <a:lnTo>
                    <a:pt x="380" y="2536"/>
                  </a:lnTo>
                  <a:cubicBezTo>
                    <a:pt x="372" y="2547"/>
                    <a:pt x="366" y="2558"/>
                    <a:pt x="366" y="2565"/>
                  </a:cubicBezTo>
                  <a:cubicBezTo>
                    <a:pt x="320" y="2611"/>
                    <a:pt x="274" y="2657"/>
                    <a:pt x="229" y="2702"/>
                  </a:cubicBezTo>
                  <a:cubicBezTo>
                    <a:pt x="46" y="2931"/>
                    <a:pt x="0" y="3296"/>
                    <a:pt x="229" y="3524"/>
                  </a:cubicBezTo>
                  <a:cubicBezTo>
                    <a:pt x="349" y="3620"/>
                    <a:pt x="514" y="3679"/>
                    <a:pt x="673" y="3679"/>
                  </a:cubicBezTo>
                  <a:cubicBezTo>
                    <a:pt x="815" y="3679"/>
                    <a:pt x="953" y="3632"/>
                    <a:pt x="1050" y="3524"/>
                  </a:cubicBezTo>
                  <a:cubicBezTo>
                    <a:pt x="1735" y="2725"/>
                    <a:pt x="2237" y="1766"/>
                    <a:pt x="2465" y="716"/>
                  </a:cubicBezTo>
                  <a:cubicBezTo>
                    <a:pt x="2511" y="420"/>
                    <a:pt x="2374" y="100"/>
                    <a:pt x="2055" y="9"/>
                  </a:cubicBezTo>
                  <a:cubicBezTo>
                    <a:pt x="2020" y="3"/>
                    <a:pt x="1985" y="0"/>
                    <a:pt x="19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66775" y="3383375"/>
            <a:ext cx="416575" cy="426150"/>
            <a:chOff x="5045125" y="2936525"/>
            <a:chExt cx="416575" cy="426150"/>
          </a:xfrm>
        </p:grpSpPr>
        <p:sp>
          <p:nvSpPr>
            <p:cNvPr id="148" name="Google Shape;148;p3"/>
            <p:cNvSpPr/>
            <p:nvPr/>
          </p:nvSpPr>
          <p:spPr>
            <a:xfrm>
              <a:off x="5045125" y="3118075"/>
              <a:ext cx="292750" cy="244600"/>
            </a:xfrm>
            <a:custGeom>
              <a:avLst/>
              <a:gdLst/>
              <a:ahLst/>
              <a:cxnLst/>
              <a:rect l="l" t="t" r="r" b="b"/>
              <a:pathLst>
                <a:path w="11710" h="9784" extrusionOk="0">
                  <a:moveTo>
                    <a:pt x="5469" y="0"/>
                  </a:moveTo>
                  <a:cubicBezTo>
                    <a:pt x="4761" y="0"/>
                    <a:pt x="4052" y="132"/>
                    <a:pt x="3379" y="416"/>
                  </a:cubicBezTo>
                  <a:cubicBezTo>
                    <a:pt x="1827" y="1078"/>
                    <a:pt x="1073" y="2516"/>
                    <a:pt x="571" y="4045"/>
                  </a:cubicBezTo>
                  <a:cubicBezTo>
                    <a:pt x="183" y="5232"/>
                    <a:pt x="1" y="6647"/>
                    <a:pt x="548" y="7766"/>
                  </a:cubicBezTo>
                  <a:cubicBezTo>
                    <a:pt x="571" y="7834"/>
                    <a:pt x="571" y="7880"/>
                    <a:pt x="594" y="7926"/>
                  </a:cubicBezTo>
                  <a:cubicBezTo>
                    <a:pt x="1187" y="9181"/>
                    <a:pt x="2511" y="9660"/>
                    <a:pt x="3812" y="9752"/>
                  </a:cubicBezTo>
                  <a:cubicBezTo>
                    <a:pt x="4057" y="9773"/>
                    <a:pt x="4305" y="9783"/>
                    <a:pt x="4554" y="9783"/>
                  </a:cubicBezTo>
                  <a:cubicBezTo>
                    <a:pt x="5907" y="9783"/>
                    <a:pt x="7307" y="9480"/>
                    <a:pt x="8560" y="8998"/>
                  </a:cubicBezTo>
                  <a:cubicBezTo>
                    <a:pt x="9907" y="8450"/>
                    <a:pt x="11253" y="7697"/>
                    <a:pt x="11505" y="6145"/>
                  </a:cubicBezTo>
                  <a:cubicBezTo>
                    <a:pt x="11710" y="4867"/>
                    <a:pt x="11208" y="3520"/>
                    <a:pt x="10432" y="2493"/>
                  </a:cubicBezTo>
                  <a:cubicBezTo>
                    <a:pt x="9283" y="961"/>
                    <a:pt x="7380" y="0"/>
                    <a:pt x="54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271100" y="2936525"/>
              <a:ext cx="190600" cy="157350"/>
            </a:xfrm>
            <a:custGeom>
              <a:avLst/>
              <a:gdLst/>
              <a:ahLst/>
              <a:cxnLst/>
              <a:rect l="l" t="t" r="r" b="b"/>
              <a:pathLst>
                <a:path w="7624" h="6294" extrusionOk="0">
                  <a:moveTo>
                    <a:pt x="3401" y="0"/>
                  </a:moveTo>
                  <a:cubicBezTo>
                    <a:pt x="2602" y="0"/>
                    <a:pt x="1803" y="274"/>
                    <a:pt x="1233" y="868"/>
                  </a:cubicBezTo>
                  <a:cubicBezTo>
                    <a:pt x="639" y="1484"/>
                    <a:pt x="343" y="2328"/>
                    <a:pt x="92" y="3127"/>
                  </a:cubicBezTo>
                  <a:cubicBezTo>
                    <a:pt x="0" y="3424"/>
                    <a:pt x="137" y="3652"/>
                    <a:pt x="343" y="3766"/>
                  </a:cubicBezTo>
                  <a:cubicBezTo>
                    <a:pt x="411" y="4246"/>
                    <a:pt x="594" y="4702"/>
                    <a:pt x="913" y="5113"/>
                  </a:cubicBezTo>
                  <a:cubicBezTo>
                    <a:pt x="1559" y="5920"/>
                    <a:pt x="2506" y="6293"/>
                    <a:pt x="3470" y="6293"/>
                  </a:cubicBezTo>
                  <a:cubicBezTo>
                    <a:pt x="4006" y="6293"/>
                    <a:pt x="4547" y="6178"/>
                    <a:pt x="5045" y="5958"/>
                  </a:cubicBezTo>
                  <a:cubicBezTo>
                    <a:pt x="6437" y="5341"/>
                    <a:pt x="7624" y="3812"/>
                    <a:pt x="7122" y="2237"/>
                  </a:cubicBezTo>
                  <a:cubicBezTo>
                    <a:pt x="6665" y="799"/>
                    <a:pt x="4816" y="23"/>
                    <a:pt x="3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"/>
          <p:cNvSpPr/>
          <p:nvPr/>
        </p:nvSpPr>
        <p:spPr>
          <a:xfrm>
            <a:off x="-10415" y="-45225"/>
            <a:ext cx="5421127" cy="1960100"/>
          </a:xfrm>
          <a:custGeom>
            <a:avLst/>
            <a:gdLst/>
            <a:ahLst/>
            <a:cxnLst/>
            <a:rect l="l" t="t" r="r" b="b"/>
            <a:pathLst>
              <a:path w="356360" h="128848" extrusionOk="0">
                <a:moveTo>
                  <a:pt x="356360" y="1"/>
                </a:moveTo>
                <a:cubicBezTo>
                  <a:pt x="356360" y="1"/>
                  <a:pt x="341983" y="60853"/>
                  <a:pt x="279763" y="70336"/>
                </a:cubicBezTo>
                <a:cubicBezTo>
                  <a:pt x="197178" y="82859"/>
                  <a:pt x="188211" y="39667"/>
                  <a:pt x="120459" y="39393"/>
                </a:cubicBezTo>
                <a:cubicBezTo>
                  <a:pt x="38451" y="39059"/>
                  <a:pt x="1" y="128848"/>
                  <a:pt x="1" y="128848"/>
                </a:cubicBezTo>
                <a:lnTo>
                  <a:pt x="1" y="609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6035050" y="4238577"/>
            <a:ext cx="3147959" cy="904926"/>
          </a:xfrm>
          <a:custGeom>
            <a:avLst/>
            <a:gdLst/>
            <a:ahLst/>
            <a:cxnLst/>
            <a:rect l="l" t="t" r="r" b="b"/>
            <a:pathLst>
              <a:path w="302834" h="87054" extrusionOk="0">
                <a:moveTo>
                  <a:pt x="1" y="87053"/>
                </a:moveTo>
                <a:cubicBezTo>
                  <a:pt x="1" y="87053"/>
                  <a:pt x="12250" y="45898"/>
                  <a:pt x="65108" y="39545"/>
                </a:cubicBezTo>
                <a:cubicBezTo>
                  <a:pt x="135262" y="31065"/>
                  <a:pt x="142921" y="60244"/>
                  <a:pt x="200460" y="60457"/>
                </a:cubicBezTo>
                <a:cubicBezTo>
                  <a:pt x="270158" y="60670"/>
                  <a:pt x="302833" y="0"/>
                  <a:pt x="302833" y="0"/>
                </a:cubicBezTo>
                <a:lnTo>
                  <a:pt x="302833" y="86628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Google Shape;230;p6"/>
          <p:cNvGrpSpPr/>
          <p:nvPr/>
        </p:nvGrpSpPr>
        <p:grpSpPr>
          <a:xfrm rot="-3777655">
            <a:off x="-53957" y="-151068"/>
            <a:ext cx="572927" cy="787028"/>
            <a:chOff x="3127800" y="2228675"/>
            <a:chExt cx="572925" cy="787025"/>
          </a:xfrm>
        </p:grpSpPr>
        <p:sp>
          <p:nvSpPr>
            <p:cNvPr id="231" name="Google Shape;231;p6"/>
            <p:cNvSpPr/>
            <p:nvPr/>
          </p:nvSpPr>
          <p:spPr>
            <a:xfrm>
              <a:off x="3150625" y="2450925"/>
              <a:ext cx="103300" cy="131100"/>
            </a:xfrm>
            <a:custGeom>
              <a:avLst/>
              <a:gdLst/>
              <a:ahLst/>
              <a:cxnLst/>
              <a:rect l="l" t="t" r="r" b="b"/>
              <a:pathLst>
                <a:path w="4132" h="5244" extrusionOk="0">
                  <a:moveTo>
                    <a:pt x="3059" y="0"/>
                  </a:moveTo>
                  <a:cubicBezTo>
                    <a:pt x="2734" y="0"/>
                    <a:pt x="2420" y="152"/>
                    <a:pt x="2237" y="457"/>
                  </a:cubicBezTo>
                  <a:cubicBezTo>
                    <a:pt x="1575" y="1575"/>
                    <a:pt x="913" y="2693"/>
                    <a:pt x="251" y="3812"/>
                  </a:cubicBezTo>
                  <a:cubicBezTo>
                    <a:pt x="0" y="4246"/>
                    <a:pt x="137" y="4885"/>
                    <a:pt x="594" y="5113"/>
                  </a:cubicBezTo>
                  <a:cubicBezTo>
                    <a:pt x="752" y="5200"/>
                    <a:pt x="925" y="5243"/>
                    <a:pt x="1094" y="5243"/>
                  </a:cubicBezTo>
                  <a:cubicBezTo>
                    <a:pt x="1411" y="5243"/>
                    <a:pt x="1716" y="5091"/>
                    <a:pt x="1895" y="4793"/>
                  </a:cubicBezTo>
                  <a:cubicBezTo>
                    <a:pt x="2557" y="3652"/>
                    <a:pt x="3219" y="2534"/>
                    <a:pt x="3881" y="1415"/>
                  </a:cubicBezTo>
                  <a:cubicBezTo>
                    <a:pt x="4132" y="1004"/>
                    <a:pt x="3995" y="365"/>
                    <a:pt x="3538" y="114"/>
                  </a:cubicBezTo>
                  <a:cubicBezTo>
                    <a:pt x="3386" y="38"/>
                    <a:pt x="3221" y="0"/>
                    <a:pt x="30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3291575" y="2539800"/>
              <a:ext cx="99875" cy="135275"/>
            </a:xfrm>
            <a:custGeom>
              <a:avLst/>
              <a:gdLst/>
              <a:ahLst/>
              <a:cxnLst/>
              <a:rect l="l" t="t" r="r" b="b"/>
              <a:pathLst>
                <a:path w="3995" h="5411" extrusionOk="0">
                  <a:moveTo>
                    <a:pt x="2909" y="1"/>
                  </a:moveTo>
                  <a:cubicBezTo>
                    <a:pt x="2584" y="1"/>
                    <a:pt x="2278" y="169"/>
                    <a:pt x="2077" y="462"/>
                  </a:cubicBezTo>
                  <a:cubicBezTo>
                    <a:pt x="1324" y="1581"/>
                    <a:pt x="685" y="2768"/>
                    <a:pt x="160" y="4000"/>
                  </a:cubicBezTo>
                  <a:cubicBezTo>
                    <a:pt x="69" y="4228"/>
                    <a:pt x="0" y="4457"/>
                    <a:pt x="69" y="4708"/>
                  </a:cubicBezTo>
                  <a:cubicBezTo>
                    <a:pt x="114" y="4936"/>
                    <a:pt x="297" y="5187"/>
                    <a:pt x="502" y="5301"/>
                  </a:cubicBezTo>
                  <a:cubicBezTo>
                    <a:pt x="644" y="5372"/>
                    <a:pt x="819" y="5410"/>
                    <a:pt x="995" y="5410"/>
                  </a:cubicBezTo>
                  <a:cubicBezTo>
                    <a:pt x="1329" y="5410"/>
                    <a:pt x="1669" y="5273"/>
                    <a:pt x="1803" y="4959"/>
                  </a:cubicBezTo>
                  <a:cubicBezTo>
                    <a:pt x="2328" y="3726"/>
                    <a:pt x="2968" y="2539"/>
                    <a:pt x="3721" y="1444"/>
                  </a:cubicBezTo>
                  <a:cubicBezTo>
                    <a:pt x="3995" y="1010"/>
                    <a:pt x="3812" y="371"/>
                    <a:pt x="3378" y="120"/>
                  </a:cubicBezTo>
                  <a:cubicBezTo>
                    <a:pt x="3224" y="39"/>
                    <a:pt x="3064" y="1"/>
                    <a:pt x="29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3429100" y="2620975"/>
              <a:ext cx="88475" cy="129675"/>
            </a:xfrm>
            <a:custGeom>
              <a:avLst/>
              <a:gdLst/>
              <a:ahLst/>
              <a:cxnLst/>
              <a:rect l="l" t="t" r="r" b="b"/>
              <a:pathLst>
                <a:path w="3539" h="5187" extrusionOk="0">
                  <a:moveTo>
                    <a:pt x="2558" y="1"/>
                  </a:moveTo>
                  <a:cubicBezTo>
                    <a:pt x="2390" y="1"/>
                    <a:pt x="2218" y="36"/>
                    <a:pt x="2077" y="114"/>
                  </a:cubicBezTo>
                  <a:cubicBezTo>
                    <a:pt x="1849" y="274"/>
                    <a:pt x="1712" y="456"/>
                    <a:pt x="1621" y="708"/>
                  </a:cubicBezTo>
                  <a:cubicBezTo>
                    <a:pt x="1575" y="844"/>
                    <a:pt x="1507" y="1004"/>
                    <a:pt x="1461" y="1141"/>
                  </a:cubicBezTo>
                  <a:cubicBezTo>
                    <a:pt x="1438" y="1210"/>
                    <a:pt x="1392" y="1278"/>
                    <a:pt x="1370" y="1324"/>
                  </a:cubicBezTo>
                  <a:cubicBezTo>
                    <a:pt x="1370" y="1347"/>
                    <a:pt x="1370" y="1369"/>
                    <a:pt x="1347" y="1415"/>
                  </a:cubicBezTo>
                  <a:cubicBezTo>
                    <a:pt x="1324" y="1438"/>
                    <a:pt x="1278" y="1575"/>
                    <a:pt x="1278" y="1598"/>
                  </a:cubicBezTo>
                  <a:cubicBezTo>
                    <a:pt x="1233" y="1666"/>
                    <a:pt x="1210" y="1712"/>
                    <a:pt x="1187" y="1780"/>
                  </a:cubicBezTo>
                  <a:cubicBezTo>
                    <a:pt x="1119" y="1917"/>
                    <a:pt x="1073" y="2054"/>
                    <a:pt x="1004" y="2168"/>
                  </a:cubicBezTo>
                  <a:cubicBezTo>
                    <a:pt x="753" y="2716"/>
                    <a:pt x="502" y="3241"/>
                    <a:pt x="228" y="3766"/>
                  </a:cubicBezTo>
                  <a:cubicBezTo>
                    <a:pt x="0" y="4223"/>
                    <a:pt x="91" y="4816"/>
                    <a:pt x="571" y="5067"/>
                  </a:cubicBezTo>
                  <a:cubicBezTo>
                    <a:pt x="720" y="5146"/>
                    <a:pt x="891" y="5186"/>
                    <a:pt x="1061" y="5186"/>
                  </a:cubicBezTo>
                  <a:cubicBezTo>
                    <a:pt x="1386" y="5186"/>
                    <a:pt x="1707" y="5039"/>
                    <a:pt x="1872" y="4725"/>
                  </a:cubicBezTo>
                  <a:cubicBezTo>
                    <a:pt x="2465" y="3583"/>
                    <a:pt x="2990" y="2397"/>
                    <a:pt x="3470" y="1187"/>
                  </a:cubicBezTo>
                  <a:cubicBezTo>
                    <a:pt x="3538" y="981"/>
                    <a:pt x="3470" y="685"/>
                    <a:pt x="3378" y="479"/>
                  </a:cubicBezTo>
                  <a:cubicBezTo>
                    <a:pt x="3264" y="274"/>
                    <a:pt x="3013" y="91"/>
                    <a:pt x="2785" y="23"/>
                  </a:cubicBezTo>
                  <a:cubicBezTo>
                    <a:pt x="2713" y="8"/>
                    <a:pt x="2636" y="1"/>
                    <a:pt x="25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3574025" y="2684625"/>
              <a:ext cx="93625" cy="112950"/>
            </a:xfrm>
            <a:custGeom>
              <a:avLst/>
              <a:gdLst/>
              <a:ahLst/>
              <a:cxnLst/>
              <a:rect l="l" t="t" r="r" b="b"/>
              <a:pathLst>
                <a:path w="3745" h="4518" extrusionOk="0">
                  <a:moveTo>
                    <a:pt x="2671" y="0"/>
                  </a:moveTo>
                  <a:cubicBezTo>
                    <a:pt x="2347" y="0"/>
                    <a:pt x="2032" y="163"/>
                    <a:pt x="1850" y="467"/>
                  </a:cubicBezTo>
                  <a:lnTo>
                    <a:pt x="275" y="3092"/>
                  </a:lnTo>
                  <a:cubicBezTo>
                    <a:pt x="1" y="3525"/>
                    <a:pt x="161" y="4165"/>
                    <a:pt x="594" y="4393"/>
                  </a:cubicBezTo>
                  <a:cubicBezTo>
                    <a:pt x="754" y="4477"/>
                    <a:pt x="921" y="4517"/>
                    <a:pt x="1084" y="4517"/>
                  </a:cubicBezTo>
                  <a:cubicBezTo>
                    <a:pt x="1408" y="4517"/>
                    <a:pt x="1713" y="4355"/>
                    <a:pt x="1895" y="4050"/>
                  </a:cubicBezTo>
                  <a:lnTo>
                    <a:pt x="3493" y="1426"/>
                  </a:lnTo>
                  <a:cubicBezTo>
                    <a:pt x="3744" y="992"/>
                    <a:pt x="3607" y="353"/>
                    <a:pt x="3151" y="124"/>
                  </a:cubicBezTo>
                  <a:cubicBezTo>
                    <a:pt x="2998" y="41"/>
                    <a:pt x="2834" y="0"/>
                    <a:pt x="26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3570600" y="2511325"/>
              <a:ext cx="85050" cy="119350"/>
            </a:xfrm>
            <a:custGeom>
              <a:avLst/>
              <a:gdLst/>
              <a:ahLst/>
              <a:cxnLst/>
              <a:rect l="l" t="t" r="r" b="b"/>
              <a:pathLst>
                <a:path w="3402" h="4774" extrusionOk="0">
                  <a:moveTo>
                    <a:pt x="2374" y="1"/>
                  </a:moveTo>
                  <a:cubicBezTo>
                    <a:pt x="1945" y="1"/>
                    <a:pt x="1536" y="265"/>
                    <a:pt x="1439" y="711"/>
                  </a:cubicBezTo>
                  <a:cubicBezTo>
                    <a:pt x="1347" y="1053"/>
                    <a:pt x="1233" y="1373"/>
                    <a:pt x="1096" y="1715"/>
                  </a:cubicBezTo>
                  <a:cubicBezTo>
                    <a:pt x="868" y="2263"/>
                    <a:pt x="571" y="2765"/>
                    <a:pt x="206" y="3245"/>
                  </a:cubicBezTo>
                  <a:lnTo>
                    <a:pt x="252" y="3153"/>
                  </a:lnTo>
                  <a:lnTo>
                    <a:pt x="252" y="3153"/>
                  </a:lnTo>
                  <a:cubicBezTo>
                    <a:pt x="115" y="3359"/>
                    <a:pt x="1" y="3541"/>
                    <a:pt x="1" y="3815"/>
                  </a:cubicBezTo>
                  <a:cubicBezTo>
                    <a:pt x="1" y="4044"/>
                    <a:pt x="92" y="4317"/>
                    <a:pt x="252" y="4477"/>
                  </a:cubicBezTo>
                  <a:cubicBezTo>
                    <a:pt x="434" y="4637"/>
                    <a:pt x="686" y="4774"/>
                    <a:pt x="937" y="4774"/>
                  </a:cubicBezTo>
                  <a:cubicBezTo>
                    <a:pt x="1165" y="4751"/>
                    <a:pt x="1462" y="4683"/>
                    <a:pt x="1599" y="4500"/>
                  </a:cubicBezTo>
                  <a:cubicBezTo>
                    <a:pt x="2397" y="3519"/>
                    <a:pt x="2968" y="2423"/>
                    <a:pt x="3265" y="1190"/>
                  </a:cubicBezTo>
                  <a:cubicBezTo>
                    <a:pt x="3402" y="711"/>
                    <a:pt x="3105" y="140"/>
                    <a:pt x="2603" y="26"/>
                  </a:cubicBezTo>
                  <a:cubicBezTo>
                    <a:pt x="2527" y="9"/>
                    <a:pt x="2450" y="1"/>
                    <a:pt x="23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3445650" y="2431250"/>
              <a:ext cx="94175" cy="115550"/>
            </a:xfrm>
            <a:custGeom>
              <a:avLst/>
              <a:gdLst/>
              <a:ahLst/>
              <a:cxnLst/>
              <a:rect l="l" t="t" r="r" b="b"/>
              <a:pathLst>
                <a:path w="3767" h="4622" extrusionOk="0">
                  <a:moveTo>
                    <a:pt x="2693" y="1"/>
                  </a:moveTo>
                  <a:cubicBezTo>
                    <a:pt x="2369" y="1"/>
                    <a:pt x="2054" y="163"/>
                    <a:pt x="1872" y="467"/>
                  </a:cubicBezTo>
                  <a:lnTo>
                    <a:pt x="251" y="3206"/>
                  </a:lnTo>
                  <a:cubicBezTo>
                    <a:pt x="0" y="3640"/>
                    <a:pt x="137" y="4256"/>
                    <a:pt x="594" y="4508"/>
                  </a:cubicBezTo>
                  <a:cubicBezTo>
                    <a:pt x="746" y="4584"/>
                    <a:pt x="913" y="4622"/>
                    <a:pt x="1078" y="4622"/>
                  </a:cubicBezTo>
                  <a:cubicBezTo>
                    <a:pt x="1408" y="4622"/>
                    <a:pt x="1727" y="4469"/>
                    <a:pt x="1895" y="4165"/>
                  </a:cubicBezTo>
                  <a:lnTo>
                    <a:pt x="3515" y="1426"/>
                  </a:lnTo>
                  <a:cubicBezTo>
                    <a:pt x="3766" y="992"/>
                    <a:pt x="3629" y="353"/>
                    <a:pt x="3173" y="125"/>
                  </a:cubicBezTo>
                  <a:cubicBezTo>
                    <a:pt x="3021" y="41"/>
                    <a:pt x="2856" y="1"/>
                    <a:pt x="2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3297275" y="2367475"/>
              <a:ext cx="98750" cy="113675"/>
            </a:xfrm>
            <a:custGeom>
              <a:avLst/>
              <a:gdLst/>
              <a:ahLst/>
              <a:cxnLst/>
              <a:rect l="l" t="t" r="r" b="b"/>
              <a:pathLst>
                <a:path w="3950" h="4547" extrusionOk="0">
                  <a:moveTo>
                    <a:pt x="2874" y="0"/>
                  </a:moveTo>
                  <a:cubicBezTo>
                    <a:pt x="2549" y="0"/>
                    <a:pt x="2233" y="168"/>
                    <a:pt x="2032" y="462"/>
                  </a:cubicBezTo>
                  <a:cubicBezTo>
                    <a:pt x="1461" y="1352"/>
                    <a:pt x="868" y="2242"/>
                    <a:pt x="274" y="3110"/>
                  </a:cubicBezTo>
                  <a:cubicBezTo>
                    <a:pt x="0" y="3543"/>
                    <a:pt x="183" y="4183"/>
                    <a:pt x="617" y="4411"/>
                  </a:cubicBezTo>
                  <a:cubicBezTo>
                    <a:pt x="778" y="4503"/>
                    <a:pt x="945" y="4546"/>
                    <a:pt x="1106" y="4546"/>
                  </a:cubicBezTo>
                  <a:cubicBezTo>
                    <a:pt x="1424" y="4546"/>
                    <a:pt x="1721" y="4379"/>
                    <a:pt x="1918" y="4091"/>
                  </a:cubicBezTo>
                  <a:lnTo>
                    <a:pt x="3675" y="1421"/>
                  </a:lnTo>
                  <a:cubicBezTo>
                    <a:pt x="3949" y="1010"/>
                    <a:pt x="3789" y="348"/>
                    <a:pt x="3333" y="120"/>
                  </a:cubicBezTo>
                  <a:cubicBezTo>
                    <a:pt x="3186" y="39"/>
                    <a:pt x="3029" y="0"/>
                    <a:pt x="28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3451925" y="2228675"/>
              <a:ext cx="79900" cy="109400"/>
            </a:xfrm>
            <a:custGeom>
              <a:avLst/>
              <a:gdLst/>
              <a:ahLst/>
              <a:cxnLst/>
              <a:rect l="l" t="t" r="r" b="b"/>
              <a:pathLst>
                <a:path w="3196" h="4376" extrusionOk="0">
                  <a:moveTo>
                    <a:pt x="2181" y="0"/>
                  </a:moveTo>
                  <a:cubicBezTo>
                    <a:pt x="1857" y="0"/>
                    <a:pt x="1540" y="144"/>
                    <a:pt x="1392" y="467"/>
                  </a:cubicBezTo>
                  <a:lnTo>
                    <a:pt x="183" y="2955"/>
                  </a:lnTo>
                  <a:cubicBezTo>
                    <a:pt x="69" y="3184"/>
                    <a:pt x="0" y="3435"/>
                    <a:pt x="69" y="3686"/>
                  </a:cubicBezTo>
                  <a:cubicBezTo>
                    <a:pt x="137" y="3914"/>
                    <a:pt x="297" y="4142"/>
                    <a:pt x="525" y="4256"/>
                  </a:cubicBezTo>
                  <a:cubicBezTo>
                    <a:pt x="667" y="4335"/>
                    <a:pt x="838" y="4376"/>
                    <a:pt x="1011" y="4376"/>
                  </a:cubicBezTo>
                  <a:cubicBezTo>
                    <a:pt x="1340" y="4376"/>
                    <a:pt x="1677" y="4228"/>
                    <a:pt x="1826" y="3914"/>
                  </a:cubicBezTo>
                  <a:lnTo>
                    <a:pt x="3013" y="1426"/>
                  </a:lnTo>
                  <a:cubicBezTo>
                    <a:pt x="3127" y="1198"/>
                    <a:pt x="3196" y="947"/>
                    <a:pt x="3127" y="696"/>
                  </a:cubicBezTo>
                  <a:cubicBezTo>
                    <a:pt x="3059" y="467"/>
                    <a:pt x="2899" y="216"/>
                    <a:pt x="2694" y="125"/>
                  </a:cubicBezTo>
                  <a:cubicBezTo>
                    <a:pt x="2539" y="44"/>
                    <a:pt x="2359" y="0"/>
                    <a:pt x="21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3607125" y="2317125"/>
              <a:ext cx="93600" cy="127000"/>
            </a:xfrm>
            <a:custGeom>
              <a:avLst/>
              <a:gdLst/>
              <a:ahLst/>
              <a:cxnLst/>
              <a:rect l="l" t="t" r="r" b="b"/>
              <a:pathLst>
                <a:path w="3744" h="5080" extrusionOk="0">
                  <a:moveTo>
                    <a:pt x="2643" y="1"/>
                  </a:moveTo>
                  <a:cubicBezTo>
                    <a:pt x="2324" y="1"/>
                    <a:pt x="2024" y="163"/>
                    <a:pt x="1827" y="467"/>
                  </a:cubicBezTo>
                  <a:cubicBezTo>
                    <a:pt x="1119" y="1540"/>
                    <a:pt x="548" y="2681"/>
                    <a:pt x="69" y="3891"/>
                  </a:cubicBezTo>
                  <a:cubicBezTo>
                    <a:pt x="1" y="4097"/>
                    <a:pt x="69" y="4416"/>
                    <a:pt x="160" y="4599"/>
                  </a:cubicBezTo>
                  <a:cubicBezTo>
                    <a:pt x="275" y="4804"/>
                    <a:pt x="526" y="5010"/>
                    <a:pt x="754" y="5055"/>
                  </a:cubicBezTo>
                  <a:cubicBezTo>
                    <a:pt x="833" y="5072"/>
                    <a:pt x="909" y="5080"/>
                    <a:pt x="982" y="5080"/>
                  </a:cubicBezTo>
                  <a:cubicBezTo>
                    <a:pt x="1416" y="5080"/>
                    <a:pt x="1742" y="4800"/>
                    <a:pt x="1918" y="4371"/>
                  </a:cubicBezTo>
                  <a:cubicBezTo>
                    <a:pt x="1941" y="4302"/>
                    <a:pt x="1986" y="4234"/>
                    <a:pt x="2009" y="4165"/>
                  </a:cubicBezTo>
                  <a:cubicBezTo>
                    <a:pt x="2009" y="4142"/>
                    <a:pt x="2009" y="4119"/>
                    <a:pt x="2032" y="4097"/>
                  </a:cubicBezTo>
                  <a:cubicBezTo>
                    <a:pt x="2078" y="3982"/>
                    <a:pt x="2146" y="3846"/>
                    <a:pt x="2192" y="3731"/>
                  </a:cubicBezTo>
                  <a:cubicBezTo>
                    <a:pt x="2306" y="3458"/>
                    <a:pt x="2443" y="3206"/>
                    <a:pt x="2580" y="2955"/>
                  </a:cubicBezTo>
                  <a:cubicBezTo>
                    <a:pt x="2854" y="2430"/>
                    <a:pt x="3151" y="1905"/>
                    <a:pt x="3470" y="1426"/>
                  </a:cubicBezTo>
                  <a:cubicBezTo>
                    <a:pt x="3744" y="1015"/>
                    <a:pt x="3561" y="353"/>
                    <a:pt x="3128" y="125"/>
                  </a:cubicBezTo>
                  <a:cubicBezTo>
                    <a:pt x="2968" y="41"/>
                    <a:pt x="2803" y="1"/>
                    <a:pt x="26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3176300" y="2631125"/>
              <a:ext cx="79350" cy="95650"/>
            </a:xfrm>
            <a:custGeom>
              <a:avLst/>
              <a:gdLst/>
              <a:ahLst/>
              <a:cxnLst/>
              <a:rect l="l" t="t" r="r" b="b"/>
              <a:pathLst>
                <a:path w="3174" h="3826" extrusionOk="0">
                  <a:moveTo>
                    <a:pt x="2148" y="0"/>
                  </a:moveTo>
                  <a:cubicBezTo>
                    <a:pt x="2079" y="0"/>
                    <a:pt x="2010" y="9"/>
                    <a:pt x="1941" y="28"/>
                  </a:cubicBezTo>
                  <a:lnTo>
                    <a:pt x="1735" y="119"/>
                  </a:lnTo>
                  <a:cubicBezTo>
                    <a:pt x="1575" y="210"/>
                    <a:pt x="1461" y="324"/>
                    <a:pt x="1370" y="484"/>
                  </a:cubicBezTo>
                  <a:cubicBezTo>
                    <a:pt x="914" y="1078"/>
                    <a:pt x="503" y="1717"/>
                    <a:pt x="183" y="2401"/>
                  </a:cubicBezTo>
                  <a:cubicBezTo>
                    <a:pt x="69" y="2630"/>
                    <a:pt x="1" y="2858"/>
                    <a:pt x="69" y="3109"/>
                  </a:cubicBezTo>
                  <a:cubicBezTo>
                    <a:pt x="137" y="3337"/>
                    <a:pt x="297" y="3588"/>
                    <a:pt x="503" y="3702"/>
                  </a:cubicBezTo>
                  <a:cubicBezTo>
                    <a:pt x="658" y="3780"/>
                    <a:pt x="823" y="3826"/>
                    <a:pt x="992" y="3826"/>
                  </a:cubicBezTo>
                  <a:cubicBezTo>
                    <a:pt x="1072" y="3826"/>
                    <a:pt x="1153" y="3816"/>
                    <a:pt x="1233" y="3794"/>
                  </a:cubicBezTo>
                  <a:cubicBezTo>
                    <a:pt x="1461" y="3725"/>
                    <a:pt x="1712" y="3588"/>
                    <a:pt x="1804" y="3360"/>
                  </a:cubicBezTo>
                  <a:cubicBezTo>
                    <a:pt x="2146" y="2675"/>
                    <a:pt x="2557" y="2036"/>
                    <a:pt x="3013" y="1443"/>
                  </a:cubicBezTo>
                  <a:cubicBezTo>
                    <a:pt x="3150" y="1260"/>
                    <a:pt x="3173" y="918"/>
                    <a:pt x="3105" y="712"/>
                  </a:cubicBezTo>
                  <a:cubicBezTo>
                    <a:pt x="3059" y="484"/>
                    <a:pt x="2876" y="256"/>
                    <a:pt x="2671" y="142"/>
                  </a:cubicBezTo>
                  <a:cubicBezTo>
                    <a:pt x="2506" y="59"/>
                    <a:pt x="2328" y="0"/>
                    <a:pt x="2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3289850" y="2746025"/>
              <a:ext cx="74775" cy="95025"/>
            </a:xfrm>
            <a:custGeom>
              <a:avLst/>
              <a:gdLst/>
              <a:ahLst/>
              <a:cxnLst/>
              <a:rect l="l" t="t" r="r" b="b"/>
              <a:pathLst>
                <a:path w="2991" h="3801" extrusionOk="0">
                  <a:moveTo>
                    <a:pt x="2023" y="0"/>
                  </a:moveTo>
                  <a:cubicBezTo>
                    <a:pt x="1943" y="0"/>
                    <a:pt x="1862" y="13"/>
                    <a:pt x="1781" y="42"/>
                  </a:cubicBezTo>
                  <a:cubicBezTo>
                    <a:pt x="1530" y="111"/>
                    <a:pt x="1347" y="248"/>
                    <a:pt x="1188" y="476"/>
                  </a:cubicBezTo>
                  <a:cubicBezTo>
                    <a:pt x="731" y="1138"/>
                    <a:pt x="389" y="1846"/>
                    <a:pt x="69" y="2599"/>
                  </a:cubicBezTo>
                  <a:cubicBezTo>
                    <a:pt x="1" y="2804"/>
                    <a:pt x="69" y="3124"/>
                    <a:pt x="161" y="3306"/>
                  </a:cubicBezTo>
                  <a:cubicBezTo>
                    <a:pt x="275" y="3535"/>
                    <a:pt x="526" y="3717"/>
                    <a:pt x="754" y="3763"/>
                  </a:cubicBezTo>
                  <a:cubicBezTo>
                    <a:pt x="836" y="3787"/>
                    <a:pt x="924" y="3800"/>
                    <a:pt x="1012" y="3800"/>
                  </a:cubicBezTo>
                  <a:cubicBezTo>
                    <a:pt x="1170" y="3800"/>
                    <a:pt x="1330" y="3759"/>
                    <a:pt x="1462" y="3672"/>
                  </a:cubicBezTo>
                  <a:cubicBezTo>
                    <a:pt x="1530" y="3626"/>
                    <a:pt x="1599" y="3580"/>
                    <a:pt x="1667" y="3535"/>
                  </a:cubicBezTo>
                  <a:cubicBezTo>
                    <a:pt x="1781" y="3420"/>
                    <a:pt x="1850" y="3284"/>
                    <a:pt x="1895" y="3124"/>
                  </a:cubicBezTo>
                  <a:cubicBezTo>
                    <a:pt x="2146" y="2530"/>
                    <a:pt x="2466" y="1960"/>
                    <a:pt x="2831" y="1435"/>
                  </a:cubicBezTo>
                  <a:cubicBezTo>
                    <a:pt x="2968" y="1252"/>
                    <a:pt x="2991" y="933"/>
                    <a:pt x="2945" y="704"/>
                  </a:cubicBezTo>
                  <a:cubicBezTo>
                    <a:pt x="2877" y="476"/>
                    <a:pt x="2717" y="248"/>
                    <a:pt x="2489" y="134"/>
                  </a:cubicBezTo>
                  <a:cubicBezTo>
                    <a:pt x="2350" y="56"/>
                    <a:pt x="2190" y="0"/>
                    <a:pt x="20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3463900" y="2821975"/>
              <a:ext cx="107875" cy="125375"/>
            </a:xfrm>
            <a:custGeom>
              <a:avLst/>
              <a:gdLst/>
              <a:ahLst/>
              <a:cxnLst/>
              <a:rect l="l" t="t" r="r" b="b"/>
              <a:pathLst>
                <a:path w="4315" h="5015" extrusionOk="0">
                  <a:moveTo>
                    <a:pt x="983" y="2710"/>
                  </a:moveTo>
                  <a:cubicBezTo>
                    <a:pt x="969" y="2726"/>
                    <a:pt x="963" y="2735"/>
                    <a:pt x="963" y="2735"/>
                  </a:cubicBezTo>
                  <a:cubicBezTo>
                    <a:pt x="964" y="2735"/>
                    <a:pt x="971" y="2727"/>
                    <a:pt x="983" y="2710"/>
                  </a:cubicBezTo>
                  <a:close/>
                  <a:moveTo>
                    <a:pt x="3248" y="1"/>
                  </a:moveTo>
                  <a:cubicBezTo>
                    <a:pt x="2926" y="1"/>
                    <a:pt x="2607" y="153"/>
                    <a:pt x="2443" y="451"/>
                  </a:cubicBezTo>
                  <a:cubicBezTo>
                    <a:pt x="2146" y="999"/>
                    <a:pt x="1826" y="1547"/>
                    <a:pt x="1461" y="2049"/>
                  </a:cubicBezTo>
                  <a:cubicBezTo>
                    <a:pt x="1370" y="2186"/>
                    <a:pt x="1279" y="2323"/>
                    <a:pt x="1187" y="2437"/>
                  </a:cubicBezTo>
                  <a:cubicBezTo>
                    <a:pt x="1142" y="2505"/>
                    <a:pt x="1096" y="2551"/>
                    <a:pt x="1050" y="2619"/>
                  </a:cubicBezTo>
                  <a:cubicBezTo>
                    <a:pt x="1030" y="2639"/>
                    <a:pt x="1028" y="2659"/>
                    <a:pt x="1012" y="2679"/>
                  </a:cubicBezTo>
                  <a:lnTo>
                    <a:pt x="1012" y="2679"/>
                  </a:lnTo>
                  <a:cubicBezTo>
                    <a:pt x="1022" y="2665"/>
                    <a:pt x="1028" y="2653"/>
                    <a:pt x="1028" y="2642"/>
                  </a:cubicBezTo>
                  <a:lnTo>
                    <a:pt x="1028" y="2642"/>
                  </a:lnTo>
                  <a:cubicBezTo>
                    <a:pt x="1009" y="2673"/>
                    <a:pt x="994" y="2695"/>
                    <a:pt x="983" y="2710"/>
                  </a:cubicBezTo>
                  <a:lnTo>
                    <a:pt x="983" y="2710"/>
                  </a:lnTo>
                  <a:cubicBezTo>
                    <a:pt x="989" y="2704"/>
                    <a:pt x="996" y="2696"/>
                    <a:pt x="1005" y="2688"/>
                  </a:cubicBezTo>
                  <a:cubicBezTo>
                    <a:pt x="1008" y="2685"/>
                    <a:pt x="1010" y="2682"/>
                    <a:pt x="1012" y="2679"/>
                  </a:cubicBezTo>
                  <a:lnTo>
                    <a:pt x="1012" y="2679"/>
                  </a:lnTo>
                  <a:cubicBezTo>
                    <a:pt x="980" y="2727"/>
                    <a:pt x="908" y="2789"/>
                    <a:pt x="891" y="2825"/>
                  </a:cubicBezTo>
                  <a:cubicBezTo>
                    <a:pt x="845" y="2870"/>
                    <a:pt x="799" y="2939"/>
                    <a:pt x="754" y="2985"/>
                  </a:cubicBezTo>
                  <a:cubicBezTo>
                    <a:pt x="640" y="3121"/>
                    <a:pt x="525" y="3258"/>
                    <a:pt x="411" y="3373"/>
                  </a:cubicBezTo>
                  <a:cubicBezTo>
                    <a:pt x="92" y="3761"/>
                    <a:pt x="0" y="4354"/>
                    <a:pt x="411" y="4719"/>
                  </a:cubicBezTo>
                  <a:cubicBezTo>
                    <a:pt x="595" y="4903"/>
                    <a:pt x="865" y="5015"/>
                    <a:pt x="1128" y="5015"/>
                  </a:cubicBezTo>
                  <a:cubicBezTo>
                    <a:pt x="1355" y="5015"/>
                    <a:pt x="1577" y="4932"/>
                    <a:pt x="1735" y="4742"/>
                  </a:cubicBezTo>
                  <a:cubicBezTo>
                    <a:pt x="2648" y="3738"/>
                    <a:pt x="3447" y="2619"/>
                    <a:pt x="4086" y="1432"/>
                  </a:cubicBezTo>
                  <a:cubicBezTo>
                    <a:pt x="4314" y="976"/>
                    <a:pt x="4200" y="360"/>
                    <a:pt x="3744" y="131"/>
                  </a:cubicBezTo>
                  <a:cubicBezTo>
                    <a:pt x="3593" y="44"/>
                    <a:pt x="3420" y="1"/>
                    <a:pt x="32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3285850" y="2894725"/>
              <a:ext cx="100475" cy="120975"/>
            </a:xfrm>
            <a:custGeom>
              <a:avLst/>
              <a:gdLst/>
              <a:ahLst/>
              <a:cxnLst/>
              <a:rect l="l" t="t" r="r" b="b"/>
              <a:pathLst>
                <a:path w="4019" h="4839" extrusionOk="0">
                  <a:moveTo>
                    <a:pt x="2957" y="1"/>
                  </a:moveTo>
                  <a:cubicBezTo>
                    <a:pt x="2633" y="1"/>
                    <a:pt x="2311" y="148"/>
                    <a:pt x="2147" y="463"/>
                  </a:cubicBezTo>
                  <a:cubicBezTo>
                    <a:pt x="1599" y="1490"/>
                    <a:pt x="982" y="2471"/>
                    <a:pt x="298" y="3407"/>
                  </a:cubicBezTo>
                  <a:cubicBezTo>
                    <a:pt x="1" y="3818"/>
                    <a:pt x="206" y="4503"/>
                    <a:pt x="640" y="4708"/>
                  </a:cubicBezTo>
                  <a:cubicBezTo>
                    <a:pt x="804" y="4798"/>
                    <a:pt x="966" y="4838"/>
                    <a:pt x="1120" y="4838"/>
                  </a:cubicBezTo>
                  <a:cubicBezTo>
                    <a:pt x="1438" y="4838"/>
                    <a:pt x="1726" y="4665"/>
                    <a:pt x="1941" y="4389"/>
                  </a:cubicBezTo>
                  <a:cubicBezTo>
                    <a:pt x="2626" y="3430"/>
                    <a:pt x="3242" y="2448"/>
                    <a:pt x="3790" y="1421"/>
                  </a:cubicBezTo>
                  <a:cubicBezTo>
                    <a:pt x="4018" y="988"/>
                    <a:pt x="3904" y="371"/>
                    <a:pt x="3448" y="120"/>
                  </a:cubicBezTo>
                  <a:cubicBezTo>
                    <a:pt x="3298" y="42"/>
                    <a:pt x="3127" y="1"/>
                    <a:pt x="29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3127800" y="2807725"/>
              <a:ext cx="90175" cy="117525"/>
            </a:xfrm>
            <a:custGeom>
              <a:avLst/>
              <a:gdLst/>
              <a:ahLst/>
              <a:cxnLst/>
              <a:rect l="l" t="t" r="r" b="b"/>
              <a:pathLst>
                <a:path w="3607" h="4701" extrusionOk="0">
                  <a:moveTo>
                    <a:pt x="2541" y="0"/>
                  </a:moveTo>
                  <a:cubicBezTo>
                    <a:pt x="2218" y="0"/>
                    <a:pt x="1899" y="152"/>
                    <a:pt x="1735" y="450"/>
                  </a:cubicBezTo>
                  <a:cubicBezTo>
                    <a:pt x="1233" y="1409"/>
                    <a:pt x="731" y="2345"/>
                    <a:pt x="251" y="3281"/>
                  </a:cubicBezTo>
                  <a:cubicBezTo>
                    <a:pt x="0" y="3714"/>
                    <a:pt x="114" y="4331"/>
                    <a:pt x="571" y="4582"/>
                  </a:cubicBezTo>
                  <a:cubicBezTo>
                    <a:pt x="728" y="4660"/>
                    <a:pt x="904" y="4701"/>
                    <a:pt x="1077" y="4701"/>
                  </a:cubicBezTo>
                  <a:cubicBezTo>
                    <a:pt x="1406" y="4701"/>
                    <a:pt x="1722" y="4554"/>
                    <a:pt x="1872" y="4239"/>
                  </a:cubicBezTo>
                  <a:cubicBezTo>
                    <a:pt x="2374" y="3303"/>
                    <a:pt x="2876" y="2368"/>
                    <a:pt x="3378" y="1432"/>
                  </a:cubicBezTo>
                  <a:cubicBezTo>
                    <a:pt x="3607" y="975"/>
                    <a:pt x="3515" y="359"/>
                    <a:pt x="3036" y="131"/>
                  </a:cubicBezTo>
                  <a:cubicBezTo>
                    <a:pt x="2885" y="43"/>
                    <a:pt x="2713" y="0"/>
                    <a:pt x="2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" name="Google Shape;245;p6"/>
          <p:cNvGrpSpPr/>
          <p:nvPr/>
        </p:nvGrpSpPr>
        <p:grpSpPr>
          <a:xfrm rot="-3041862">
            <a:off x="8757584" y="3877514"/>
            <a:ext cx="446242" cy="453366"/>
            <a:chOff x="4350100" y="1147775"/>
            <a:chExt cx="446250" cy="453375"/>
          </a:xfrm>
        </p:grpSpPr>
        <p:sp>
          <p:nvSpPr>
            <p:cNvPr id="246" name="Google Shape;246;p6"/>
            <p:cNvSpPr/>
            <p:nvPr/>
          </p:nvSpPr>
          <p:spPr>
            <a:xfrm>
              <a:off x="4587475" y="1395350"/>
              <a:ext cx="208875" cy="205800"/>
            </a:xfrm>
            <a:custGeom>
              <a:avLst/>
              <a:gdLst/>
              <a:ahLst/>
              <a:cxnLst/>
              <a:rect l="l" t="t" r="r" b="b"/>
              <a:pathLst>
                <a:path w="8355" h="8232" extrusionOk="0">
                  <a:moveTo>
                    <a:pt x="4104" y="0"/>
                  </a:moveTo>
                  <a:cubicBezTo>
                    <a:pt x="2167" y="0"/>
                    <a:pt x="643" y="1771"/>
                    <a:pt x="320" y="3603"/>
                  </a:cubicBezTo>
                  <a:cubicBezTo>
                    <a:pt x="0" y="5543"/>
                    <a:pt x="1119" y="7483"/>
                    <a:pt x="3036" y="8076"/>
                  </a:cubicBezTo>
                  <a:cubicBezTo>
                    <a:pt x="3393" y="8180"/>
                    <a:pt x="3759" y="8231"/>
                    <a:pt x="4124" y="8231"/>
                  </a:cubicBezTo>
                  <a:cubicBezTo>
                    <a:pt x="4880" y="8231"/>
                    <a:pt x="5631" y="8013"/>
                    <a:pt x="6277" y="7597"/>
                  </a:cubicBezTo>
                  <a:cubicBezTo>
                    <a:pt x="6574" y="7414"/>
                    <a:pt x="6848" y="7163"/>
                    <a:pt x="7099" y="6890"/>
                  </a:cubicBezTo>
                  <a:cubicBezTo>
                    <a:pt x="7852" y="6296"/>
                    <a:pt x="8355" y="5383"/>
                    <a:pt x="8332" y="4402"/>
                  </a:cubicBezTo>
                  <a:cubicBezTo>
                    <a:pt x="8309" y="3352"/>
                    <a:pt x="7715" y="2210"/>
                    <a:pt x="7031" y="1411"/>
                  </a:cubicBezTo>
                  <a:cubicBezTo>
                    <a:pt x="6369" y="658"/>
                    <a:pt x="5456" y="110"/>
                    <a:pt x="4451" y="19"/>
                  </a:cubicBezTo>
                  <a:cubicBezTo>
                    <a:pt x="4334" y="6"/>
                    <a:pt x="4218" y="0"/>
                    <a:pt x="4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4350100" y="1473750"/>
              <a:ext cx="95875" cy="93525"/>
            </a:xfrm>
            <a:custGeom>
              <a:avLst/>
              <a:gdLst/>
              <a:ahLst/>
              <a:cxnLst/>
              <a:rect l="l" t="t" r="r" b="b"/>
              <a:pathLst>
                <a:path w="3835" h="3741" extrusionOk="0">
                  <a:moveTo>
                    <a:pt x="1554" y="1"/>
                  </a:moveTo>
                  <a:cubicBezTo>
                    <a:pt x="1238" y="1"/>
                    <a:pt x="928" y="93"/>
                    <a:pt x="662" y="307"/>
                  </a:cubicBezTo>
                  <a:cubicBezTo>
                    <a:pt x="23" y="832"/>
                    <a:pt x="0" y="1927"/>
                    <a:pt x="274" y="2658"/>
                  </a:cubicBezTo>
                  <a:cubicBezTo>
                    <a:pt x="434" y="3069"/>
                    <a:pt x="753" y="3411"/>
                    <a:pt x="1164" y="3594"/>
                  </a:cubicBezTo>
                  <a:cubicBezTo>
                    <a:pt x="1429" y="3705"/>
                    <a:pt x="1710" y="3740"/>
                    <a:pt x="1998" y="3740"/>
                  </a:cubicBezTo>
                  <a:cubicBezTo>
                    <a:pt x="2182" y="3740"/>
                    <a:pt x="2369" y="3726"/>
                    <a:pt x="2557" y="3708"/>
                  </a:cubicBezTo>
                  <a:cubicBezTo>
                    <a:pt x="2716" y="3708"/>
                    <a:pt x="2808" y="3594"/>
                    <a:pt x="2808" y="3457"/>
                  </a:cubicBezTo>
                  <a:cubicBezTo>
                    <a:pt x="3036" y="3343"/>
                    <a:pt x="3241" y="3137"/>
                    <a:pt x="3401" y="2886"/>
                  </a:cubicBezTo>
                  <a:cubicBezTo>
                    <a:pt x="3835" y="2133"/>
                    <a:pt x="3584" y="1220"/>
                    <a:pt x="2990" y="626"/>
                  </a:cubicBezTo>
                  <a:cubicBezTo>
                    <a:pt x="2620" y="256"/>
                    <a:pt x="2080" y="1"/>
                    <a:pt x="15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4386600" y="1147775"/>
              <a:ext cx="162675" cy="170425"/>
            </a:xfrm>
            <a:custGeom>
              <a:avLst/>
              <a:gdLst/>
              <a:ahLst/>
              <a:cxnLst/>
              <a:rect l="l" t="t" r="r" b="b"/>
              <a:pathLst>
                <a:path w="6507" h="6817" extrusionOk="0">
                  <a:moveTo>
                    <a:pt x="2995" y="0"/>
                  </a:moveTo>
                  <a:cubicBezTo>
                    <a:pt x="2821" y="0"/>
                    <a:pt x="2644" y="20"/>
                    <a:pt x="2466" y="62"/>
                  </a:cubicBezTo>
                  <a:cubicBezTo>
                    <a:pt x="1005" y="427"/>
                    <a:pt x="69" y="2002"/>
                    <a:pt x="47" y="3440"/>
                  </a:cubicBezTo>
                  <a:cubicBezTo>
                    <a:pt x="1" y="4764"/>
                    <a:pt x="754" y="6065"/>
                    <a:pt x="1964" y="6544"/>
                  </a:cubicBezTo>
                  <a:cubicBezTo>
                    <a:pt x="2359" y="6723"/>
                    <a:pt x="2786" y="6816"/>
                    <a:pt x="3215" y="6816"/>
                  </a:cubicBezTo>
                  <a:cubicBezTo>
                    <a:pt x="3825" y="6816"/>
                    <a:pt x="4440" y="6627"/>
                    <a:pt x="4977" y="6224"/>
                  </a:cubicBezTo>
                  <a:cubicBezTo>
                    <a:pt x="6141" y="5357"/>
                    <a:pt x="6506" y="3736"/>
                    <a:pt x="6027" y="2390"/>
                  </a:cubicBezTo>
                  <a:cubicBezTo>
                    <a:pt x="5562" y="1177"/>
                    <a:pt x="4345" y="0"/>
                    <a:pt x="2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6"/>
          <p:cNvGrpSpPr/>
          <p:nvPr/>
        </p:nvGrpSpPr>
        <p:grpSpPr>
          <a:xfrm>
            <a:off x="6388150" y="4754550"/>
            <a:ext cx="1067700" cy="1029050"/>
            <a:chOff x="4445375" y="3754025"/>
            <a:chExt cx="1067700" cy="1029050"/>
          </a:xfrm>
        </p:grpSpPr>
        <p:sp>
          <p:nvSpPr>
            <p:cNvPr id="250" name="Google Shape;250;p6"/>
            <p:cNvSpPr/>
            <p:nvPr/>
          </p:nvSpPr>
          <p:spPr>
            <a:xfrm>
              <a:off x="4445375" y="3754025"/>
              <a:ext cx="1067700" cy="1029050"/>
            </a:xfrm>
            <a:custGeom>
              <a:avLst/>
              <a:gdLst/>
              <a:ahLst/>
              <a:cxnLst/>
              <a:rect l="l" t="t" r="r" b="b"/>
              <a:pathLst>
                <a:path w="42708" h="41162" extrusionOk="0">
                  <a:moveTo>
                    <a:pt x="18268" y="754"/>
                  </a:moveTo>
                  <a:cubicBezTo>
                    <a:pt x="21180" y="754"/>
                    <a:pt x="24101" y="1353"/>
                    <a:pt x="26844" y="2291"/>
                  </a:cubicBezTo>
                  <a:cubicBezTo>
                    <a:pt x="30975" y="3684"/>
                    <a:pt x="35083" y="5807"/>
                    <a:pt x="37594" y="9481"/>
                  </a:cubicBezTo>
                  <a:cubicBezTo>
                    <a:pt x="38850" y="11307"/>
                    <a:pt x="39717" y="13362"/>
                    <a:pt x="40356" y="15462"/>
                  </a:cubicBezTo>
                  <a:cubicBezTo>
                    <a:pt x="41018" y="17539"/>
                    <a:pt x="41429" y="19684"/>
                    <a:pt x="41520" y="21876"/>
                  </a:cubicBezTo>
                  <a:cubicBezTo>
                    <a:pt x="41703" y="26098"/>
                    <a:pt x="40539" y="30252"/>
                    <a:pt x="37708" y="33448"/>
                  </a:cubicBezTo>
                  <a:cubicBezTo>
                    <a:pt x="35038" y="36461"/>
                    <a:pt x="31363" y="38469"/>
                    <a:pt x="27551" y="39565"/>
                  </a:cubicBezTo>
                  <a:cubicBezTo>
                    <a:pt x="25655" y="40107"/>
                    <a:pt x="23718" y="40389"/>
                    <a:pt x="21791" y="40389"/>
                  </a:cubicBezTo>
                  <a:cubicBezTo>
                    <a:pt x="19334" y="40389"/>
                    <a:pt x="16891" y="39931"/>
                    <a:pt x="14564" y="38972"/>
                  </a:cubicBezTo>
                  <a:cubicBezTo>
                    <a:pt x="10706" y="37374"/>
                    <a:pt x="7419" y="34544"/>
                    <a:pt x="5182" y="31028"/>
                  </a:cubicBezTo>
                  <a:cubicBezTo>
                    <a:pt x="823" y="24158"/>
                    <a:pt x="229" y="14686"/>
                    <a:pt x="4635" y="7678"/>
                  </a:cubicBezTo>
                  <a:cubicBezTo>
                    <a:pt x="5160" y="6811"/>
                    <a:pt x="5776" y="5989"/>
                    <a:pt x="6461" y="5236"/>
                  </a:cubicBezTo>
                  <a:cubicBezTo>
                    <a:pt x="6483" y="5236"/>
                    <a:pt x="6483" y="5213"/>
                    <a:pt x="6506" y="5190"/>
                  </a:cubicBezTo>
                  <a:cubicBezTo>
                    <a:pt x="8424" y="3341"/>
                    <a:pt x="10866" y="2063"/>
                    <a:pt x="13445" y="1356"/>
                  </a:cubicBezTo>
                  <a:cubicBezTo>
                    <a:pt x="15029" y="939"/>
                    <a:pt x="16647" y="754"/>
                    <a:pt x="18268" y="754"/>
                  </a:cubicBezTo>
                  <a:close/>
                  <a:moveTo>
                    <a:pt x="18378" y="0"/>
                  </a:moveTo>
                  <a:cubicBezTo>
                    <a:pt x="17616" y="0"/>
                    <a:pt x="16853" y="40"/>
                    <a:pt x="16093" y="123"/>
                  </a:cubicBezTo>
                  <a:cubicBezTo>
                    <a:pt x="12098" y="534"/>
                    <a:pt x="8150" y="2246"/>
                    <a:pt x="5388" y="5236"/>
                  </a:cubicBezTo>
                  <a:cubicBezTo>
                    <a:pt x="4703" y="5943"/>
                    <a:pt x="4132" y="6742"/>
                    <a:pt x="3630" y="7587"/>
                  </a:cubicBezTo>
                  <a:cubicBezTo>
                    <a:pt x="3562" y="7701"/>
                    <a:pt x="3562" y="7815"/>
                    <a:pt x="3607" y="7906"/>
                  </a:cubicBezTo>
                  <a:cubicBezTo>
                    <a:pt x="1" y="14183"/>
                    <a:pt x="69" y="22286"/>
                    <a:pt x="3105" y="28814"/>
                  </a:cubicBezTo>
                  <a:cubicBezTo>
                    <a:pt x="4931" y="32718"/>
                    <a:pt x="7853" y="36073"/>
                    <a:pt x="11551" y="38287"/>
                  </a:cubicBezTo>
                  <a:cubicBezTo>
                    <a:pt x="14671" y="40163"/>
                    <a:pt x="18229" y="41162"/>
                    <a:pt x="21856" y="41162"/>
                  </a:cubicBezTo>
                  <a:cubicBezTo>
                    <a:pt x="22687" y="41162"/>
                    <a:pt x="23522" y="41109"/>
                    <a:pt x="24356" y="41003"/>
                  </a:cubicBezTo>
                  <a:cubicBezTo>
                    <a:pt x="28647" y="40432"/>
                    <a:pt x="32915" y="38675"/>
                    <a:pt x="36270" y="35890"/>
                  </a:cubicBezTo>
                  <a:cubicBezTo>
                    <a:pt x="39580" y="33151"/>
                    <a:pt x="41657" y="29385"/>
                    <a:pt x="42182" y="25117"/>
                  </a:cubicBezTo>
                  <a:cubicBezTo>
                    <a:pt x="42707" y="20620"/>
                    <a:pt x="41657" y="15895"/>
                    <a:pt x="39763" y="11810"/>
                  </a:cubicBezTo>
                  <a:cubicBezTo>
                    <a:pt x="38804" y="9732"/>
                    <a:pt x="37526" y="7838"/>
                    <a:pt x="35814" y="6309"/>
                  </a:cubicBezTo>
                  <a:cubicBezTo>
                    <a:pt x="34148" y="4802"/>
                    <a:pt x="32185" y="3661"/>
                    <a:pt x="30130" y="2748"/>
                  </a:cubicBezTo>
                  <a:cubicBezTo>
                    <a:pt x="26462" y="1115"/>
                    <a:pt x="22422" y="0"/>
                    <a:pt x="18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4525850" y="3828875"/>
              <a:ext cx="901050" cy="847950"/>
            </a:xfrm>
            <a:custGeom>
              <a:avLst/>
              <a:gdLst/>
              <a:ahLst/>
              <a:cxnLst/>
              <a:rect l="l" t="t" r="r" b="b"/>
              <a:pathLst>
                <a:path w="36042" h="33918" extrusionOk="0">
                  <a:moveTo>
                    <a:pt x="15729" y="732"/>
                  </a:moveTo>
                  <a:cubicBezTo>
                    <a:pt x="18305" y="732"/>
                    <a:pt x="20906" y="1153"/>
                    <a:pt x="23328" y="1922"/>
                  </a:cubicBezTo>
                  <a:cubicBezTo>
                    <a:pt x="26546" y="2927"/>
                    <a:pt x="29536" y="4707"/>
                    <a:pt x="31659" y="7355"/>
                  </a:cubicBezTo>
                  <a:cubicBezTo>
                    <a:pt x="33873" y="10139"/>
                    <a:pt x="34992" y="13746"/>
                    <a:pt x="34946" y="17284"/>
                  </a:cubicBezTo>
                  <a:cubicBezTo>
                    <a:pt x="34832" y="23926"/>
                    <a:pt x="30678" y="30157"/>
                    <a:pt x="24309" y="32303"/>
                  </a:cubicBezTo>
                  <a:cubicBezTo>
                    <a:pt x="22589" y="32880"/>
                    <a:pt x="20779" y="33172"/>
                    <a:pt x="18968" y="33172"/>
                  </a:cubicBezTo>
                  <a:cubicBezTo>
                    <a:pt x="17343" y="33172"/>
                    <a:pt x="15717" y="32937"/>
                    <a:pt x="14152" y="32463"/>
                  </a:cubicBezTo>
                  <a:cubicBezTo>
                    <a:pt x="11048" y="31527"/>
                    <a:pt x="8263" y="29632"/>
                    <a:pt x="6140" y="27167"/>
                  </a:cubicBezTo>
                  <a:cubicBezTo>
                    <a:pt x="1461" y="21757"/>
                    <a:pt x="525" y="14065"/>
                    <a:pt x="3127" y="7492"/>
                  </a:cubicBezTo>
                  <a:cubicBezTo>
                    <a:pt x="3401" y="6807"/>
                    <a:pt x="3721" y="6145"/>
                    <a:pt x="4063" y="5506"/>
                  </a:cubicBezTo>
                  <a:cubicBezTo>
                    <a:pt x="6072" y="2881"/>
                    <a:pt x="9245" y="1443"/>
                    <a:pt x="12486" y="964"/>
                  </a:cubicBezTo>
                  <a:cubicBezTo>
                    <a:pt x="13552" y="808"/>
                    <a:pt x="14638" y="732"/>
                    <a:pt x="15729" y="732"/>
                  </a:cubicBezTo>
                  <a:close/>
                  <a:moveTo>
                    <a:pt x="15639" y="0"/>
                  </a:moveTo>
                  <a:cubicBezTo>
                    <a:pt x="15463" y="0"/>
                    <a:pt x="15287" y="2"/>
                    <a:pt x="15111" y="5"/>
                  </a:cubicBezTo>
                  <a:cubicBezTo>
                    <a:pt x="11299" y="73"/>
                    <a:pt x="7373" y="1101"/>
                    <a:pt x="4565" y="3794"/>
                  </a:cubicBezTo>
                  <a:cubicBezTo>
                    <a:pt x="4360" y="3999"/>
                    <a:pt x="4155" y="4205"/>
                    <a:pt x="3972" y="4433"/>
                  </a:cubicBezTo>
                  <a:cubicBezTo>
                    <a:pt x="3858" y="4433"/>
                    <a:pt x="3767" y="4479"/>
                    <a:pt x="3698" y="4593"/>
                  </a:cubicBezTo>
                  <a:cubicBezTo>
                    <a:pt x="3607" y="4753"/>
                    <a:pt x="3515" y="4935"/>
                    <a:pt x="3424" y="5095"/>
                  </a:cubicBezTo>
                  <a:cubicBezTo>
                    <a:pt x="3264" y="5323"/>
                    <a:pt x="3082" y="5552"/>
                    <a:pt x="2922" y="5803"/>
                  </a:cubicBezTo>
                  <a:cubicBezTo>
                    <a:pt x="2854" y="5917"/>
                    <a:pt x="2854" y="6054"/>
                    <a:pt x="2899" y="6145"/>
                  </a:cubicBezTo>
                  <a:cubicBezTo>
                    <a:pt x="0" y="12422"/>
                    <a:pt x="229" y="20023"/>
                    <a:pt x="4155" y="25843"/>
                  </a:cubicBezTo>
                  <a:cubicBezTo>
                    <a:pt x="6049" y="28628"/>
                    <a:pt x="8674" y="30956"/>
                    <a:pt x="11755" y="32371"/>
                  </a:cubicBezTo>
                  <a:cubicBezTo>
                    <a:pt x="14029" y="33405"/>
                    <a:pt x="16491" y="33918"/>
                    <a:pt x="18965" y="33918"/>
                  </a:cubicBezTo>
                  <a:cubicBezTo>
                    <a:pt x="20041" y="33918"/>
                    <a:pt x="21120" y="33820"/>
                    <a:pt x="22187" y="33627"/>
                  </a:cubicBezTo>
                  <a:cubicBezTo>
                    <a:pt x="25656" y="32988"/>
                    <a:pt x="28920" y="31253"/>
                    <a:pt x="31271" y="28628"/>
                  </a:cubicBezTo>
                  <a:cubicBezTo>
                    <a:pt x="33554" y="26094"/>
                    <a:pt x="35037" y="22876"/>
                    <a:pt x="35517" y="19498"/>
                  </a:cubicBezTo>
                  <a:cubicBezTo>
                    <a:pt x="36042" y="15960"/>
                    <a:pt x="35425" y="12331"/>
                    <a:pt x="33736" y="9181"/>
                  </a:cubicBezTo>
                  <a:cubicBezTo>
                    <a:pt x="32024" y="5940"/>
                    <a:pt x="29171" y="3520"/>
                    <a:pt x="25839" y="2059"/>
                  </a:cubicBezTo>
                  <a:cubicBezTo>
                    <a:pt x="22645" y="647"/>
                    <a:pt x="19120" y="0"/>
                    <a:pt x="156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4684475" y="3927800"/>
              <a:ext cx="575225" cy="578550"/>
            </a:xfrm>
            <a:custGeom>
              <a:avLst/>
              <a:gdLst/>
              <a:ahLst/>
              <a:cxnLst/>
              <a:rect l="l" t="t" r="r" b="b"/>
              <a:pathLst>
                <a:path w="23009" h="23142" extrusionOk="0">
                  <a:moveTo>
                    <a:pt x="8298" y="779"/>
                  </a:moveTo>
                  <a:cubicBezTo>
                    <a:pt x="9182" y="779"/>
                    <a:pt x="10067" y="877"/>
                    <a:pt x="10888" y="1001"/>
                  </a:cubicBezTo>
                  <a:cubicBezTo>
                    <a:pt x="15454" y="1732"/>
                    <a:pt x="19813" y="4402"/>
                    <a:pt x="21388" y="8921"/>
                  </a:cubicBezTo>
                  <a:cubicBezTo>
                    <a:pt x="22141" y="11021"/>
                    <a:pt x="22187" y="13304"/>
                    <a:pt x="21365" y="15381"/>
                  </a:cubicBezTo>
                  <a:cubicBezTo>
                    <a:pt x="20475" y="17618"/>
                    <a:pt x="18763" y="19535"/>
                    <a:pt x="16732" y="20791"/>
                  </a:cubicBezTo>
                  <a:cubicBezTo>
                    <a:pt x="15082" y="21810"/>
                    <a:pt x="13192" y="22393"/>
                    <a:pt x="11281" y="22393"/>
                  </a:cubicBezTo>
                  <a:cubicBezTo>
                    <a:pt x="10839" y="22393"/>
                    <a:pt x="10395" y="22361"/>
                    <a:pt x="9953" y="22297"/>
                  </a:cubicBezTo>
                  <a:cubicBezTo>
                    <a:pt x="7624" y="21955"/>
                    <a:pt x="5570" y="20722"/>
                    <a:pt x="4109" y="18896"/>
                  </a:cubicBezTo>
                  <a:cubicBezTo>
                    <a:pt x="2534" y="16887"/>
                    <a:pt x="1599" y="14331"/>
                    <a:pt x="1279" y="11820"/>
                  </a:cubicBezTo>
                  <a:cubicBezTo>
                    <a:pt x="937" y="9127"/>
                    <a:pt x="1302" y="6342"/>
                    <a:pt x="2603" y="3946"/>
                  </a:cubicBezTo>
                  <a:cubicBezTo>
                    <a:pt x="2671" y="3831"/>
                    <a:pt x="2671" y="3717"/>
                    <a:pt x="2626" y="3626"/>
                  </a:cubicBezTo>
                  <a:cubicBezTo>
                    <a:pt x="3014" y="3033"/>
                    <a:pt x="3447" y="2508"/>
                    <a:pt x="3995" y="2051"/>
                  </a:cubicBezTo>
                  <a:cubicBezTo>
                    <a:pt x="5201" y="1078"/>
                    <a:pt x="6749" y="779"/>
                    <a:pt x="8298" y="779"/>
                  </a:cubicBezTo>
                  <a:close/>
                  <a:moveTo>
                    <a:pt x="8312" y="0"/>
                  </a:moveTo>
                  <a:cubicBezTo>
                    <a:pt x="6754" y="0"/>
                    <a:pt x="5221" y="298"/>
                    <a:pt x="3972" y="1138"/>
                  </a:cubicBezTo>
                  <a:cubicBezTo>
                    <a:pt x="1850" y="2553"/>
                    <a:pt x="845" y="5087"/>
                    <a:pt x="571" y="7529"/>
                  </a:cubicBezTo>
                  <a:cubicBezTo>
                    <a:pt x="549" y="7598"/>
                    <a:pt x="571" y="7643"/>
                    <a:pt x="571" y="7689"/>
                  </a:cubicBezTo>
                  <a:cubicBezTo>
                    <a:pt x="1" y="11318"/>
                    <a:pt x="822" y="15221"/>
                    <a:pt x="2763" y="18280"/>
                  </a:cubicBezTo>
                  <a:cubicBezTo>
                    <a:pt x="4041" y="20311"/>
                    <a:pt x="5890" y="21932"/>
                    <a:pt x="8195" y="22662"/>
                  </a:cubicBezTo>
                  <a:cubicBezTo>
                    <a:pt x="9203" y="22986"/>
                    <a:pt x="10246" y="23141"/>
                    <a:pt x="11287" y="23141"/>
                  </a:cubicBezTo>
                  <a:cubicBezTo>
                    <a:pt x="12814" y="23141"/>
                    <a:pt x="14339" y="22807"/>
                    <a:pt x="15750" y="22183"/>
                  </a:cubicBezTo>
                  <a:cubicBezTo>
                    <a:pt x="18078" y="21133"/>
                    <a:pt x="20087" y="19307"/>
                    <a:pt x="21365" y="17093"/>
                  </a:cubicBezTo>
                  <a:cubicBezTo>
                    <a:pt x="22598" y="14970"/>
                    <a:pt x="23009" y="12528"/>
                    <a:pt x="22529" y="10131"/>
                  </a:cubicBezTo>
                  <a:cubicBezTo>
                    <a:pt x="21502" y="5110"/>
                    <a:pt x="17211" y="1686"/>
                    <a:pt x="12395" y="545"/>
                  </a:cubicBezTo>
                  <a:cubicBezTo>
                    <a:pt x="11140" y="242"/>
                    <a:pt x="9716" y="0"/>
                    <a:pt x="83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4832850" y="4094200"/>
              <a:ext cx="292175" cy="273000"/>
            </a:xfrm>
            <a:custGeom>
              <a:avLst/>
              <a:gdLst/>
              <a:ahLst/>
              <a:cxnLst/>
              <a:rect l="l" t="t" r="r" b="b"/>
              <a:pathLst>
                <a:path w="11687" h="10920" extrusionOk="0">
                  <a:moveTo>
                    <a:pt x="4301" y="761"/>
                  </a:moveTo>
                  <a:cubicBezTo>
                    <a:pt x="4948" y="761"/>
                    <a:pt x="5577" y="847"/>
                    <a:pt x="6072" y="964"/>
                  </a:cubicBezTo>
                  <a:cubicBezTo>
                    <a:pt x="8012" y="1444"/>
                    <a:pt x="9998" y="2768"/>
                    <a:pt x="10523" y="4822"/>
                  </a:cubicBezTo>
                  <a:cubicBezTo>
                    <a:pt x="11048" y="6876"/>
                    <a:pt x="9427" y="8588"/>
                    <a:pt x="7761" y="9501"/>
                  </a:cubicBezTo>
                  <a:cubicBezTo>
                    <a:pt x="6957" y="9928"/>
                    <a:pt x="6072" y="10174"/>
                    <a:pt x="5209" y="10174"/>
                  </a:cubicBezTo>
                  <a:cubicBezTo>
                    <a:pt x="4134" y="10174"/>
                    <a:pt x="3093" y="9793"/>
                    <a:pt x="2283" y="8908"/>
                  </a:cubicBezTo>
                  <a:cubicBezTo>
                    <a:pt x="594" y="7036"/>
                    <a:pt x="754" y="4365"/>
                    <a:pt x="1233" y="2060"/>
                  </a:cubicBezTo>
                  <a:cubicBezTo>
                    <a:pt x="1772" y="1072"/>
                    <a:pt x="3067" y="761"/>
                    <a:pt x="4301" y="761"/>
                  </a:cubicBezTo>
                  <a:close/>
                  <a:moveTo>
                    <a:pt x="4332" y="1"/>
                  </a:moveTo>
                  <a:cubicBezTo>
                    <a:pt x="3014" y="1"/>
                    <a:pt x="1677" y="328"/>
                    <a:pt x="891" y="1238"/>
                  </a:cubicBezTo>
                  <a:cubicBezTo>
                    <a:pt x="731" y="1261"/>
                    <a:pt x="594" y="1330"/>
                    <a:pt x="571" y="1512"/>
                  </a:cubicBezTo>
                  <a:cubicBezTo>
                    <a:pt x="548" y="1604"/>
                    <a:pt x="525" y="1695"/>
                    <a:pt x="503" y="1786"/>
                  </a:cubicBezTo>
                  <a:cubicBezTo>
                    <a:pt x="434" y="1946"/>
                    <a:pt x="366" y="2106"/>
                    <a:pt x="320" y="2288"/>
                  </a:cubicBezTo>
                  <a:cubicBezTo>
                    <a:pt x="274" y="2402"/>
                    <a:pt x="297" y="2517"/>
                    <a:pt x="366" y="2585"/>
                  </a:cubicBezTo>
                  <a:cubicBezTo>
                    <a:pt x="0" y="4822"/>
                    <a:pt x="23" y="7219"/>
                    <a:pt x="1461" y="9090"/>
                  </a:cubicBezTo>
                  <a:cubicBezTo>
                    <a:pt x="2434" y="10343"/>
                    <a:pt x="3806" y="10920"/>
                    <a:pt x="5239" y="10920"/>
                  </a:cubicBezTo>
                  <a:cubicBezTo>
                    <a:pt x="6027" y="10920"/>
                    <a:pt x="6833" y="10746"/>
                    <a:pt x="7601" y="10414"/>
                  </a:cubicBezTo>
                  <a:cubicBezTo>
                    <a:pt x="9655" y="9524"/>
                    <a:pt x="11687" y="7538"/>
                    <a:pt x="11367" y="5141"/>
                  </a:cubicBezTo>
                  <a:cubicBezTo>
                    <a:pt x="11048" y="2745"/>
                    <a:pt x="8902" y="1033"/>
                    <a:pt x="6734" y="348"/>
                  </a:cubicBezTo>
                  <a:cubicBezTo>
                    <a:pt x="6048" y="141"/>
                    <a:pt x="5194" y="1"/>
                    <a:pt x="43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4974375" y="4233575"/>
              <a:ext cx="575" cy="57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23" y="0"/>
                  </a:moveTo>
                  <a:cubicBezTo>
                    <a:pt x="23" y="23"/>
                    <a:pt x="0" y="23"/>
                    <a:pt x="0" y="23"/>
                  </a:cubicBezTo>
                  <a:cubicBezTo>
                    <a:pt x="23" y="23"/>
                    <a:pt x="23" y="23"/>
                    <a:pt x="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4977225" y="4222150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3" y="1"/>
                  </a:moveTo>
                  <a:cubicBezTo>
                    <a:pt x="0" y="1"/>
                    <a:pt x="0" y="1"/>
                    <a:pt x="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4915600" y="4190775"/>
              <a:ext cx="82750" cy="69875"/>
            </a:xfrm>
            <a:custGeom>
              <a:avLst/>
              <a:gdLst/>
              <a:ahLst/>
              <a:cxnLst/>
              <a:rect l="l" t="t" r="r" b="b"/>
              <a:pathLst>
                <a:path w="3310" h="2795" extrusionOk="0">
                  <a:moveTo>
                    <a:pt x="1643" y="753"/>
                  </a:moveTo>
                  <a:cubicBezTo>
                    <a:pt x="1666" y="776"/>
                    <a:pt x="1712" y="776"/>
                    <a:pt x="1735" y="776"/>
                  </a:cubicBezTo>
                  <a:cubicBezTo>
                    <a:pt x="1803" y="799"/>
                    <a:pt x="1849" y="822"/>
                    <a:pt x="1917" y="845"/>
                  </a:cubicBezTo>
                  <a:lnTo>
                    <a:pt x="1940" y="845"/>
                  </a:lnTo>
                  <a:cubicBezTo>
                    <a:pt x="1963" y="868"/>
                    <a:pt x="1986" y="890"/>
                    <a:pt x="2031" y="913"/>
                  </a:cubicBezTo>
                  <a:cubicBezTo>
                    <a:pt x="2077" y="936"/>
                    <a:pt x="2123" y="959"/>
                    <a:pt x="2146" y="982"/>
                  </a:cubicBezTo>
                  <a:cubicBezTo>
                    <a:pt x="2214" y="1005"/>
                    <a:pt x="2260" y="1050"/>
                    <a:pt x="2305" y="1073"/>
                  </a:cubicBezTo>
                  <a:cubicBezTo>
                    <a:pt x="2351" y="1096"/>
                    <a:pt x="2374" y="1119"/>
                    <a:pt x="2397" y="1141"/>
                  </a:cubicBezTo>
                  <a:cubicBezTo>
                    <a:pt x="2420" y="1164"/>
                    <a:pt x="2442" y="1187"/>
                    <a:pt x="2465" y="1210"/>
                  </a:cubicBezTo>
                  <a:cubicBezTo>
                    <a:pt x="2465" y="1233"/>
                    <a:pt x="2465" y="1233"/>
                    <a:pt x="2465" y="1233"/>
                  </a:cubicBezTo>
                  <a:cubicBezTo>
                    <a:pt x="2465" y="1256"/>
                    <a:pt x="2488" y="1278"/>
                    <a:pt x="2488" y="1278"/>
                  </a:cubicBezTo>
                  <a:cubicBezTo>
                    <a:pt x="2488" y="1284"/>
                    <a:pt x="2488" y="1290"/>
                    <a:pt x="2488" y="1301"/>
                  </a:cubicBezTo>
                  <a:cubicBezTo>
                    <a:pt x="2511" y="1324"/>
                    <a:pt x="2511" y="1347"/>
                    <a:pt x="2511" y="1347"/>
                  </a:cubicBezTo>
                  <a:cubicBezTo>
                    <a:pt x="2511" y="1370"/>
                    <a:pt x="2511" y="1393"/>
                    <a:pt x="2511" y="1393"/>
                  </a:cubicBezTo>
                  <a:cubicBezTo>
                    <a:pt x="2511" y="1415"/>
                    <a:pt x="2511" y="1438"/>
                    <a:pt x="2511" y="1438"/>
                  </a:cubicBezTo>
                  <a:cubicBezTo>
                    <a:pt x="2511" y="1438"/>
                    <a:pt x="2511" y="1438"/>
                    <a:pt x="2511" y="1461"/>
                  </a:cubicBezTo>
                  <a:cubicBezTo>
                    <a:pt x="2511" y="1484"/>
                    <a:pt x="2488" y="1507"/>
                    <a:pt x="2488" y="1530"/>
                  </a:cubicBezTo>
                  <a:cubicBezTo>
                    <a:pt x="2488" y="1535"/>
                    <a:pt x="2485" y="1544"/>
                    <a:pt x="2481" y="1553"/>
                  </a:cubicBezTo>
                  <a:lnTo>
                    <a:pt x="2481" y="1553"/>
                  </a:lnTo>
                  <a:cubicBezTo>
                    <a:pt x="2465" y="1557"/>
                    <a:pt x="2465" y="1578"/>
                    <a:pt x="2465" y="1598"/>
                  </a:cubicBezTo>
                  <a:cubicBezTo>
                    <a:pt x="2442" y="1644"/>
                    <a:pt x="2397" y="1689"/>
                    <a:pt x="2374" y="1712"/>
                  </a:cubicBezTo>
                  <a:cubicBezTo>
                    <a:pt x="2374" y="1735"/>
                    <a:pt x="2351" y="1735"/>
                    <a:pt x="2351" y="1735"/>
                  </a:cubicBezTo>
                  <a:cubicBezTo>
                    <a:pt x="2351" y="1758"/>
                    <a:pt x="2328" y="1758"/>
                    <a:pt x="2328" y="1781"/>
                  </a:cubicBezTo>
                  <a:cubicBezTo>
                    <a:pt x="2305" y="1803"/>
                    <a:pt x="2260" y="1826"/>
                    <a:pt x="2237" y="1872"/>
                  </a:cubicBezTo>
                  <a:cubicBezTo>
                    <a:pt x="2237" y="1872"/>
                    <a:pt x="2191" y="1895"/>
                    <a:pt x="2168" y="1918"/>
                  </a:cubicBezTo>
                  <a:cubicBezTo>
                    <a:pt x="2146" y="1940"/>
                    <a:pt x="2100" y="1940"/>
                    <a:pt x="2054" y="1963"/>
                  </a:cubicBezTo>
                  <a:cubicBezTo>
                    <a:pt x="2009" y="1986"/>
                    <a:pt x="1986" y="1986"/>
                    <a:pt x="1940" y="2009"/>
                  </a:cubicBezTo>
                  <a:cubicBezTo>
                    <a:pt x="1895" y="2009"/>
                    <a:pt x="1849" y="2032"/>
                    <a:pt x="1826" y="2032"/>
                  </a:cubicBezTo>
                  <a:lnTo>
                    <a:pt x="1780" y="2032"/>
                  </a:lnTo>
                  <a:cubicBezTo>
                    <a:pt x="1758" y="2032"/>
                    <a:pt x="1735" y="2032"/>
                    <a:pt x="1712" y="2055"/>
                  </a:cubicBezTo>
                  <a:cubicBezTo>
                    <a:pt x="1666" y="2055"/>
                    <a:pt x="1621" y="2055"/>
                    <a:pt x="1575" y="2032"/>
                  </a:cubicBezTo>
                  <a:lnTo>
                    <a:pt x="1461" y="2032"/>
                  </a:lnTo>
                  <a:cubicBezTo>
                    <a:pt x="1415" y="2009"/>
                    <a:pt x="1370" y="2009"/>
                    <a:pt x="1324" y="1986"/>
                  </a:cubicBezTo>
                  <a:cubicBezTo>
                    <a:pt x="1324" y="1986"/>
                    <a:pt x="1301" y="1963"/>
                    <a:pt x="1278" y="1963"/>
                  </a:cubicBezTo>
                  <a:lnTo>
                    <a:pt x="1255" y="1963"/>
                  </a:lnTo>
                  <a:cubicBezTo>
                    <a:pt x="1210" y="1940"/>
                    <a:pt x="1164" y="1895"/>
                    <a:pt x="1118" y="1872"/>
                  </a:cubicBezTo>
                  <a:cubicBezTo>
                    <a:pt x="1096" y="1849"/>
                    <a:pt x="1073" y="1826"/>
                    <a:pt x="1073" y="1803"/>
                  </a:cubicBezTo>
                  <a:cubicBezTo>
                    <a:pt x="1050" y="1803"/>
                    <a:pt x="1027" y="1781"/>
                    <a:pt x="1027" y="1758"/>
                  </a:cubicBezTo>
                  <a:cubicBezTo>
                    <a:pt x="1004" y="1758"/>
                    <a:pt x="1004" y="1758"/>
                    <a:pt x="1004" y="1735"/>
                  </a:cubicBezTo>
                  <a:cubicBezTo>
                    <a:pt x="982" y="1689"/>
                    <a:pt x="959" y="1644"/>
                    <a:pt x="936" y="1598"/>
                  </a:cubicBezTo>
                  <a:cubicBezTo>
                    <a:pt x="913" y="1575"/>
                    <a:pt x="913" y="1552"/>
                    <a:pt x="890" y="1507"/>
                  </a:cubicBezTo>
                  <a:cubicBezTo>
                    <a:pt x="890" y="1484"/>
                    <a:pt x="890" y="1461"/>
                    <a:pt x="890" y="1438"/>
                  </a:cubicBezTo>
                  <a:lnTo>
                    <a:pt x="867" y="1438"/>
                  </a:lnTo>
                  <a:lnTo>
                    <a:pt x="867" y="1415"/>
                  </a:lnTo>
                  <a:cubicBezTo>
                    <a:pt x="867" y="1370"/>
                    <a:pt x="867" y="1324"/>
                    <a:pt x="867" y="1278"/>
                  </a:cubicBezTo>
                  <a:cubicBezTo>
                    <a:pt x="867" y="1278"/>
                    <a:pt x="867" y="1278"/>
                    <a:pt x="867" y="1256"/>
                  </a:cubicBezTo>
                  <a:cubicBezTo>
                    <a:pt x="867" y="1233"/>
                    <a:pt x="890" y="1187"/>
                    <a:pt x="890" y="1187"/>
                  </a:cubicBezTo>
                  <a:cubicBezTo>
                    <a:pt x="890" y="1164"/>
                    <a:pt x="890" y="1164"/>
                    <a:pt x="890" y="1164"/>
                  </a:cubicBezTo>
                  <a:cubicBezTo>
                    <a:pt x="982" y="1141"/>
                    <a:pt x="1073" y="1073"/>
                    <a:pt x="1118" y="982"/>
                  </a:cubicBezTo>
                  <a:cubicBezTo>
                    <a:pt x="1118" y="959"/>
                    <a:pt x="1141" y="936"/>
                    <a:pt x="1141" y="913"/>
                  </a:cubicBezTo>
                  <a:lnTo>
                    <a:pt x="1164" y="913"/>
                  </a:lnTo>
                  <a:cubicBezTo>
                    <a:pt x="1164" y="913"/>
                    <a:pt x="1187" y="890"/>
                    <a:pt x="1187" y="868"/>
                  </a:cubicBezTo>
                  <a:cubicBezTo>
                    <a:pt x="1210" y="868"/>
                    <a:pt x="1233" y="845"/>
                    <a:pt x="1233" y="845"/>
                  </a:cubicBezTo>
                  <a:cubicBezTo>
                    <a:pt x="1255" y="845"/>
                    <a:pt x="1255" y="822"/>
                    <a:pt x="1255" y="822"/>
                  </a:cubicBezTo>
                  <a:cubicBezTo>
                    <a:pt x="1278" y="822"/>
                    <a:pt x="1301" y="799"/>
                    <a:pt x="1324" y="799"/>
                  </a:cubicBezTo>
                  <a:cubicBezTo>
                    <a:pt x="1370" y="799"/>
                    <a:pt x="1392" y="776"/>
                    <a:pt x="1438" y="776"/>
                  </a:cubicBezTo>
                  <a:cubicBezTo>
                    <a:pt x="1438" y="753"/>
                    <a:pt x="1461" y="753"/>
                    <a:pt x="1461" y="753"/>
                  </a:cubicBezTo>
                  <a:close/>
                  <a:moveTo>
                    <a:pt x="1519" y="0"/>
                  </a:moveTo>
                  <a:cubicBezTo>
                    <a:pt x="1432" y="0"/>
                    <a:pt x="1344" y="7"/>
                    <a:pt x="1255" y="23"/>
                  </a:cubicBezTo>
                  <a:cubicBezTo>
                    <a:pt x="1004" y="69"/>
                    <a:pt x="776" y="206"/>
                    <a:pt x="593" y="411"/>
                  </a:cubicBezTo>
                  <a:cubicBezTo>
                    <a:pt x="502" y="434"/>
                    <a:pt x="411" y="480"/>
                    <a:pt x="342" y="571"/>
                  </a:cubicBezTo>
                  <a:cubicBezTo>
                    <a:pt x="0" y="1027"/>
                    <a:pt x="46" y="1735"/>
                    <a:pt x="388" y="2169"/>
                  </a:cubicBezTo>
                  <a:cubicBezTo>
                    <a:pt x="684" y="2594"/>
                    <a:pt x="1175" y="2795"/>
                    <a:pt x="1678" y="2795"/>
                  </a:cubicBezTo>
                  <a:cubicBezTo>
                    <a:pt x="1796" y="2795"/>
                    <a:pt x="1915" y="2784"/>
                    <a:pt x="2031" y="2762"/>
                  </a:cubicBezTo>
                  <a:cubicBezTo>
                    <a:pt x="2579" y="2671"/>
                    <a:pt x="3104" y="2237"/>
                    <a:pt x="3241" y="1689"/>
                  </a:cubicBezTo>
                  <a:cubicBezTo>
                    <a:pt x="3310" y="1393"/>
                    <a:pt x="3264" y="1073"/>
                    <a:pt x="3104" y="822"/>
                  </a:cubicBezTo>
                  <a:cubicBezTo>
                    <a:pt x="2922" y="548"/>
                    <a:pt x="2625" y="343"/>
                    <a:pt x="2351" y="206"/>
                  </a:cubicBezTo>
                  <a:cubicBezTo>
                    <a:pt x="2087" y="83"/>
                    <a:pt x="1810" y="0"/>
                    <a:pt x="15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/>
          <p:nvPr/>
        </p:nvSpPr>
        <p:spPr>
          <a:xfrm flipH="1">
            <a:off x="2819875" y="-30100"/>
            <a:ext cx="6362600" cy="1372375"/>
          </a:xfrm>
          <a:custGeom>
            <a:avLst/>
            <a:gdLst/>
            <a:ahLst/>
            <a:cxnLst/>
            <a:rect l="l" t="t" r="r" b="b"/>
            <a:pathLst>
              <a:path w="254504" h="54895" extrusionOk="0">
                <a:moveTo>
                  <a:pt x="254503" y="0"/>
                </a:moveTo>
                <a:cubicBezTo>
                  <a:pt x="254503" y="0"/>
                  <a:pt x="244837" y="54895"/>
                  <a:pt x="153954" y="52159"/>
                </a:cubicBezTo>
                <a:cubicBezTo>
                  <a:pt x="75898" y="49788"/>
                  <a:pt x="63922" y="14529"/>
                  <a:pt x="821" y="32280"/>
                </a:cubicBezTo>
                <a:lnTo>
                  <a:pt x="0" y="517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7"/>
          <p:cNvSpPr/>
          <p:nvPr/>
        </p:nvSpPr>
        <p:spPr>
          <a:xfrm rot="-9974670" flipH="1">
            <a:off x="-589236" y="3912604"/>
            <a:ext cx="4845471" cy="1754573"/>
          </a:xfrm>
          <a:custGeom>
            <a:avLst/>
            <a:gdLst/>
            <a:ahLst/>
            <a:cxnLst/>
            <a:rect l="l" t="t" r="r" b="b"/>
            <a:pathLst>
              <a:path w="346512" h="125474" extrusionOk="0">
                <a:moveTo>
                  <a:pt x="346511" y="73862"/>
                </a:moveTo>
                <a:cubicBezTo>
                  <a:pt x="346511" y="73862"/>
                  <a:pt x="320918" y="125474"/>
                  <a:pt x="263166" y="120945"/>
                </a:cubicBezTo>
                <a:cubicBezTo>
                  <a:pt x="186478" y="114927"/>
                  <a:pt x="187420" y="74318"/>
                  <a:pt x="126751" y="59911"/>
                </a:cubicBezTo>
                <a:cubicBezTo>
                  <a:pt x="53284" y="42494"/>
                  <a:pt x="0" y="114987"/>
                  <a:pt x="0" y="114987"/>
                </a:cubicBezTo>
                <a:lnTo>
                  <a:pt x="26779" y="1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7"/>
          <p:cNvSpPr txBox="1">
            <a:spLocks noGrp="1"/>
          </p:cNvSpPr>
          <p:nvPr>
            <p:ph type="subTitle" idx="1"/>
          </p:nvPr>
        </p:nvSpPr>
        <p:spPr>
          <a:xfrm>
            <a:off x="893281" y="1855175"/>
            <a:ext cx="3349800" cy="86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7"/>
          <p:cNvSpPr txBox="1">
            <a:spLocks noGrp="1"/>
          </p:cNvSpPr>
          <p:nvPr>
            <p:ph type="subTitle" idx="2"/>
          </p:nvPr>
        </p:nvSpPr>
        <p:spPr>
          <a:xfrm>
            <a:off x="893281" y="2891500"/>
            <a:ext cx="3349800" cy="2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7"/>
          <p:cNvSpPr txBox="1">
            <a:spLocks noGrp="1"/>
          </p:cNvSpPr>
          <p:nvPr>
            <p:ph type="subTitle" idx="3"/>
          </p:nvPr>
        </p:nvSpPr>
        <p:spPr>
          <a:xfrm>
            <a:off x="893281" y="3165226"/>
            <a:ext cx="3349800" cy="7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64" name="Google Shape;264;p7"/>
          <p:cNvGrpSpPr/>
          <p:nvPr/>
        </p:nvGrpSpPr>
        <p:grpSpPr>
          <a:xfrm>
            <a:off x="-105925" y="4040213"/>
            <a:ext cx="999200" cy="990975"/>
            <a:chOff x="3102700" y="494350"/>
            <a:chExt cx="999200" cy="990975"/>
          </a:xfrm>
        </p:grpSpPr>
        <p:sp>
          <p:nvSpPr>
            <p:cNvPr id="265" name="Google Shape;265;p7"/>
            <p:cNvSpPr/>
            <p:nvPr/>
          </p:nvSpPr>
          <p:spPr>
            <a:xfrm>
              <a:off x="3363475" y="639725"/>
              <a:ext cx="70200" cy="69650"/>
            </a:xfrm>
            <a:custGeom>
              <a:avLst/>
              <a:gdLst/>
              <a:ahLst/>
              <a:cxnLst/>
              <a:rect l="l" t="t" r="r" b="b"/>
              <a:pathLst>
                <a:path w="2808" h="2786" extrusionOk="0">
                  <a:moveTo>
                    <a:pt x="1530" y="1"/>
                  </a:moveTo>
                  <a:cubicBezTo>
                    <a:pt x="1432" y="1"/>
                    <a:pt x="1335" y="12"/>
                    <a:pt x="1233" y="46"/>
                  </a:cubicBezTo>
                  <a:cubicBezTo>
                    <a:pt x="1027" y="92"/>
                    <a:pt x="845" y="206"/>
                    <a:pt x="685" y="366"/>
                  </a:cubicBezTo>
                  <a:cubicBezTo>
                    <a:pt x="639" y="366"/>
                    <a:pt x="616" y="389"/>
                    <a:pt x="594" y="411"/>
                  </a:cubicBezTo>
                  <a:cubicBezTo>
                    <a:pt x="411" y="526"/>
                    <a:pt x="274" y="640"/>
                    <a:pt x="183" y="822"/>
                  </a:cubicBezTo>
                  <a:cubicBezTo>
                    <a:pt x="69" y="1005"/>
                    <a:pt x="46" y="1188"/>
                    <a:pt x="23" y="1393"/>
                  </a:cubicBezTo>
                  <a:cubicBezTo>
                    <a:pt x="0" y="1530"/>
                    <a:pt x="23" y="1667"/>
                    <a:pt x="46" y="1804"/>
                  </a:cubicBezTo>
                  <a:cubicBezTo>
                    <a:pt x="69" y="1895"/>
                    <a:pt x="114" y="1986"/>
                    <a:pt x="160" y="2078"/>
                  </a:cubicBezTo>
                  <a:cubicBezTo>
                    <a:pt x="183" y="2123"/>
                    <a:pt x="206" y="2169"/>
                    <a:pt x="228" y="2192"/>
                  </a:cubicBezTo>
                  <a:cubicBezTo>
                    <a:pt x="343" y="2374"/>
                    <a:pt x="480" y="2511"/>
                    <a:pt x="662" y="2603"/>
                  </a:cubicBezTo>
                  <a:cubicBezTo>
                    <a:pt x="868" y="2717"/>
                    <a:pt x="1027" y="2762"/>
                    <a:pt x="1256" y="2785"/>
                  </a:cubicBezTo>
                  <a:cubicBezTo>
                    <a:pt x="1415" y="2785"/>
                    <a:pt x="1575" y="2762"/>
                    <a:pt x="1712" y="2740"/>
                  </a:cubicBezTo>
                  <a:cubicBezTo>
                    <a:pt x="1872" y="2694"/>
                    <a:pt x="2009" y="2648"/>
                    <a:pt x="2146" y="2557"/>
                  </a:cubicBezTo>
                  <a:cubicBezTo>
                    <a:pt x="2306" y="2443"/>
                    <a:pt x="2420" y="2329"/>
                    <a:pt x="2557" y="2169"/>
                  </a:cubicBezTo>
                  <a:cubicBezTo>
                    <a:pt x="2625" y="2055"/>
                    <a:pt x="2694" y="1918"/>
                    <a:pt x="2716" y="1781"/>
                  </a:cubicBezTo>
                  <a:cubicBezTo>
                    <a:pt x="2808" y="1530"/>
                    <a:pt x="2808" y="1210"/>
                    <a:pt x="2739" y="959"/>
                  </a:cubicBezTo>
                  <a:cubicBezTo>
                    <a:pt x="2716" y="822"/>
                    <a:pt x="2671" y="685"/>
                    <a:pt x="2602" y="594"/>
                  </a:cubicBezTo>
                  <a:cubicBezTo>
                    <a:pt x="2488" y="411"/>
                    <a:pt x="2374" y="297"/>
                    <a:pt x="2191" y="183"/>
                  </a:cubicBezTo>
                  <a:cubicBezTo>
                    <a:pt x="2169" y="160"/>
                    <a:pt x="2123" y="138"/>
                    <a:pt x="2100" y="115"/>
                  </a:cubicBezTo>
                  <a:cubicBezTo>
                    <a:pt x="2009" y="92"/>
                    <a:pt x="1918" y="46"/>
                    <a:pt x="1826" y="23"/>
                  </a:cubicBezTo>
                  <a:cubicBezTo>
                    <a:pt x="1724" y="12"/>
                    <a:pt x="1627" y="1"/>
                    <a:pt x="15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3252775" y="766400"/>
              <a:ext cx="62775" cy="62225"/>
            </a:xfrm>
            <a:custGeom>
              <a:avLst/>
              <a:gdLst/>
              <a:ahLst/>
              <a:cxnLst/>
              <a:rect l="l" t="t" r="r" b="b"/>
              <a:pathLst>
                <a:path w="2511" h="2489" extrusionOk="0">
                  <a:moveTo>
                    <a:pt x="1301" y="1"/>
                  </a:moveTo>
                  <a:cubicBezTo>
                    <a:pt x="1164" y="1"/>
                    <a:pt x="1050" y="24"/>
                    <a:pt x="913" y="46"/>
                  </a:cubicBezTo>
                  <a:cubicBezTo>
                    <a:pt x="822" y="69"/>
                    <a:pt x="731" y="115"/>
                    <a:pt x="639" y="206"/>
                  </a:cubicBezTo>
                  <a:cubicBezTo>
                    <a:pt x="548" y="229"/>
                    <a:pt x="457" y="275"/>
                    <a:pt x="388" y="343"/>
                  </a:cubicBezTo>
                  <a:cubicBezTo>
                    <a:pt x="342" y="389"/>
                    <a:pt x="320" y="435"/>
                    <a:pt x="274" y="480"/>
                  </a:cubicBezTo>
                  <a:cubicBezTo>
                    <a:pt x="251" y="526"/>
                    <a:pt x="206" y="549"/>
                    <a:pt x="183" y="594"/>
                  </a:cubicBezTo>
                  <a:cubicBezTo>
                    <a:pt x="137" y="686"/>
                    <a:pt x="114" y="754"/>
                    <a:pt x="91" y="823"/>
                  </a:cubicBezTo>
                  <a:cubicBezTo>
                    <a:pt x="69" y="845"/>
                    <a:pt x="69" y="891"/>
                    <a:pt x="69" y="914"/>
                  </a:cubicBezTo>
                  <a:cubicBezTo>
                    <a:pt x="0" y="1119"/>
                    <a:pt x="23" y="1348"/>
                    <a:pt x="69" y="1576"/>
                  </a:cubicBezTo>
                  <a:cubicBezTo>
                    <a:pt x="91" y="1667"/>
                    <a:pt x="137" y="1781"/>
                    <a:pt x="183" y="1873"/>
                  </a:cubicBezTo>
                  <a:cubicBezTo>
                    <a:pt x="228" y="1964"/>
                    <a:pt x="297" y="2055"/>
                    <a:pt x="388" y="2124"/>
                  </a:cubicBezTo>
                  <a:cubicBezTo>
                    <a:pt x="388" y="2146"/>
                    <a:pt x="411" y="2169"/>
                    <a:pt x="434" y="2192"/>
                  </a:cubicBezTo>
                  <a:cubicBezTo>
                    <a:pt x="502" y="2238"/>
                    <a:pt x="571" y="2283"/>
                    <a:pt x="639" y="2329"/>
                  </a:cubicBezTo>
                  <a:cubicBezTo>
                    <a:pt x="708" y="2375"/>
                    <a:pt x="776" y="2397"/>
                    <a:pt x="867" y="2420"/>
                  </a:cubicBezTo>
                  <a:cubicBezTo>
                    <a:pt x="890" y="2443"/>
                    <a:pt x="913" y="2443"/>
                    <a:pt x="936" y="2443"/>
                  </a:cubicBezTo>
                  <a:cubicBezTo>
                    <a:pt x="1050" y="2466"/>
                    <a:pt x="1164" y="2489"/>
                    <a:pt x="1278" y="2489"/>
                  </a:cubicBezTo>
                  <a:cubicBezTo>
                    <a:pt x="1392" y="2466"/>
                    <a:pt x="1507" y="2466"/>
                    <a:pt x="1598" y="2420"/>
                  </a:cubicBezTo>
                  <a:cubicBezTo>
                    <a:pt x="1712" y="2397"/>
                    <a:pt x="1826" y="2352"/>
                    <a:pt x="1917" y="2283"/>
                  </a:cubicBezTo>
                  <a:cubicBezTo>
                    <a:pt x="2009" y="2215"/>
                    <a:pt x="2100" y="2146"/>
                    <a:pt x="2169" y="2078"/>
                  </a:cubicBezTo>
                  <a:cubicBezTo>
                    <a:pt x="2237" y="1987"/>
                    <a:pt x="2305" y="1895"/>
                    <a:pt x="2351" y="1804"/>
                  </a:cubicBezTo>
                  <a:cubicBezTo>
                    <a:pt x="2397" y="1736"/>
                    <a:pt x="2420" y="1667"/>
                    <a:pt x="2442" y="1576"/>
                  </a:cubicBezTo>
                  <a:cubicBezTo>
                    <a:pt x="2465" y="1530"/>
                    <a:pt x="2465" y="1462"/>
                    <a:pt x="2488" y="1416"/>
                  </a:cubicBezTo>
                  <a:cubicBezTo>
                    <a:pt x="2511" y="1256"/>
                    <a:pt x="2488" y="1119"/>
                    <a:pt x="2465" y="982"/>
                  </a:cubicBezTo>
                  <a:cubicBezTo>
                    <a:pt x="2465" y="937"/>
                    <a:pt x="2442" y="914"/>
                    <a:pt x="2442" y="891"/>
                  </a:cubicBezTo>
                  <a:cubicBezTo>
                    <a:pt x="2397" y="800"/>
                    <a:pt x="2374" y="731"/>
                    <a:pt x="2328" y="640"/>
                  </a:cubicBezTo>
                  <a:cubicBezTo>
                    <a:pt x="2283" y="571"/>
                    <a:pt x="2237" y="503"/>
                    <a:pt x="2169" y="435"/>
                  </a:cubicBezTo>
                  <a:cubicBezTo>
                    <a:pt x="2146" y="412"/>
                    <a:pt x="2123" y="389"/>
                    <a:pt x="2100" y="366"/>
                  </a:cubicBezTo>
                  <a:cubicBezTo>
                    <a:pt x="2032" y="298"/>
                    <a:pt x="1963" y="252"/>
                    <a:pt x="1895" y="206"/>
                  </a:cubicBezTo>
                  <a:cubicBezTo>
                    <a:pt x="1872" y="183"/>
                    <a:pt x="1849" y="161"/>
                    <a:pt x="1803" y="161"/>
                  </a:cubicBezTo>
                  <a:cubicBezTo>
                    <a:pt x="1735" y="115"/>
                    <a:pt x="1644" y="69"/>
                    <a:pt x="1575" y="46"/>
                  </a:cubicBezTo>
                  <a:cubicBezTo>
                    <a:pt x="1484" y="24"/>
                    <a:pt x="1392" y="24"/>
                    <a:pt x="13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3244200" y="916975"/>
              <a:ext cx="41125" cy="53175"/>
            </a:xfrm>
            <a:custGeom>
              <a:avLst/>
              <a:gdLst/>
              <a:ahLst/>
              <a:cxnLst/>
              <a:rect l="l" t="t" r="r" b="b"/>
              <a:pathLst>
                <a:path w="1645" h="2127" extrusionOk="0">
                  <a:moveTo>
                    <a:pt x="901" y="0"/>
                  </a:moveTo>
                  <a:cubicBezTo>
                    <a:pt x="883" y="0"/>
                    <a:pt x="864" y="1"/>
                    <a:pt x="845" y="4"/>
                  </a:cubicBezTo>
                  <a:cubicBezTo>
                    <a:pt x="777" y="4"/>
                    <a:pt x="708" y="27"/>
                    <a:pt x="640" y="27"/>
                  </a:cubicBezTo>
                  <a:cubicBezTo>
                    <a:pt x="526" y="49"/>
                    <a:pt x="434" y="118"/>
                    <a:pt x="343" y="209"/>
                  </a:cubicBezTo>
                  <a:cubicBezTo>
                    <a:pt x="206" y="323"/>
                    <a:pt x="115" y="506"/>
                    <a:pt x="46" y="688"/>
                  </a:cubicBezTo>
                  <a:cubicBezTo>
                    <a:pt x="24" y="780"/>
                    <a:pt x="1" y="894"/>
                    <a:pt x="1" y="962"/>
                  </a:cubicBezTo>
                  <a:cubicBezTo>
                    <a:pt x="1" y="1008"/>
                    <a:pt x="1" y="1031"/>
                    <a:pt x="1" y="1054"/>
                  </a:cubicBezTo>
                  <a:cubicBezTo>
                    <a:pt x="1" y="1054"/>
                    <a:pt x="1" y="1076"/>
                    <a:pt x="1" y="1076"/>
                  </a:cubicBezTo>
                  <a:cubicBezTo>
                    <a:pt x="1" y="1099"/>
                    <a:pt x="1" y="1145"/>
                    <a:pt x="1" y="1168"/>
                  </a:cubicBezTo>
                  <a:cubicBezTo>
                    <a:pt x="1" y="1259"/>
                    <a:pt x="24" y="1350"/>
                    <a:pt x="46" y="1442"/>
                  </a:cubicBezTo>
                  <a:cubicBezTo>
                    <a:pt x="69" y="1487"/>
                    <a:pt x="115" y="1533"/>
                    <a:pt x="138" y="1579"/>
                  </a:cubicBezTo>
                  <a:cubicBezTo>
                    <a:pt x="138" y="1601"/>
                    <a:pt x="138" y="1624"/>
                    <a:pt x="160" y="1624"/>
                  </a:cubicBezTo>
                  <a:cubicBezTo>
                    <a:pt x="252" y="1784"/>
                    <a:pt x="389" y="1944"/>
                    <a:pt x="549" y="2035"/>
                  </a:cubicBezTo>
                  <a:cubicBezTo>
                    <a:pt x="663" y="2104"/>
                    <a:pt x="777" y="2126"/>
                    <a:pt x="914" y="2126"/>
                  </a:cubicBezTo>
                  <a:cubicBezTo>
                    <a:pt x="1005" y="2126"/>
                    <a:pt x="1096" y="2104"/>
                    <a:pt x="1165" y="2058"/>
                  </a:cubicBezTo>
                  <a:cubicBezTo>
                    <a:pt x="1256" y="2035"/>
                    <a:pt x="1347" y="1990"/>
                    <a:pt x="1393" y="1921"/>
                  </a:cubicBezTo>
                  <a:cubicBezTo>
                    <a:pt x="1484" y="1830"/>
                    <a:pt x="1553" y="1738"/>
                    <a:pt x="1576" y="1624"/>
                  </a:cubicBezTo>
                  <a:cubicBezTo>
                    <a:pt x="1621" y="1510"/>
                    <a:pt x="1621" y="1373"/>
                    <a:pt x="1644" y="1282"/>
                  </a:cubicBezTo>
                  <a:cubicBezTo>
                    <a:pt x="1644" y="1168"/>
                    <a:pt x="1621" y="1031"/>
                    <a:pt x="1598" y="917"/>
                  </a:cubicBezTo>
                  <a:cubicBezTo>
                    <a:pt x="1598" y="848"/>
                    <a:pt x="1553" y="780"/>
                    <a:pt x="1530" y="711"/>
                  </a:cubicBezTo>
                  <a:cubicBezTo>
                    <a:pt x="1530" y="711"/>
                    <a:pt x="1530" y="711"/>
                    <a:pt x="1530" y="688"/>
                  </a:cubicBezTo>
                  <a:cubicBezTo>
                    <a:pt x="1530" y="597"/>
                    <a:pt x="1507" y="506"/>
                    <a:pt x="1462" y="437"/>
                  </a:cubicBezTo>
                  <a:cubicBezTo>
                    <a:pt x="1439" y="346"/>
                    <a:pt x="1393" y="278"/>
                    <a:pt x="1325" y="209"/>
                  </a:cubicBezTo>
                  <a:cubicBezTo>
                    <a:pt x="1202" y="86"/>
                    <a:pt x="1061" y="0"/>
                    <a:pt x="9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3302975" y="1072850"/>
              <a:ext cx="55950" cy="61775"/>
            </a:xfrm>
            <a:custGeom>
              <a:avLst/>
              <a:gdLst/>
              <a:ahLst/>
              <a:cxnLst/>
              <a:rect l="l" t="t" r="r" b="b"/>
              <a:pathLst>
                <a:path w="2238" h="2471" extrusionOk="0">
                  <a:moveTo>
                    <a:pt x="959" y="0"/>
                  </a:moveTo>
                  <a:cubicBezTo>
                    <a:pt x="777" y="23"/>
                    <a:pt x="594" y="68"/>
                    <a:pt x="457" y="205"/>
                  </a:cubicBezTo>
                  <a:cubicBezTo>
                    <a:pt x="389" y="297"/>
                    <a:pt x="320" y="388"/>
                    <a:pt x="252" y="479"/>
                  </a:cubicBezTo>
                  <a:cubicBezTo>
                    <a:pt x="183" y="571"/>
                    <a:pt x="138" y="685"/>
                    <a:pt x="92" y="799"/>
                  </a:cubicBezTo>
                  <a:cubicBezTo>
                    <a:pt x="69" y="845"/>
                    <a:pt x="69" y="890"/>
                    <a:pt x="46" y="959"/>
                  </a:cubicBezTo>
                  <a:cubicBezTo>
                    <a:pt x="24" y="1073"/>
                    <a:pt x="1" y="1187"/>
                    <a:pt x="24" y="1324"/>
                  </a:cubicBezTo>
                  <a:cubicBezTo>
                    <a:pt x="46" y="1529"/>
                    <a:pt x="92" y="1758"/>
                    <a:pt x="229" y="1940"/>
                  </a:cubicBezTo>
                  <a:cubicBezTo>
                    <a:pt x="275" y="2009"/>
                    <a:pt x="343" y="2100"/>
                    <a:pt x="434" y="2168"/>
                  </a:cubicBezTo>
                  <a:cubicBezTo>
                    <a:pt x="571" y="2283"/>
                    <a:pt x="663" y="2351"/>
                    <a:pt x="845" y="2419"/>
                  </a:cubicBezTo>
                  <a:cubicBezTo>
                    <a:pt x="948" y="2454"/>
                    <a:pt x="1062" y="2471"/>
                    <a:pt x="1173" y="2471"/>
                  </a:cubicBezTo>
                  <a:cubicBezTo>
                    <a:pt x="1285" y="2471"/>
                    <a:pt x="1393" y="2454"/>
                    <a:pt x="1484" y="2419"/>
                  </a:cubicBezTo>
                  <a:cubicBezTo>
                    <a:pt x="1667" y="2351"/>
                    <a:pt x="1758" y="2305"/>
                    <a:pt x="1895" y="2168"/>
                  </a:cubicBezTo>
                  <a:cubicBezTo>
                    <a:pt x="1987" y="2100"/>
                    <a:pt x="2055" y="2009"/>
                    <a:pt x="2101" y="1917"/>
                  </a:cubicBezTo>
                  <a:cubicBezTo>
                    <a:pt x="2146" y="1826"/>
                    <a:pt x="2192" y="1735"/>
                    <a:pt x="2215" y="1643"/>
                  </a:cubicBezTo>
                  <a:cubicBezTo>
                    <a:pt x="2238" y="1575"/>
                    <a:pt x="2238" y="1461"/>
                    <a:pt x="2238" y="1392"/>
                  </a:cubicBezTo>
                  <a:cubicBezTo>
                    <a:pt x="2238" y="1301"/>
                    <a:pt x="2238" y="1210"/>
                    <a:pt x="2215" y="1141"/>
                  </a:cubicBezTo>
                  <a:cubicBezTo>
                    <a:pt x="2123" y="913"/>
                    <a:pt x="1964" y="685"/>
                    <a:pt x="1758" y="571"/>
                  </a:cubicBezTo>
                  <a:cubicBezTo>
                    <a:pt x="1713" y="548"/>
                    <a:pt x="1667" y="548"/>
                    <a:pt x="1621" y="525"/>
                  </a:cubicBezTo>
                  <a:cubicBezTo>
                    <a:pt x="1598" y="411"/>
                    <a:pt x="1530" y="297"/>
                    <a:pt x="1439" y="205"/>
                  </a:cubicBezTo>
                  <a:cubicBezTo>
                    <a:pt x="1325" y="91"/>
                    <a:pt x="1142" y="0"/>
                    <a:pt x="9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3420525" y="1243525"/>
              <a:ext cx="57675" cy="69800"/>
            </a:xfrm>
            <a:custGeom>
              <a:avLst/>
              <a:gdLst/>
              <a:ahLst/>
              <a:cxnLst/>
              <a:rect l="l" t="t" r="r" b="b"/>
              <a:pathLst>
                <a:path w="2307" h="2792" extrusionOk="0">
                  <a:moveTo>
                    <a:pt x="1090" y="0"/>
                  </a:moveTo>
                  <a:cubicBezTo>
                    <a:pt x="987" y="0"/>
                    <a:pt x="886" y="23"/>
                    <a:pt x="800" y="66"/>
                  </a:cubicBezTo>
                  <a:cubicBezTo>
                    <a:pt x="708" y="89"/>
                    <a:pt x="640" y="135"/>
                    <a:pt x="571" y="203"/>
                  </a:cubicBezTo>
                  <a:cubicBezTo>
                    <a:pt x="480" y="294"/>
                    <a:pt x="434" y="386"/>
                    <a:pt x="389" y="500"/>
                  </a:cubicBezTo>
                  <a:cubicBezTo>
                    <a:pt x="320" y="683"/>
                    <a:pt x="252" y="865"/>
                    <a:pt x="183" y="1048"/>
                  </a:cubicBezTo>
                  <a:cubicBezTo>
                    <a:pt x="183" y="1093"/>
                    <a:pt x="161" y="1116"/>
                    <a:pt x="161" y="1162"/>
                  </a:cubicBezTo>
                  <a:cubicBezTo>
                    <a:pt x="115" y="1230"/>
                    <a:pt x="69" y="1322"/>
                    <a:pt x="46" y="1413"/>
                  </a:cubicBezTo>
                  <a:cubicBezTo>
                    <a:pt x="24" y="1504"/>
                    <a:pt x="1" y="1618"/>
                    <a:pt x="24" y="1710"/>
                  </a:cubicBezTo>
                  <a:cubicBezTo>
                    <a:pt x="24" y="1915"/>
                    <a:pt x="92" y="2098"/>
                    <a:pt x="206" y="2257"/>
                  </a:cubicBezTo>
                  <a:cubicBezTo>
                    <a:pt x="320" y="2440"/>
                    <a:pt x="434" y="2577"/>
                    <a:pt x="617" y="2668"/>
                  </a:cubicBezTo>
                  <a:cubicBezTo>
                    <a:pt x="788" y="2746"/>
                    <a:pt x="958" y="2792"/>
                    <a:pt x="1136" y="2792"/>
                  </a:cubicBezTo>
                  <a:cubicBezTo>
                    <a:pt x="1220" y="2792"/>
                    <a:pt x="1305" y="2782"/>
                    <a:pt x="1393" y="2760"/>
                  </a:cubicBezTo>
                  <a:cubicBezTo>
                    <a:pt x="1576" y="2714"/>
                    <a:pt x="1758" y="2600"/>
                    <a:pt x="1895" y="2463"/>
                  </a:cubicBezTo>
                  <a:cubicBezTo>
                    <a:pt x="2032" y="2349"/>
                    <a:pt x="2123" y="2189"/>
                    <a:pt x="2192" y="2029"/>
                  </a:cubicBezTo>
                  <a:cubicBezTo>
                    <a:pt x="2260" y="1847"/>
                    <a:pt x="2306" y="1687"/>
                    <a:pt x="2306" y="1504"/>
                  </a:cubicBezTo>
                  <a:cubicBezTo>
                    <a:pt x="2306" y="1276"/>
                    <a:pt x="2238" y="1071"/>
                    <a:pt x="2146" y="865"/>
                  </a:cubicBezTo>
                  <a:cubicBezTo>
                    <a:pt x="2009" y="546"/>
                    <a:pt x="1713" y="294"/>
                    <a:pt x="1416" y="89"/>
                  </a:cubicBezTo>
                  <a:cubicBezTo>
                    <a:pt x="1320" y="29"/>
                    <a:pt x="1204" y="0"/>
                    <a:pt x="10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3569475" y="1294525"/>
              <a:ext cx="75350" cy="59100"/>
            </a:xfrm>
            <a:custGeom>
              <a:avLst/>
              <a:gdLst/>
              <a:ahLst/>
              <a:cxnLst/>
              <a:rect l="l" t="t" r="r" b="b"/>
              <a:pathLst>
                <a:path w="3014" h="2364" extrusionOk="0">
                  <a:moveTo>
                    <a:pt x="1977" y="1"/>
                  </a:moveTo>
                  <a:cubicBezTo>
                    <a:pt x="1889" y="1"/>
                    <a:pt x="1803" y="12"/>
                    <a:pt x="1735" y="35"/>
                  </a:cubicBezTo>
                  <a:cubicBezTo>
                    <a:pt x="1552" y="103"/>
                    <a:pt x="1415" y="195"/>
                    <a:pt x="1301" y="354"/>
                  </a:cubicBezTo>
                  <a:cubicBezTo>
                    <a:pt x="1301" y="354"/>
                    <a:pt x="1301" y="354"/>
                    <a:pt x="1301" y="377"/>
                  </a:cubicBezTo>
                  <a:cubicBezTo>
                    <a:pt x="1233" y="286"/>
                    <a:pt x="1119" y="217"/>
                    <a:pt x="1004" y="195"/>
                  </a:cubicBezTo>
                  <a:cubicBezTo>
                    <a:pt x="951" y="187"/>
                    <a:pt x="890" y="182"/>
                    <a:pt x="828" y="182"/>
                  </a:cubicBezTo>
                  <a:cubicBezTo>
                    <a:pt x="703" y="182"/>
                    <a:pt x="571" y="202"/>
                    <a:pt x="479" y="263"/>
                  </a:cubicBezTo>
                  <a:cubicBezTo>
                    <a:pt x="343" y="377"/>
                    <a:pt x="251" y="446"/>
                    <a:pt x="137" y="605"/>
                  </a:cubicBezTo>
                  <a:cubicBezTo>
                    <a:pt x="114" y="674"/>
                    <a:pt x="91" y="742"/>
                    <a:pt x="46" y="811"/>
                  </a:cubicBezTo>
                  <a:cubicBezTo>
                    <a:pt x="46" y="834"/>
                    <a:pt x="46" y="879"/>
                    <a:pt x="23" y="902"/>
                  </a:cubicBezTo>
                  <a:cubicBezTo>
                    <a:pt x="0" y="994"/>
                    <a:pt x="0" y="1108"/>
                    <a:pt x="0" y="1222"/>
                  </a:cubicBezTo>
                  <a:cubicBezTo>
                    <a:pt x="23" y="1404"/>
                    <a:pt x="46" y="1518"/>
                    <a:pt x="137" y="1701"/>
                  </a:cubicBezTo>
                  <a:cubicBezTo>
                    <a:pt x="343" y="2135"/>
                    <a:pt x="822" y="2340"/>
                    <a:pt x="1278" y="2363"/>
                  </a:cubicBezTo>
                  <a:cubicBezTo>
                    <a:pt x="1461" y="2363"/>
                    <a:pt x="1666" y="2340"/>
                    <a:pt x="1849" y="2295"/>
                  </a:cubicBezTo>
                  <a:cubicBezTo>
                    <a:pt x="2032" y="2249"/>
                    <a:pt x="2191" y="2180"/>
                    <a:pt x="2351" y="2112"/>
                  </a:cubicBezTo>
                  <a:cubicBezTo>
                    <a:pt x="2557" y="1998"/>
                    <a:pt x="2716" y="1838"/>
                    <a:pt x="2830" y="1655"/>
                  </a:cubicBezTo>
                  <a:cubicBezTo>
                    <a:pt x="2899" y="1564"/>
                    <a:pt x="2945" y="1450"/>
                    <a:pt x="2967" y="1359"/>
                  </a:cubicBezTo>
                  <a:cubicBezTo>
                    <a:pt x="3013" y="1199"/>
                    <a:pt x="3013" y="1085"/>
                    <a:pt x="2990" y="925"/>
                  </a:cubicBezTo>
                  <a:cubicBezTo>
                    <a:pt x="2967" y="674"/>
                    <a:pt x="2853" y="446"/>
                    <a:pt x="2648" y="263"/>
                  </a:cubicBezTo>
                  <a:cubicBezTo>
                    <a:pt x="2534" y="149"/>
                    <a:pt x="2397" y="58"/>
                    <a:pt x="2237" y="35"/>
                  </a:cubicBezTo>
                  <a:cubicBezTo>
                    <a:pt x="2157" y="12"/>
                    <a:pt x="2066" y="1"/>
                    <a:pt x="19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3708125" y="1187100"/>
              <a:ext cx="66225" cy="64950"/>
            </a:xfrm>
            <a:custGeom>
              <a:avLst/>
              <a:gdLst/>
              <a:ahLst/>
              <a:cxnLst/>
              <a:rect l="l" t="t" r="r" b="b"/>
              <a:pathLst>
                <a:path w="2649" h="2598" extrusionOk="0">
                  <a:moveTo>
                    <a:pt x="1618" y="1"/>
                  </a:moveTo>
                  <a:cubicBezTo>
                    <a:pt x="1570" y="1"/>
                    <a:pt x="1519" y="6"/>
                    <a:pt x="1462" y="18"/>
                  </a:cubicBezTo>
                  <a:cubicBezTo>
                    <a:pt x="1370" y="18"/>
                    <a:pt x="1302" y="41"/>
                    <a:pt x="1210" y="86"/>
                  </a:cubicBezTo>
                  <a:cubicBezTo>
                    <a:pt x="1096" y="178"/>
                    <a:pt x="959" y="315"/>
                    <a:pt x="914" y="452"/>
                  </a:cubicBezTo>
                  <a:cubicBezTo>
                    <a:pt x="843" y="434"/>
                    <a:pt x="769" y="423"/>
                    <a:pt x="695" y="423"/>
                  </a:cubicBezTo>
                  <a:cubicBezTo>
                    <a:pt x="579" y="423"/>
                    <a:pt x="464" y="450"/>
                    <a:pt x="366" y="520"/>
                  </a:cubicBezTo>
                  <a:cubicBezTo>
                    <a:pt x="229" y="611"/>
                    <a:pt x="92" y="748"/>
                    <a:pt x="46" y="931"/>
                  </a:cubicBezTo>
                  <a:cubicBezTo>
                    <a:pt x="1" y="1159"/>
                    <a:pt x="1" y="1387"/>
                    <a:pt x="69" y="1593"/>
                  </a:cubicBezTo>
                  <a:cubicBezTo>
                    <a:pt x="138" y="1798"/>
                    <a:pt x="229" y="1981"/>
                    <a:pt x="389" y="2141"/>
                  </a:cubicBezTo>
                  <a:cubicBezTo>
                    <a:pt x="457" y="2232"/>
                    <a:pt x="548" y="2278"/>
                    <a:pt x="617" y="2346"/>
                  </a:cubicBezTo>
                  <a:cubicBezTo>
                    <a:pt x="663" y="2392"/>
                    <a:pt x="708" y="2415"/>
                    <a:pt x="777" y="2437"/>
                  </a:cubicBezTo>
                  <a:cubicBezTo>
                    <a:pt x="868" y="2483"/>
                    <a:pt x="959" y="2529"/>
                    <a:pt x="1073" y="2551"/>
                  </a:cubicBezTo>
                  <a:cubicBezTo>
                    <a:pt x="1188" y="2574"/>
                    <a:pt x="1302" y="2597"/>
                    <a:pt x="1416" y="2597"/>
                  </a:cubicBezTo>
                  <a:cubicBezTo>
                    <a:pt x="1621" y="2574"/>
                    <a:pt x="1827" y="2529"/>
                    <a:pt x="2009" y="2415"/>
                  </a:cubicBezTo>
                  <a:cubicBezTo>
                    <a:pt x="2192" y="2300"/>
                    <a:pt x="2329" y="2163"/>
                    <a:pt x="2420" y="1981"/>
                  </a:cubicBezTo>
                  <a:cubicBezTo>
                    <a:pt x="2603" y="1661"/>
                    <a:pt x="2648" y="1296"/>
                    <a:pt x="2580" y="954"/>
                  </a:cubicBezTo>
                  <a:cubicBezTo>
                    <a:pt x="2534" y="794"/>
                    <a:pt x="2466" y="634"/>
                    <a:pt x="2375" y="520"/>
                  </a:cubicBezTo>
                  <a:cubicBezTo>
                    <a:pt x="2329" y="429"/>
                    <a:pt x="2260" y="337"/>
                    <a:pt x="2169" y="269"/>
                  </a:cubicBezTo>
                  <a:cubicBezTo>
                    <a:pt x="2123" y="223"/>
                    <a:pt x="2055" y="178"/>
                    <a:pt x="1986" y="132"/>
                  </a:cubicBezTo>
                  <a:cubicBezTo>
                    <a:pt x="1918" y="86"/>
                    <a:pt x="1827" y="64"/>
                    <a:pt x="1758" y="18"/>
                  </a:cubicBezTo>
                  <a:cubicBezTo>
                    <a:pt x="1713" y="6"/>
                    <a:pt x="1667" y="1"/>
                    <a:pt x="1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3825100" y="989275"/>
              <a:ext cx="63375" cy="71075"/>
            </a:xfrm>
            <a:custGeom>
              <a:avLst/>
              <a:gdLst/>
              <a:ahLst/>
              <a:cxnLst/>
              <a:rect l="l" t="t" r="r" b="b"/>
              <a:pathLst>
                <a:path w="2535" h="2843" extrusionOk="0">
                  <a:moveTo>
                    <a:pt x="1148" y="0"/>
                  </a:moveTo>
                  <a:cubicBezTo>
                    <a:pt x="1023" y="0"/>
                    <a:pt x="891" y="41"/>
                    <a:pt x="800" y="102"/>
                  </a:cubicBezTo>
                  <a:cubicBezTo>
                    <a:pt x="640" y="170"/>
                    <a:pt x="503" y="353"/>
                    <a:pt x="480" y="513"/>
                  </a:cubicBezTo>
                  <a:cubicBezTo>
                    <a:pt x="435" y="672"/>
                    <a:pt x="457" y="809"/>
                    <a:pt x="503" y="946"/>
                  </a:cubicBezTo>
                  <a:cubicBezTo>
                    <a:pt x="366" y="1015"/>
                    <a:pt x="252" y="1129"/>
                    <a:pt x="161" y="1266"/>
                  </a:cubicBezTo>
                  <a:cubicBezTo>
                    <a:pt x="1" y="1563"/>
                    <a:pt x="47" y="1928"/>
                    <a:pt x="183" y="2225"/>
                  </a:cubicBezTo>
                  <a:cubicBezTo>
                    <a:pt x="402" y="2596"/>
                    <a:pt x="809" y="2842"/>
                    <a:pt x="1224" y="2842"/>
                  </a:cubicBezTo>
                  <a:cubicBezTo>
                    <a:pt x="1243" y="2842"/>
                    <a:pt x="1261" y="2842"/>
                    <a:pt x="1279" y="2841"/>
                  </a:cubicBezTo>
                  <a:cubicBezTo>
                    <a:pt x="1507" y="2841"/>
                    <a:pt x="1736" y="2795"/>
                    <a:pt x="1918" y="2658"/>
                  </a:cubicBezTo>
                  <a:cubicBezTo>
                    <a:pt x="2101" y="2521"/>
                    <a:pt x="2261" y="2362"/>
                    <a:pt x="2375" y="2156"/>
                  </a:cubicBezTo>
                  <a:cubicBezTo>
                    <a:pt x="2466" y="1951"/>
                    <a:pt x="2534" y="1745"/>
                    <a:pt x="2534" y="1517"/>
                  </a:cubicBezTo>
                  <a:cubicBezTo>
                    <a:pt x="2534" y="1266"/>
                    <a:pt x="2466" y="1060"/>
                    <a:pt x="2352" y="832"/>
                  </a:cubicBezTo>
                  <a:cubicBezTo>
                    <a:pt x="2146" y="444"/>
                    <a:pt x="1736" y="147"/>
                    <a:pt x="1325" y="33"/>
                  </a:cubicBezTo>
                  <a:cubicBezTo>
                    <a:pt x="1271" y="11"/>
                    <a:pt x="1211" y="0"/>
                    <a:pt x="1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3880450" y="813200"/>
              <a:ext cx="55950" cy="57100"/>
            </a:xfrm>
            <a:custGeom>
              <a:avLst/>
              <a:gdLst/>
              <a:ahLst/>
              <a:cxnLst/>
              <a:rect l="l" t="t" r="r" b="b"/>
              <a:pathLst>
                <a:path w="2238" h="2284" extrusionOk="0">
                  <a:moveTo>
                    <a:pt x="1051" y="1"/>
                  </a:moveTo>
                  <a:cubicBezTo>
                    <a:pt x="960" y="1"/>
                    <a:pt x="868" y="1"/>
                    <a:pt x="777" y="23"/>
                  </a:cubicBezTo>
                  <a:cubicBezTo>
                    <a:pt x="731" y="23"/>
                    <a:pt x="709" y="46"/>
                    <a:pt x="663" y="46"/>
                  </a:cubicBezTo>
                  <a:cubicBezTo>
                    <a:pt x="594" y="92"/>
                    <a:pt x="480" y="115"/>
                    <a:pt x="412" y="183"/>
                  </a:cubicBezTo>
                  <a:cubicBezTo>
                    <a:pt x="343" y="229"/>
                    <a:pt x="252" y="274"/>
                    <a:pt x="206" y="366"/>
                  </a:cubicBezTo>
                  <a:cubicBezTo>
                    <a:pt x="138" y="411"/>
                    <a:pt x="92" y="503"/>
                    <a:pt x="47" y="571"/>
                  </a:cubicBezTo>
                  <a:cubicBezTo>
                    <a:pt x="24" y="662"/>
                    <a:pt x="1" y="754"/>
                    <a:pt x="1" y="845"/>
                  </a:cubicBezTo>
                  <a:cubicBezTo>
                    <a:pt x="1" y="936"/>
                    <a:pt x="24" y="1028"/>
                    <a:pt x="47" y="1119"/>
                  </a:cubicBezTo>
                  <a:cubicBezTo>
                    <a:pt x="92" y="1210"/>
                    <a:pt x="138" y="1279"/>
                    <a:pt x="206" y="1347"/>
                  </a:cubicBezTo>
                  <a:cubicBezTo>
                    <a:pt x="206" y="1484"/>
                    <a:pt x="229" y="1621"/>
                    <a:pt x="252" y="1758"/>
                  </a:cubicBezTo>
                  <a:cubicBezTo>
                    <a:pt x="275" y="1872"/>
                    <a:pt x="343" y="1986"/>
                    <a:pt x="435" y="2055"/>
                  </a:cubicBezTo>
                  <a:cubicBezTo>
                    <a:pt x="526" y="2146"/>
                    <a:pt x="617" y="2215"/>
                    <a:pt x="731" y="2237"/>
                  </a:cubicBezTo>
                  <a:cubicBezTo>
                    <a:pt x="834" y="2272"/>
                    <a:pt x="931" y="2283"/>
                    <a:pt x="1025" y="2283"/>
                  </a:cubicBezTo>
                  <a:cubicBezTo>
                    <a:pt x="1119" y="2283"/>
                    <a:pt x="1211" y="2272"/>
                    <a:pt x="1302" y="2260"/>
                  </a:cubicBezTo>
                  <a:cubicBezTo>
                    <a:pt x="1393" y="2237"/>
                    <a:pt x="1485" y="2192"/>
                    <a:pt x="1553" y="2146"/>
                  </a:cubicBezTo>
                  <a:cubicBezTo>
                    <a:pt x="1599" y="2123"/>
                    <a:pt x="1644" y="2123"/>
                    <a:pt x="1667" y="2078"/>
                  </a:cubicBezTo>
                  <a:cubicBezTo>
                    <a:pt x="1736" y="2032"/>
                    <a:pt x="1827" y="1986"/>
                    <a:pt x="1873" y="1918"/>
                  </a:cubicBezTo>
                  <a:cubicBezTo>
                    <a:pt x="1941" y="1849"/>
                    <a:pt x="2010" y="1758"/>
                    <a:pt x="2055" y="1690"/>
                  </a:cubicBezTo>
                  <a:cubicBezTo>
                    <a:pt x="2147" y="1507"/>
                    <a:pt x="2192" y="1347"/>
                    <a:pt x="2215" y="1142"/>
                  </a:cubicBezTo>
                  <a:cubicBezTo>
                    <a:pt x="2238" y="959"/>
                    <a:pt x="2169" y="777"/>
                    <a:pt x="2078" y="617"/>
                  </a:cubicBezTo>
                  <a:cubicBezTo>
                    <a:pt x="2078" y="571"/>
                    <a:pt x="2055" y="548"/>
                    <a:pt x="2032" y="525"/>
                  </a:cubicBezTo>
                  <a:cubicBezTo>
                    <a:pt x="1987" y="457"/>
                    <a:pt x="1941" y="366"/>
                    <a:pt x="1873" y="320"/>
                  </a:cubicBezTo>
                  <a:cubicBezTo>
                    <a:pt x="1804" y="274"/>
                    <a:pt x="1736" y="206"/>
                    <a:pt x="1667" y="160"/>
                  </a:cubicBezTo>
                  <a:cubicBezTo>
                    <a:pt x="1599" y="115"/>
                    <a:pt x="1507" y="92"/>
                    <a:pt x="1416" y="46"/>
                  </a:cubicBezTo>
                  <a:cubicBezTo>
                    <a:pt x="1393" y="46"/>
                    <a:pt x="1348" y="46"/>
                    <a:pt x="1325" y="23"/>
                  </a:cubicBezTo>
                  <a:cubicBezTo>
                    <a:pt x="1233" y="23"/>
                    <a:pt x="1142" y="1"/>
                    <a:pt x="10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3822825" y="620900"/>
              <a:ext cx="59950" cy="65075"/>
            </a:xfrm>
            <a:custGeom>
              <a:avLst/>
              <a:gdLst/>
              <a:ahLst/>
              <a:cxnLst/>
              <a:rect l="l" t="t" r="r" b="b"/>
              <a:pathLst>
                <a:path w="2398" h="2603" extrusionOk="0">
                  <a:moveTo>
                    <a:pt x="708" y="0"/>
                  </a:moveTo>
                  <a:cubicBezTo>
                    <a:pt x="586" y="0"/>
                    <a:pt x="465" y="31"/>
                    <a:pt x="343" y="92"/>
                  </a:cubicBezTo>
                  <a:cubicBezTo>
                    <a:pt x="206" y="183"/>
                    <a:pt x="69" y="343"/>
                    <a:pt x="23" y="503"/>
                  </a:cubicBezTo>
                  <a:cubicBezTo>
                    <a:pt x="1" y="685"/>
                    <a:pt x="1" y="891"/>
                    <a:pt x="92" y="1050"/>
                  </a:cubicBezTo>
                  <a:cubicBezTo>
                    <a:pt x="115" y="1073"/>
                    <a:pt x="138" y="1096"/>
                    <a:pt x="160" y="1119"/>
                  </a:cubicBezTo>
                  <a:cubicBezTo>
                    <a:pt x="138" y="1210"/>
                    <a:pt x="138" y="1279"/>
                    <a:pt x="138" y="1370"/>
                  </a:cubicBezTo>
                  <a:cubicBezTo>
                    <a:pt x="138" y="1484"/>
                    <a:pt x="160" y="1598"/>
                    <a:pt x="183" y="1712"/>
                  </a:cubicBezTo>
                  <a:cubicBezTo>
                    <a:pt x="229" y="1804"/>
                    <a:pt x="252" y="1872"/>
                    <a:pt x="297" y="1963"/>
                  </a:cubicBezTo>
                  <a:cubicBezTo>
                    <a:pt x="297" y="1986"/>
                    <a:pt x="320" y="2009"/>
                    <a:pt x="343" y="2055"/>
                  </a:cubicBezTo>
                  <a:cubicBezTo>
                    <a:pt x="411" y="2146"/>
                    <a:pt x="480" y="2214"/>
                    <a:pt x="548" y="2283"/>
                  </a:cubicBezTo>
                  <a:cubicBezTo>
                    <a:pt x="708" y="2420"/>
                    <a:pt x="799" y="2466"/>
                    <a:pt x="982" y="2534"/>
                  </a:cubicBezTo>
                  <a:cubicBezTo>
                    <a:pt x="1028" y="2557"/>
                    <a:pt x="1051" y="2557"/>
                    <a:pt x="1073" y="2557"/>
                  </a:cubicBezTo>
                  <a:cubicBezTo>
                    <a:pt x="1142" y="2580"/>
                    <a:pt x="1233" y="2602"/>
                    <a:pt x="1324" y="2602"/>
                  </a:cubicBezTo>
                  <a:cubicBezTo>
                    <a:pt x="1507" y="2602"/>
                    <a:pt x="1644" y="2557"/>
                    <a:pt x="1804" y="2466"/>
                  </a:cubicBezTo>
                  <a:cubicBezTo>
                    <a:pt x="1895" y="2443"/>
                    <a:pt x="1986" y="2374"/>
                    <a:pt x="2055" y="2306"/>
                  </a:cubicBezTo>
                  <a:cubicBezTo>
                    <a:pt x="2055" y="2283"/>
                    <a:pt x="2078" y="2283"/>
                    <a:pt x="2101" y="2260"/>
                  </a:cubicBezTo>
                  <a:cubicBezTo>
                    <a:pt x="2146" y="2192"/>
                    <a:pt x="2192" y="2123"/>
                    <a:pt x="2237" y="2077"/>
                  </a:cubicBezTo>
                  <a:cubicBezTo>
                    <a:pt x="2329" y="1895"/>
                    <a:pt x="2374" y="1689"/>
                    <a:pt x="2397" y="1484"/>
                  </a:cubicBezTo>
                  <a:cubicBezTo>
                    <a:pt x="2397" y="1119"/>
                    <a:pt x="2237" y="731"/>
                    <a:pt x="1964" y="503"/>
                  </a:cubicBezTo>
                  <a:cubicBezTo>
                    <a:pt x="1849" y="411"/>
                    <a:pt x="1758" y="343"/>
                    <a:pt x="1667" y="274"/>
                  </a:cubicBezTo>
                  <a:cubicBezTo>
                    <a:pt x="1553" y="229"/>
                    <a:pt x="1439" y="183"/>
                    <a:pt x="1324" y="137"/>
                  </a:cubicBezTo>
                  <a:cubicBezTo>
                    <a:pt x="1187" y="92"/>
                    <a:pt x="1028" y="46"/>
                    <a:pt x="891" y="23"/>
                  </a:cubicBezTo>
                  <a:cubicBezTo>
                    <a:pt x="830" y="8"/>
                    <a:pt x="769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3623675" y="556425"/>
              <a:ext cx="63375" cy="66325"/>
            </a:xfrm>
            <a:custGeom>
              <a:avLst/>
              <a:gdLst/>
              <a:ahLst/>
              <a:cxnLst/>
              <a:rect l="l" t="t" r="r" b="b"/>
              <a:pathLst>
                <a:path w="2535" h="2653" extrusionOk="0">
                  <a:moveTo>
                    <a:pt x="1119" y="0"/>
                  </a:moveTo>
                  <a:cubicBezTo>
                    <a:pt x="868" y="0"/>
                    <a:pt x="617" y="69"/>
                    <a:pt x="411" y="206"/>
                  </a:cubicBezTo>
                  <a:cubicBezTo>
                    <a:pt x="252" y="297"/>
                    <a:pt x="137" y="434"/>
                    <a:pt x="92" y="616"/>
                  </a:cubicBezTo>
                  <a:cubicBezTo>
                    <a:pt x="46" y="753"/>
                    <a:pt x="69" y="913"/>
                    <a:pt x="115" y="1050"/>
                  </a:cubicBezTo>
                  <a:cubicBezTo>
                    <a:pt x="46" y="1141"/>
                    <a:pt x="1" y="1278"/>
                    <a:pt x="1" y="1415"/>
                  </a:cubicBezTo>
                  <a:cubicBezTo>
                    <a:pt x="1" y="1621"/>
                    <a:pt x="69" y="1872"/>
                    <a:pt x="183" y="2054"/>
                  </a:cubicBezTo>
                  <a:cubicBezTo>
                    <a:pt x="320" y="2237"/>
                    <a:pt x="480" y="2397"/>
                    <a:pt x="685" y="2488"/>
                  </a:cubicBezTo>
                  <a:cubicBezTo>
                    <a:pt x="864" y="2587"/>
                    <a:pt x="1043" y="2652"/>
                    <a:pt x="1252" y="2652"/>
                  </a:cubicBezTo>
                  <a:cubicBezTo>
                    <a:pt x="1283" y="2652"/>
                    <a:pt x="1315" y="2651"/>
                    <a:pt x="1347" y="2648"/>
                  </a:cubicBezTo>
                  <a:cubicBezTo>
                    <a:pt x="1439" y="2648"/>
                    <a:pt x="1553" y="2625"/>
                    <a:pt x="1667" y="2579"/>
                  </a:cubicBezTo>
                  <a:cubicBezTo>
                    <a:pt x="1849" y="2511"/>
                    <a:pt x="1941" y="2465"/>
                    <a:pt x="2100" y="2328"/>
                  </a:cubicBezTo>
                  <a:cubicBezTo>
                    <a:pt x="2260" y="2191"/>
                    <a:pt x="2374" y="1986"/>
                    <a:pt x="2443" y="1781"/>
                  </a:cubicBezTo>
                  <a:cubicBezTo>
                    <a:pt x="2466" y="1735"/>
                    <a:pt x="2489" y="1689"/>
                    <a:pt x="2489" y="1621"/>
                  </a:cubicBezTo>
                  <a:cubicBezTo>
                    <a:pt x="2511" y="1507"/>
                    <a:pt x="2534" y="1392"/>
                    <a:pt x="2534" y="1278"/>
                  </a:cubicBezTo>
                  <a:cubicBezTo>
                    <a:pt x="2511" y="1050"/>
                    <a:pt x="2466" y="822"/>
                    <a:pt x="2329" y="639"/>
                  </a:cubicBezTo>
                  <a:cubicBezTo>
                    <a:pt x="2215" y="457"/>
                    <a:pt x="2055" y="274"/>
                    <a:pt x="1827" y="183"/>
                  </a:cubicBezTo>
                  <a:cubicBezTo>
                    <a:pt x="1621" y="69"/>
                    <a:pt x="1370" y="0"/>
                    <a:pt x="1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3507275" y="709350"/>
              <a:ext cx="53650" cy="54800"/>
            </a:xfrm>
            <a:custGeom>
              <a:avLst/>
              <a:gdLst/>
              <a:ahLst/>
              <a:cxnLst/>
              <a:rect l="l" t="t" r="r" b="b"/>
              <a:pathLst>
                <a:path w="2146" h="2192" extrusionOk="0">
                  <a:moveTo>
                    <a:pt x="685" y="0"/>
                  </a:moveTo>
                  <a:cubicBezTo>
                    <a:pt x="594" y="0"/>
                    <a:pt x="502" y="23"/>
                    <a:pt x="411" y="69"/>
                  </a:cubicBezTo>
                  <a:cubicBezTo>
                    <a:pt x="343" y="92"/>
                    <a:pt x="251" y="137"/>
                    <a:pt x="206" y="206"/>
                  </a:cubicBezTo>
                  <a:cubicBezTo>
                    <a:pt x="137" y="274"/>
                    <a:pt x="91" y="343"/>
                    <a:pt x="46" y="434"/>
                  </a:cubicBezTo>
                  <a:cubicBezTo>
                    <a:pt x="0" y="525"/>
                    <a:pt x="0" y="617"/>
                    <a:pt x="0" y="708"/>
                  </a:cubicBezTo>
                  <a:cubicBezTo>
                    <a:pt x="0" y="890"/>
                    <a:pt x="69" y="1073"/>
                    <a:pt x="206" y="1187"/>
                  </a:cubicBezTo>
                  <a:cubicBezTo>
                    <a:pt x="206" y="1210"/>
                    <a:pt x="228" y="1210"/>
                    <a:pt x="228" y="1210"/>
                  </a:cubicBezTo>
                  <a:cubicBezTo>
                    <a:pt x="228" y="1301"/>
                    <a:pt x="251" y="1370"/>
                    <a:pt x="251" y="1461"/>
                  </a:cubicBezTo>
                  <a:cubicBezTo>
                    <a:pt x="274" y="1484"/>
                    <a:pt x="274" y="1507"/>
                    <a:pt x="274" y="1507"/>
                  </a:cubicBezTo>
                  <a:cubicBezTo>
                    <a:pt x="297" y="1575"/>
                    <a:pt x="320" y="1667"/>
                    <a:pt x="365" y="1712"/>
                  </a:cubicBezTo>
                  <a:cubicBezTo>
                    <a:pt x="365" y="1735"/>
                    <a:pt x="388" y="1758"/>
                    <a:pt x="388" y="1758"/>
                  </a:cubicBezTo>
                  <a:cubicBezTo>
                    <a:pt x="434" y="1826"/>
                    <a:pt x="480" y="1895"/>
                    <a:pt x="525" y="1940"/>
                  </a:cubicBezTo>
                  <a:cubicBezTo>
                    <a:pt x="639" y="2032"/>
                    <a:pt x="753" y="2100"/>
                    <a:pt x="913" y="2146"/>
                  </a:cubicBezTo>
                  <a:cubicBezTo>
                    <a:pt x="913" y="2169"/>
                    <a:pt x="936" y="2169"/>
                    <a:pt x="959" y="2169"/>
                  </a:cubicBezTo>
                  <a:cubicBezTo>
                    <a:pt x="1027" y="2192"/>
                    <a:pt x="1119" y="2192"/>
                    <a:pt x="1187" y="2192"/>
                  </a:cubicBezTo>
                  <a:cubicBezTo>
                    <a:pt x="1256" y="2192"/>
                    <a:pt x="1347" y="2169"/>
                    <a:pt x="1393" y="2169"/>
                  </a:cubicBezTo>
                  <a:lnTo>
                    <a:pt x="1415" y="2169"/>
                  </a:lnTo>
                  <a:cubicBezTo>
                    <a:pt x="1461" y="2146"/>
                    <a:pt x="1507" y="2123"/>
                    <a:pt x="1529" y="2123"/>
                  </a:cubicBezTo>
                  <a:cubicBezTo>
                    <a:pt x="1552" y="2100"/>
                    <a:pt x="1598" y="2100"/>
                    <a:pt x="1644" y="2077"/>
                  </a:cubicBezTo>
                  <a:cubicBezTo>
                    <a:pt x="1644" y="2077"/>
                    <a:pt x="1644" y="2055"/>
                    <a:pt x="1666" y="2055"/>
                  </a:cubicBezTo>
                  <a:cubicBezTo>
                    <a:pt x="1712" y="2032"/>
                    <a:pt x="1758" y="1986"/>
                    <a:pt x="1803" y="1940"/>
                  </a:cubicBezTo>
                  <a:cubicBezTo>
                    <a:pt x="1826" y="1918"/>
                    <a:pt x="1826" y="1918"/>
                    <a:pt x="1849" y="1895"/>
                  </a:cubicBezTo>
                  <a:cubicBezTo>
                    <a:pt x="1963" y="1758"/>
                    <a:pt x="2009" y="1689"/>
                    <a:pt x="2077" y="1507"/>
                  </a:cubicBezTo>
                  <a:cubicBezTo>
                    <a:pt x="2123" y="1415"/>
                    <a:pt x="2123" y="1301"/>
                    <a:pt x="2123" y="1210"/>
                  </a:cubicBezTo>
                  <a:cubicBezTo>
                    <a:pt x="2146" y="1119"/>
                    <a:pt x="2123" y="1005"/>
                    <a:pt x="2100" y="913"/>
                  </a:cubicBezTo>
                  <a:cubicBezTo>
                    <a:pt x="2100" y="890"/>
                    <a:pt x="2100" y="890"/>
                    <a:pt x="2100" y="868"/>
                  </a:cubicBezTo>
                  <a:cubicBezTo>
                    <a:pt x="2077" y="799"/>
                    <a:pt x="2032" y="708"/>
                    <a:pt x="2009" y="639"/>
                  </a:cubicBezTo>
                  <a:cubicBezTo>
                    <a:pt x="1986" y="594"/>
                    <a:pt x="1940" y="571"/>
                    <a:pt x="1918" y="525"/>
                  </a:cubicBezTo>
                  <a:cubicBezTo>
                    <a:pt x="1895" y="480"/>
                    <a:pt x="1849" y="434"/>
                    <a:pt x="1826" y="411"/>
                  </a:cubicBezTo>
                  <a:cubicBezTo>
                    <a:pt x="1758" y="343"/>
                    <a:pt x="1689" y="297"/>
                    <a:pt x="1621" y="251"/>
                  </a:cubicBezTo>
                  <a:cubicBezTo>
                    <a:pt x="1598" y="229"/>
                    <a:pt x="1575" y="229"/>
                    <a:pt x="1552" y="206"/>
                  </a:cubicBezTo>
                  <a:cubicBezTo>
                    <a:pt x="1529" y="206"/>
                    <a:pt x="1529" y="183"/>
                    <a:pt x="1507" y="183"/>
                  </a:cubicBezTo>
                  <a:cubicBezTo>
                    <a:pt x="1484" y="160"/>
                    <a:pt x="1461" y="114"/>
                    <a:pt x="1415" y="92"/>
                  </a:cubicBezTo>
                  <a:cubicBezTo>
                    <a:pt x="1300" y="42"/>
                    <a:pt x="1173" y="5"/>
                    <a:pt x="1051" y="5"/>
                  </a:cubicBezTo>
                  <a:cubicBezTo>
                    <a:pt x="1004" y="5"/>
                    <a:pt x="958" y="10"/>
                    <a:pt x="913" y="23"/>
                  </a:cubicBezTo>
                  <a:lnTo>
                    <a:pt x="868" y="23"/>
                  </a:lnTo>
                  <a:cubicBezTo>
                    <a:pt x="822" y="0"/>
                    <a:pt x="753" y="0"/>
                    <a:pt x="6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3382875" y="814350"/>
              <a:ext cx="54800" cy="53900"/>
            </a:xfrm>
            <a:custGeom>
              <a:avLst/>
              <a:gdLst/>
              <a:ahLst/>
              <a:cxnLst/>
              <a:rect l="l" t="t" r="r" b="b"/>
              <a:pathLst>
                <a:path w="2192" h="2156" extrusionOk="0">
                  <a:moveTo>
                    <a:pt x="1119" y="0"/>
                  </a:moveTo>
                  <a:cubicBezTo>
                    <a:pt x="1050" y="23"/>
                    <a:pt x="959" y="23"/>
                    <a:pt x="868" y="46"/>
                  </a:cubicBezTo>
                  <a:cubicBezTo>
                    <a:pt x="845" y="46"/>
                    <a:pt x="845" y="46"/>
                    <a:pt x="822" y="69"/>
                  </a:cubicBezTo>
                  <a:cubicBezTo>
                    <a:pt x="799" y="69"/>
                    <a:pt x="776" y="91"/>
                    <a:pt x="754" y="91"/>
                  </a:cubicBezTo>
                  <a:cubicBezTo>
                    <a:pt x="639" y="91"/>
                    <a:pt x="548" y="114"/>
                    <a:pt x="434" y="183"/>
                  </a:cubicBezTo>
                  <a:cubicBezTo>
                    <a:pt x="388" y="206"/>
                    <a:pt x="343" y="251"/>
                    <a:pt x="297" y="297"/>
                  </a:cubicBezTo>
                  <a:cubicBezTo>
                    <a:pt x="229" y="365"/>
                    <a:pt x="160" y="479"/>
                    <a:pt x="114" y="594"/>
                  </a:cubicBezTo>
                  <a:cubicBezTo>
                    <a:pt x="114" y="616"/>
                    <a:pt x="114" y="639"/>
                    <a:pt x="92" y="685"/>
                  </a:cubicBezTo>
                  <a:cubicBezTo>
                    <a:pt x="92" y="685"/>
                    <a:pt x="92" y="708"/>
                    <a:pt x="92" y="731"/>
                  </a:cubicBezTo>
                  <a:cubicBezTo>
                    <a:pt x="92" y="753"/>
                    <a:pt x="69" y="776"/>
                    <a:pt x="69" y="799"/>
                  </a:cubicBezTo>
                  <a:cubicBezTo>
                    <a:pt x="69" y="799"/>
                    <a:pt x="46" y="799"/>
                    <a:pt x="46" y="822"/>
                  </a:cubicBezTo>
                  <a:cubicBezTo>
                    <a:pt x="0" y="1004"/>
                    <a:pt x="23" y="1141"/>
                    <a:pt x="46" y="1324"/>
                  </a:cubicBezTo>
                  <a:cubicBezTo>
                    <a:pt x="69" y="1415"/>
                    <a:pt x="114" y="1484"/>
                    <a:pt x="183" y="1552"/>
                  </a:cubicBezTo>
                  <a:cubicBezTo>
                    <a:pt x="183" y="1575"/>
                    <a:pt x="206" y="1575"/>
                    <a:pt x="206" y="1598"/>
                  </a:cubicBezTo>
                  <a:cubicBezTo>
                    <a:pt x="206" y="1598"/>
                    <a:pt x="206" y="1598"/>
                    <a:pt x="229" y="1621"/>
                  </a:cubicBezTo>
                  <a:cubicBezTo>
                    <a:pt x="229" y="1644"/>
                    <a:pt x="251" y="1666"/>
                    <a:pt x="274" y="1689"/>
                  </a:cubicBezTo>
                  <a:cubicBezTo>
                    <a:pt x="320" y="1758"/>
                    <a:pt x="365" y="1826"/>
                    <a:pt x="434" y="1895"/>
                  </a:cubicBezTo>
                  <a:cubicBezTo>
                    <a:pt x="434" y="1895"/>
                    <a:pt x="457" y="1917"/>
                    <a:pt x="457" y="1917"/>
                  </a:cubicBezTo>
                  <a:cubicBezTo>
                    <a:pt x="571" y="2009"/>
                    <a:pt x="571" y="2032"/>
                    <a:pt x="685" y="2077"/>
                  </a:cubicBezTo>
                  <a:cubicBezTo>
                    <a:pt x="708" y="2077"/>
                    <a:pt x="754" y="2100"/>
                    <a:pt x="776" y="2100"/>
                  </a:cubicBezTo>
                  <a:cubicBezTo>
                    <a:pt x="868" y="2146"/>
                    <a:pt x="959" y="2146"/>
                    <a:pt x="1027" y="2146"/>
                  </a:cubicBezTo>
                  <a:cubicBezTo>
                    <a:pt x="1061" y="2152"/>
                    <a:pt x="1092" y="2155"/>
                    <a:pt x="1123" y="2155"/>
                  </a:cubicBezTo>
                  <a:cubicBezTo>
                    <a:pt x="1197" y="2155"/>
                    <a:pt x="1266" y="2139"/>
                    <a:pt x="1347" y="2123"/>
                  </a:cubicBezTo>
                  <a:cubicBezTo>
                    <a:pt x="1415" y="2100"/>
                    <a:pt x="1484" y="2054"/>
                    <a:pt x="1552" y="2032"/>
                  </a:cubicBezTo>
                  <a:cubicBezTo>
                    <a:pt x="1575" y="2009"/>
                    <a:pt x="1598" y="2009"/>
                    <a:pt x="1621" y="1986"/>
                  </a:cubicBezTo>
                  <a:cubicBezTo>
                    <a:pt x="1689" y="1940"/>
                    <a:pt x="1758" y="1895"/>
                    <a:pt x="1803" y="1849"/>
                  </a:cubicBezTo>
                  <a:cubicBezTo>
                    <a:pt x="1826" y="1826"/>
                    <a:pt x="1849" y="1803"/>
                    <a:pt x="1872" y="1803"/>
                  </a:cubicBezTo>
                  <a:cubicBezTo>
                    <a:pt x="1918" y="1712"/>
                    <a:pt x="2009" y="1644"/>
                    <a:pt x="2055" y="1552"/>
                  </a:cubicBezTo>
                  <a:cubicBezTo>
                    <a:pt x="2077" y="1461"/>
                    <a:pt x="2123" y="1392"/>
                    <a:pt x="2146" y="1324"/>
                  </a:cubicBezTo>
                  <a:cubicBezTo>
                    <a:pt x="2146" y="1301"/>
                    <a:pt x="2146" y="1278"/>
                    <a:pt x="2146" y="1256"/>
                  </a:cubicBezTo>
                  <a:cubicBezTo>
                    <a:pt x="2169" y="1187"/>
                    <a:pt x="2191" y="1096"/>
                    <a:pt x="2191" y="1004"/>
                  </a:cubicBezTo>
                  <a:cubicBezTo>
                    <a:pt x="2191" y="1004"/>
                    <a:pt x="2191" y="982"/>
                    <a:pt x="2191" y="982"/>
                  </a:cubicBezTo>
                  <a:cubicBezTo>
                    <a:pt x="2169" y="913"/>
                    <a:pt x="2169" y="845"/>
                    <a:pt x="2146" y="776"/>
                  </a:cubicBezTo>
                  <a:cubicBezTo>
                    <a:pt x="2146" y="685"/>
                    <a:pt x="2100" y="594"/>
                    <a:pt x="2055" y="548"/>
                  </a:cubicBezTo>
                  <a:cubicBezTo>
                    <a:pt x="2055" y="525"/>
                    <a:pt x="2055" y="502"/>
                    <a:pt x="2032" y="479"/>
                  </a:cubicBezTo>
                  <a:cubicBezTo>
                    <a:pt x="1986" y="434"/>
                    <a:pt x="1940" y="365"/>
                    <a:pt x="1918" y="320"/>
                  </a:cubicBezTo>
                  <a:cubicBezTo>
                    <a:pt x="1895" y="320"/>
                    <a:pt x="1895" y="297"/>
                    <a:pt x="1895" y="297"/>
                  </a:cubicBezTo>
                  <a:cubicBezTo>
                    <a:pt x="1872" y="297"/>
                    <a:pt x="1872" y="274"/>
                    <a:pt x="1849" y="274"/>
                  </a:cubicBezTo>
                  <a:cubicBezTo>
                    <a:pt x="1803" y="228"/>
                    <a:pt x="1758" y="183"/>
                    <a:pt x="1689" y="160"/>
                  </a:cubicBezTo>
                  <a:cubicBezTo>
                    <a:pt x="1621" y="114"/>
                    <a:pt x="1552" y="91"/>
                    <a:pt x="1484" y="46"/>
                  </a:cubicBezTo>
                  <a:lnTo>
                    <a:pt x="1415" y="46"/>
                  </a:lnTo>
                  <a:cubicBezTo>
                    <a:pt x="1324" y="23"/>
                    <a:pt x="1210" y="0"/>
                    <a:pt x="1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3384000" y="968850"/>
              <a:ext cx="55375" cy="58350"/>
            </a:xfrm>
            <a:custGeom>
              <a:avLst/>
              <a:gdLst/>
              <a:ahLst/>
              <a:cxnLst/>
              <a:rect l="l" t="t" r="r" b="b"/>
              <a:pathLst>
                <a:path w="2215" h="2334" extrusionOk="0">
                  <a:moveTo>
                    <a:pt x="946" y="0"/>
                  </a:moveTo>
                  <a:cubicBezTo>
                    <a:pt x="830" y="0"/>
                    <a:pt x="715" y="27"/>
                    <a:pt x="617" y="97"/>
                  </a:cubicBezTo>
                  <a:cubicBezTo>
                    <a:pt x="526" y="166"/>
                    <a:pt x="435" y="234"/>
                    <a:pt x="366" y="303"/>
                  </a:cubicBezTo>
                  <a:cubicBezTo>
                    <a:pt x="275" y="394"/>
                    <a:pt x="206" y="485"/>
                    <a:pt x="161" y="599"/>
                  </a:cubicBezTo>
                  <a:cubicBezTo>
                    <a:pt x="115" y="713"/>
                    <a:pt x="47" y="805"/>
                    <a:pt x="47" y="919"/>
                  </a:cubicBezTo>
                  <a:cubicBezTo>
                    <a:pt x="24" y="1010"/>
                    <a:pt x="1" y="1101"/>
                    <a:pt x="1" y="1193"/>
                  </a:cubicBezTo>
                  <a:cubicBezTo>
                    <a:pt x="1" y="1284"/>
                    <a:pt x="24" y="1375"/>
                    <a:pt x="47" y="1444"/>
                  </a:cubicBezTo>
                  <a:cubicBezTo>
                    <a:pt x="47" y="1489"/>
                    <a:pt x="47" y="1512"/>
                    <a:pt x="69" y="1535"/>
                  </a:cubicBezTo>
                  <a:cubicBezTo>
                    <a:pt x="92" y="1604"/>
                    <a:pt x="115" y="1695"/>
                    <a:pt x="161" y="1763"/>
                  </a:cubicBezTo>
                  <a:cubicBezTo>
                    <a:pt x="206" y="1832"/>
                    <a:pt x="275" y="1900"/>
                    <a:pt x="320" y="1969"/>
                  </a:cubicBezTo>
                  <a:cubicBezTo>
                    <a:pt x="343" y="1992"/>
                    <a:pt x="343" y="1992"/>
                    <a:pt x="366" y="2014"/>
                  </a:cubicBezTo>
                  <a:cubicBezTo>
                    <a:pt x="435" y="2083"/>
                    <a:pt x="503" y="2129"/>
                    <a:pt x="572" y="2174"/>
                  </a:cubicBezTo>
                  <a:cubicBezTo>
                    <a:pt x="640" y="2220"/>
                    <a:pt x="731" y="2243"/>
                    <a:pt x="800" y="2266"/>
                  </a:cubicBezTo>
                  <a:cubicBezTo>
                    <a:pt x="914" y="2311"/>
                    <a:pt x="1028" y="2334"/>
                    <a:pt x="1142" y="2334"/>
                  </a:cubicBezTo>
                  <a:lnTo>
                    <a:pt x="1211" y="2334"/>
                  </a:lnTo>
                  <a:cubicBezTo>
                    <a:pt x="1302" y="2334"/>
                    <a:pt x="1393" y="2311"/>
                    <a:pt x="1462" y="2288"/>
                  </a:cubicBezTo>
                  <a:cubicBezTo>
                    <a:pt x="1644" y="2243"/>
                    <a:pt x="1758" y="2174"/>
                    <a:pt x="1895" y="2037"/>
                  </a:cubicBezTo>
                  <a:cubicBezTo>
                    <a:pt x="1918" y="2014"/>
                    <a:pt x="1964" y="1969"/>
                    <a:pt x="1987" y="1923"/>
                  </a:cubicBezTo>
                  <a:cubicBezTo>
                    <a:pt x="2010" y="1900"/>
                    <a:pt x="2055" y="1855"/>
                    <a:pt x="2078" y="1809"/>
                  </a:cubicBezTo>
                  <a:cubicBezTo>
                    <a:pt x="2124" y="1718"/>
                    <a:pt x="2169" y="1604"/>
                    <a:pt x="2192" y="1512"/>
                  </a:cubicBezTo>
                  <a:cubicBezTo>
                    <a:pt x="2215" y="1307"/>
                    <a:pt x="2215" y="1216"/>
                    <a:pt x="2192" y="1010"/>
                  </a:cubicBezTo>
                  <a:cubicBezTo>
                    <a:pt x="2169" y="987"/>
                    <a:pt x="2169" y="964"/>
                    <a:pt x="2169" y="942"/>
                  </a:cubicBezTo>
                  <a:cubicBezTo>
                    <a:pt x="2146" y="873"/>
                    <a:pt x="2101" y="805"/>
                    <a:pt x="2078" y="736"/>
                  </a:cubicBezTo>
                  <a:cubicBezTo>
                    <a:pt x="2055" y="713"/>
                    <a:pt x="2055" y="713"/>
                    <a:pt x="2055" y="691"/>
                  </a:cubicBezTo>
                  <a:cubicBezTo>
                    <a:pt x="2010" y="645"/>
                    <a:pt x="1964" y="576"/>
                    <a:pt x="1918" y="531"/>
                  </a:cubicBezTo>
                  <a:cubicBezTo>
                    <a:pt x="1918" y="531"/>
                    <a:pt x="1918" y="531"/>
                    <a:pt x="1895" y="508"/>
                  </a:cubicBezTo>
                  <a:cubicBezTo>
                    <a:pt x="1850" y="462"/>
                    <a:pt x="1781" y="417"/>
                    <a:pt x="1736" y="394"/>
                  </a:cubicBezTo>
                  <a:cubicBezTo>
                    <a:pt x="1736" y="371"/>
                    <a:pt x="1713" y="371"/>
                    <a:pt x="1713" y="371"/>
                  </a:cubicBezTo>
                  <a:cubicBezTo>
                    <a:pt x="1667" y="348"/>
                    <a:pt x="1599" y="325"/>
                    <a:pt x="1553" y="303"/>
                  </a:cubicBezTo>
                  <a:cubicBezTo>
                    <a:pt x="1439" y="166"/>
                    <a:pt x="1325" y="51"/>
                    <a:pt x="1165" y="29"/>
                  </a:cubicBezTo>
                  <a:cubicBezTo>
                    <a:pt x="1094" y="11"/>
                    <a:pt x="1020" y="0"/>
                    <a:pt x="9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3496425" y="1096150"/>
              <a:ext cx="64500" cy="61400"/>
            </a:xfrm>
            <a:custGeom>
              <a:avLst/>
              <a:gdLst/>
              <a:ahLst/>
              <a:cxnLst/>
              <a:rect l="l" t="t" r="r" b="b"/>
              <a:pathLst>
                <a:path w="2580" h="2456" extrusionOk="0">
                  <a:moveTo>
                    <a:pt x="976" y="0"/>
                  </a:moveTo>
                  <a:cubicBezTo>
                    <a:pt x="956" y="0"/>
                    <a:pt x="935" y="1"/>
                    <a:pt x="914" y="4"/>
                  </a:cubicBezTo>
                  <a:cubicBezTo>
                    <a:pt x="868" y="4"/>
                    <a:pt x="799" y="4"/>
                    <a:pt x="731" y="27"/>
                  </a:cubicBezTo>
                  <a:cubicBezTo>
                    <a:pt x="617" y="49"/>
                    <a:pt x="525" y="118"/>
                    <a:pt x="434" y="186"/>
                  </a:cubicBezTo>
                  <a:cubicBezTo>
                    <a:pt x="411" y="209"/>
                    <a:pt x="389" y="232"/>
                    <a:pt x="366" y="278"/>
                  </a:cubicBezTo>
                  <a:cubicBezTo>
                    <a:pt x="320" y="323"/>
                    <a:pt x="252" y="392"/>
                    <a:pt x="206" y="483"/>
                  </a:cubicBezTo>
                  <a:cubicBezTo>
                    <a:pt x="137" y="574"/>
                    <a:pt x="92" y="689"/>
                    <a:pt x="69" y="803"/>
                  </a:cubicBezTo>
                  <a:cubicBezTo>
                    <a:pt x="1" y="1031"/>
                    <a:pt x="1" y="1305"/>
                    <a:pt x="69" y="1533"/>
                  </a:cubicBezTo>
                  <a:cubicBezTo>
                    <a:pt x="115" y="1624"/>
                    <a:pt x="137" y="1693"/>
                    <a:pt x="183" y="1784"/>
                  </a:cubicBezTo>
                  <a:cubicBezTo>
                    <a:pt x="183" y="1807"/>
                    <a:pt x="206" y="1830"/>
                    <a:pt x="229" y="1853"/>
                  </a:cubicBezTo>
                  <a:cubicBezTo>
                    <a:pt x="274" y="1921"/>
                    <a:pt x="320" y="2012"/>
                    <a:pt x="389" y="2058"/>
                  </a:cubicBezTo>
                  <a:cubicBezTo>
                    <a:pt x="457" y="2127"/>
                    <a:pt x="525" y="2172"/>
                    <a:pt x="594" y="2218"/>
                  </a:cubicBezTo>
                  <a:cubicBezTo>
                    <a:pt x="799" y="2378"/>
                    <a:pt x="1028" y="2423"/>
                    <a:pt x="1279" y="2446"/>
                  </a:cubicBezTo>
                  <a:cubicBezTo>
                    <a:pt x="1312" y="2453"/>
                    <a:pt x="1348" y="2456"/>
                    <a:pt x="1384" y="2456"/>
                  </a:cubicBezTo>
                  <a:cubicBezTo>
                    <a:pt x="1471" y="2456"/>
                    <a:pt x="1563" y="2439"/>
                    <a:pt x="1644" y="2423"/>
                  </a:cubicBezTo>
                  <a:cubicBezTo>
                    <a:pt x="1667" y="2400"/>
                    <a:pt x="1690" y="2400"/>
                    <a:pt x="1735" y="2400"/>
                  </a:cubicBezTo>
                  <a:cubicBezTo>
                    <a:pt x="1804" y="2355"/>
                    <a:pt x="1895" y="2332"/>
                    <a:pt x="1963" y="2286"/>
                  </a:cubicBezTo>
                  <a:cubicBezTo>
                    <a:pt x="2032" y="2264"/>
                    <a:pt x="2055" y="2218"/>
                    <a:pt x="2123" y="2195"/>
                  </a:cubicBezTo>
                  <a:cubicBezTo>
                    <a:pt x="2169" y="2149"/>
                    <a:pt x="2215" y="2127"/>
                    <a:pt x="2237" y="2081"/>
                  </a:cubicBezTo>
                  <a:cubicBezTo>
                    <a:pt x="2306" y="2012"/>
                    <a:pt x="2352" y="1944"/>
                    <a:pt x="2397" y="1876"/>
                  </a:cubicBezTo>
                  <a:cubicBezTo>
                    <a:pt x="2443" y="1784"/>
                    <a:pt x="2488" y="1716"/>
                    <a:pt x="2511" y="1624"/>
                  </a:cubicBezTo>
                  <a:cubicBezTo>
                    <a:pt x="2511" y="1602"/>
                    <a:pt x="2534" y="1579"/>
                    <a:pt x="2534" y="1533"/>
                  </a:cubicBezTo>
                  <a:cubicBezTo>
                    <a:pt x="2557" y="1465"/>
                    <a:pt x="2580" y="1373"/>
                    <a:pt x="2580" y="1282"/>
                  </a:cubicBezTo>
                  <a:cubicBezTo>
                    <a:pt x="2580" y="1099"/>
                    <a:pt x="2534" y="940"/>
                    <a:pt x="2443" y="780"/>
                  </a:cubicBezTo>
                  <a:cubicBezTo>
                    <a:pt x="2374" y="643"/>
                    <a:pt x="2260" y="506"/>
                    <a:pt x="2123" y="415"/>
                  </a:cubicBezTo>
                  <a:cubicBezTo>
                    <a:pt x="2100" y="415"/>
                    <a:pt x="2100" y="415"/>
                    <a:pt x="2078" y="392"/>
                  </a:cubicBezTo>
                  <a:cubicBezTo>
                    <a:pt x="2032" y="369"/>
                    <a:pt x="1963" y="346"/>
                    <a:pt x="1895" y="323"/>
                  </a:cubicBezTo>
                  <a:lnTo>
                    <a:pt x="1872" y="323"/>
                  </a:lnTo>
                  <a:cubicBezTo>
                    <a:pt x="1804" y="301"/>
                    <a:pt x="1712" y="301"/>
                    <a:pt x="1644" y="301"/>
                  </a:cubicBezTo>
                  <a:cubicBezTo>
                    <a:pt x="1598" y="301"/>
                    <a:pt x="1553" y="301"/>
                    <a:pt x="1507" y="323"/>
                  </a:cubicBezTo>
                  <a:cubicBezTo>
                    <a:pt x="1484" y="278"/>
                    <a:pt x="1461" y="232"/>
                    <a:pt x="1416" y="186"/>
                  </a:cubicBezTo>
                  <a:cubicBezTo>
                    <a:pt x="1293" y="84"/>
                    <a:pt x="1152" y="0"/>
                    <a:pt x="9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7"/>
            <p:cNvSpPr/>
            <p:nvPr/>
          </p:nvSpPr>
          <p:spPr>
            <a:xfrm>
              <a:off x="3649350" y="1068850"/>
              <a:ext cx="67375" cy="59375"/>
            </a:xfrm>
            <a:custGeom>
              <a:avLst/>
              <a:gdLst/>
              <a:ahLst/>
              <a:cxnLst/>
              <a:rect l="l" t="t" r="r" b="b"/>
              <a:pathLst>
                <a:path w="2695" h="2375" extrusionOk="0">
                  <a:moveTo>
                    <a:pt x="1530" y="0"/>
                  </a:moveTo>
                  <a:cubicBezTo>
                    <a:pt x="1439" y="0"/>
                    <a:pt x="1347" y="0"/>
                    <a:pt x="1279" y="46"/>
                  </a:cubicBezTo>
                  <a:cubicBezTo>
                    <a:pt x="1119" y="92"/>
                    <a:pt x="982" y="160"/>
                    <a:pt x="868" y="274"/>
                  </a:cubicBezTo>
                  <a:cubicBezTo>
                    <a:pt x="845" y="274"/>
                    <a:pt x="845" y="297"/>
                    <a:pt x="845" y="297"/>
                  </a:cubicBezTo>
                  <a:lnTo>
                    <a:pt x="708" y="297"/>
                  </a:lnTo>
                  <a:cubicBezTo>
                    <a:pt x="526" y="297"/>
                    <a:pt x="343" y="365"/>
                    <a:pt x="229" y="502"/>
                  </a:cubicBezTo>
                  <a:lnTo>
                    <a:pt x="115" y="639"/>
                  </a:lnTo>
                  <a:cubicBezTo>
                    <a:pt x="46" y="753"/>
                    <a:pt x="24" y="868"/>
                    <a:pt x="24" y="982"/>
                  </a:cubicBezTo>
                  <a:cubicBezTo>
                    <a:pt x="1" y="1050"/>
                    <a:pt x="1" y="1096"/>
                    <a:pt x="24" y="1141"/>
                  </a:cubicBezTo>
                  <a:cubicBezTo>
                    <a:pt x="24" y="1278"/>
                    <a:pt x="46" y="1370"/>
                    <a:pt x="92" y="1484"/>
                  </a:cubicBezTo>
                  <a:cubicBezTo>
                    <a:pt x="160" y="1689"/>
                    <a:pt x="275" y="1872"/>
                    <a:pt x="434" y="2032"/>
                  </a:cubicBezTo>
                  <a:cubicBezTo>
                    <a:pt x="594" y="2169"/>
                    <a:pt x="800" y="2306"/>
                    <a:pt x="1005" y="2351"/>
                  </a:cubicBezTo>
                  <a:cubicBezTo>
                    <a:pt x="1119" y="2363"/>
                    <a:pt x="1233" y="2374"/>
                    <a:pt x="1345" y="2374"/>
                  </a:cubicBezTo>
                  <a:cubicBezTo>
                    <a:pt x="1456" y="2374"/>
                    <a:pt x="1564" y="2363"/>
                    <a:pt x="1667" y="2328"/>
                  </a:cubicBezTo>
                  <a:cubicBezTo>
                    <a:pt x="2101" y="2191"/>
                    <a:pt x="2420" y="1872"/>
                    <a:pt x="2557" y="1438"/>
                  </a:cubicBezTo>
                  <a:cubicBezTo>
                    <a:pt x="2694" y="959"/>
                    <a:pt x="2511" y="388"/>
                    <a:pt x="2078" y="137"/>
                  </a:cubicBezTo>
                  <a:cubicBezTo>
                    <a:pt x="1918" y="46"/>
                    <a:pt x="1781" y="23"/>
                    <a:pt x="15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3726400" y="889675"/>
              <a:ext cx="62775" cy="62325"/>
            </a:xfrm>
            <a:custGeom>
              <a:avLst/>
              <a:gdLst/>
              <a:ahLst/>
              <a:cxnLst/>
              <a:rect l="l" t="t" r="r" b="b"/>
              <a:pathLst>
                <a:path w="2511" h="2493" extrusionOk="0">
                  <a:moveTo>
                    <a:pt x="1073" y="0"/>
                  </a:moveTo>
                  <a:cubicBezTo>
                    <a:pt x="1004" y="23"/>
                    <a:pt x="959" y="23"/>
                    <a:pt x="890" y="46"/>
                  </a:cubicBezTo>
                  <a:cubicBezTo>
                    <a:pt x="799" y="69"/>
                    <a:pt x="685" y="114"/>
                    <a:pt x="594" y="183"/>
                  </a:cubicBezTo>
                  <a:cubicBezTo>
                    <a:pt x="434" y="274"/>
                    <a:pt x="320" y="411"/>
                    <a:pt x="274" y="594"/>
                  </a:cubicBezTo>
                  <a:cubicBezTo>
                    <a:pt x="251" y="639"/>
                    <a:pt x="251" y="685"/>
                    <a:pt x="251" y="731"/>
                  </a:cubicBezTo>
                  <a:cubicBezTo>
                    <a:pt x="228" y="753"/>
                    <a:pt x="228" y="753"/>
                    <a:pt x="206" y="776"/>
                  </a:cubicBezTo>
                  <a:cubicBezTo>
                    <a:pt x="91" y="913"/>
                    <a:pt x="0" y="1073"/>
                    <a:pt x="0" y="1255"/>
                  </a:cubicBezTo>
                  <a:cubicBezTo>
                    <a:pt x="23" y="1484"/>
                    <a:pt x="69" y="1712"/>
                    <a:pt x="206" y="1895"/>
                  </a:cubicBezTo>
                  <a:cubicBezTo>
                    <a:pt x="320" y="2077"/>
                    <a:pt x="479" y="2237"/>
                    <a:pt x="662" y="2351"/>
                  </a:cubicBezTo>
                  <a:cubicBezTo>
                    <a:pt x="840" y="2430"/>
                    <a:pt x="1019" y="2492"/>
                    <a:pt x="1212" y="2492"/>
                  </a:cubicBezTo>
                  <a:cubicBezTo>
                    <a:pt x="1242" y="2492"/>
                    <a:pt x="1271" y="2491"/>
                    <a:pt x="1301" y="2488"/>
                  </a:cubicBezTo>
                  <a:cubicBezTo>
                    <a:pt x="1507" y="2488"/>
                    <a:pt x="1735" y="2442"/>
                    <a:pt x="1917" y="2305"/>
                  </a:cubicBezTo>
                  <a:cubicBezTo>
                    <a:pt x="2100" y="2191"/>
                    <a:pt x="2260" y="2032"/>
                    <a:pt x="2351" y="1849"/>
                  </a:cubicBezTo>
                  <a:cubicBezTo>
                    <a:pt x="2442" y="1644"/>
                    <a:pt x="2511" y="1438"/>
                    <a:pt x="2511" y="1233"/>
                  </a:cubicBezTo>
                  <a:cubicBezTo>
                    <a:pt x="2511" y="1004"/>
                    <a:pt x="2465" y="776"/>
                    <a:pt x="2351" y="594"/>
                  </a:cubicBezTo>
                  <a:cubicBezTo>
                    <a:pt x="2283" y="525"/>
                    <a:pt x="2237" y="434"/>
                    <a:pt x="2146" y="365"/>
                  </a:cubicBezTo>
                  <a:cubicBezTo>
                    <a:pt x="2077" y="274"/>
                    <a:pt x="1986" y="206"/>
                    <a:pt x="1895" y="160"/>
                  </a:cubicBezTo>
                  <a:cubicBezTo>
                    <a:pt x="1689" y="46"/>
                    <a:pt x="1461" y="0"/>
                    <a:pt x="12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3695000" y="733650"/>
              <a:ext cx="61650" cy="58450"/>
            </a:xfrm>
            <a:custGeom>
              <a:avLst/>
              <a:gdLst/>
              <a:ahLst/>
              <a:cxnLst/>
              <a:rect l="l" t="t" r="r" b="b"/>
              <a:pathLst>
                <a:path w="2466" h="2338" extrusionOk="0">
                  <a:moveTo>
                    <a:pt x="1212" y="0"/>
                  </a:moveTo>
                  <a:cubicBezTo>
                    <a:pt x="1175" y="0"/>
                    <a:pt x="1136" y="3"/>
                    <a:pt x="1096" y="10"/>
                  </a:cubicBezTo>
                  <a:cubicBezTo>
                    <a:pt x="914" y="10"/>
                    <a:pt x="708" y="33"/>
                    <a:pt x="526" y="124"/>
                  </a:cubicBezTo>
                  <a:cubicBezTo>
                    <a:pt x="434" y="124"/>
                    <a:pt x="343" y="170"/>
                    <a:pt x="275" y="238"/>
                  </a:cubicBezTo>
                  <a:cubicBezTo>
                    <a:pt x="206" y="284"/>
                    <a:pt x="138" y="352"/>
                    <a:pt x="92" y="443"/>
                  </a:cubicBezTo>
                  <a:cubicBezTo>
                    <a:pt x="46" y="512"/>
                    <a:pt x="24" y="603"/>
                    <a:pt x="24" y="695"/>
                  </a:cubicBezTo>
                  <a:cubicBezTo>
                    <a:pt x="1" y="786"/>
                    <a:pt x="1" y="877"/>
                    <a:pt x="24" y="968"/>
                  </a:cubicBezTo>
                  <a:cubicBezTo>
                    <a:pt x="92" y="1128"/>
                    <a:pt x="183" y="1311"/>
                    <a:pt x="343" y="1379"/>
                  </a:cubicBezTo>
                  <a:cubicBezTo>
                    <a:pt x="389" y="1402"/>
                    <a:pt x="412" y="1402"/>
                    <a:pt x="434" y="1425"/>
                  </a:cubicBezTo>
                  <a:cubicBezTo>
                    <a:pt x="434" y="1471"/>
                    <a:pt x="457" y="1516"/>
                    <a:pt x="480" y="1562"/>
                  </a:cubicBezTo>
                  <a:cubicBezTo>
                    <a:pt x="503" y="1630"/>
                    <a:pt x="526" y="1699"/>
                    <a:pt x="549" y="1767"/>
                  </a:cubicBezTo>
                  <a:cubicBezTo>
                    <a:pt x="571" y="1790"/>
                    <a:pt x="571" y="1813"/>
                    <a:pt x="594" y="1813"/>
                  </a:cubicBezTo>
                  <a:cubicBezTo>
                    <a:pt x="640" y="1904"/>
                    <a:pt x="708" y="1996"/>
                    <a:pt x="777" y="2041"/>
                  </a:cubicBezTo>
                  <a:cubicBezTo>
                    <a:pt x="845" y="2087"/>
                    <a:pt x="891" y="2155"/>
                    <a:pt x="959" y="2178"/>
                  </a:cubicBezTo>
                  <a:cubicBezTo>
                    <a:pt x="1005" y="2201"/>
                    <a:pt x="1051" y="2224"/>
                    <a:pt x="1096" y="2247"/>
                  </a:cubicBezTo>
                  <a:cubicBezTo>
                    <a:pt x="1142" y="2269"/>
                    <a:pt x="1188" y="2292"/>
                    <a:pt x="1233" y="2292"/>
                  </a:cubicBezTo>
                  <a:cubicBezTo>
                    <a:pt x="1256" y="2315"/>
                    <a:pt x="1302" y="2315"/>
                    <a:pt x="1347" y="2315"/>
                  </a:cubicBezTo>
                  <a:cubicBezTo>
                    <a:pt x="1370" y="2315"/>
                    <a:pt x="1416" y="2338"/>
                    <a:pt x="1462" y="2338"/>
                  </a:cubicBezTo>
                  <a:lnTo>
                    <a:pt x="1484" y="2338"/>
                  </a:lnTo>
                  <a:cubicBezTo>
                    <a:pt x="1553" y="2315"/>
                    <a:pt x="1621" y="2315"/>
                    <a:pt x="1690" y="2292"/>
                  </a:cubicBezTo>
                  <a:cubicBezTo>
                    <a:pt x="1781" y="2292"/>
                    <a:pt x="1850" y="2247"/>
                    <a:pt x="1918" y="2224"/>
                  </a:cubicBezTo>
                  <a:cubicBezTo>
                    <a:pt x="1941" y="2201"/>
                    <a:pt x="1964" y="2201"/>
                    <a:pt x="1964" y="2178"/>
                  </a:cubicBezTo>
                  <a:cubicBezTo>
                    <a:pt x="2032" y="2133"/>
                    <a:pt x="2101" y="2087"/>
                    <a:pt x="2146" y="2041"/>
                  </a:cubicBezTo>
                  <a:cubicBezTo>
                    <a:pt x="2215" y="1973"/>
                    <a:pt x="2283" y="1881"/>
                    <a:pt x="2329" y="1790"/>
                  </a:cubicBezTo>
                  <a:cubicBezTo>
                    <a:pt x="2375" y="1699"/>
                    <a:pt x="2420" y="1608"/>
                    <a:pt x="2443" y="1516"/>
                  </a:cubicBezTo>
                  <a:cubicBezTo>
                    <a:pt x="2443" y="1402"/>
                    <a:pt x="2466" y="1311"/>
                    <a:pt x="2466" y="1197"/>
                  </a:cubicBezTo>
                  <a:cubicBezTo>
                    <a:pt x="2466" y="1105"/>
                    <a:pt x="2443" y="991"/>
                    <a:pt x="2420" y="877"/>
                  </a:cubicBezTo>
                  <a:cubicBezTo>
                    <a:pt x="2397" y="809"/>
                    <a:pt x="2352" y="740"/>
                    <a:pt x="2329" y="672"/>
                  </a:cubicBezTo>
                  <a:cubicBezTo>
                    <a:pt x="2306" y="649"/>
                    <a:pt x="2306" y="626"/>
                    <a:pt x="2283" y="603"/>
                  </a:cubicBezTo>
                  <a:cubicBezTo>
                    <a:pt x="2238" y="535"/>
                    <a:pt x="2192" y="466"/>
                    <a:pt x="2146" y="421"/>
                  </a:cubicBezTo>
                  <a:cubicBezTo>
                    <a:pt x="2123" y="398"/>
                    <a:pt x="2123" y="375"/>
                    <a:pt x="2101" y="352"/>
                  </a:cubicBezTo>
                  <a:cubicBezTo>
                    <a:pt x="2009" y="284"/>
                    <a:pt x="1918" y="215"/>
                    <a:pt x="1827" y="170"/>
                  </a:cubicBezTo>
                  <a:cubicBezTo>
                    <a:pt x="1713" y="124"/>
                    <a:pt x="1598" y="55"/>
                    <a:pt x="1484" y="33"/>
                  </a:cubicBezTo>
                  <a:cubicBezTo>
                    <a:pt x="1388" y="16"/>
                    <a:pt x="1302" y="0"/>
                    <a:pt x="12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3575750" y="855325"/>
              <a:ext cx="57650" cy="66900"/>
            </a:xfrm>
            <a:custGeom>
              <a:avLst/>
              <a:gdLst/>
              <a:ahLst/>
              <a:cxnLst/>
              <a:rect l="l" t="t" r="r" b="b"/>
              <a:pathLst>
                <a:path w="2306" h="2676" extrusionOk="0">
                  <a:moveTo>
                    <a:pt x="1223" y="0"/>
                  </a:moveTo>
                  <a:cubicBezTo>
                    <a:pt x="1196" y="0"/>
                    <a:pt x="1169" y="2"/>
                    <a:pt x="1141" y="5"/>
                  </a:cubicBezTo>
                  <a:cubicBezTo>
                    <a:pt x="982" y="27"/>
                    <a:pt x="868" y="50"/>
                    <a:pt x="708" y="119"/>
                  </a:cubicBezTo>
                  <a:cubicBezTo>
                    <a:pt x="617" y="164"/>
                    <a:pt x="548" y="233"/>
                    <a:pt x="480" y="278"/>
                  </a:cubicBezTo>
                  <a:cubicBezTo>
                    <a:pt x="343" y="415"/>
                    <a:pt x="274" y="598"/>
                    <a:pt x="274" y="781"/>
                  </a:cubicBezTo>
                  <a:cubicBezTo>
                    <a:pt x="274" y="963"/>
                    <a:pt x="343" y="1146"/>
                    <a:pt x="480" y="1283"/>
                  </a:cubicBezTo>
                  <a:cubicBezTo>
                    <a:pt x="502" y="1283"/>
                    <a:pt x="502" y="1306"/>
                    <a:pt x="525" y="1306"/>
                  </a:cubicBezTo>
                  <a:cubicBezTo>
                    <a:pt x="388" y="1328"/>
                    <a:pt x="297" y="1397"/>
                    <a:pt x="206" y="1488"/>
                  </a:cubicBezTo>
                  <a:cubicBezTo>
                    <a:pt x="69" y="1602"/>
                    <a:pt x="0" y="1808"/>
                    <a:pt x="0" y="1968"/>
                  </a:cubicBezTo>
                  <a:cubicBezTo>
                    <a:pt x="0" y="2150"/>
                    <a:pt x="69" y="2333"/>
                    <a:pt x="206" y="2470"/>
                  </a:cubicBezTo>
                  <a:cubicBezTo>
                    <a:pt x="343" y="2584"/>
                    <a:pt x="502" y="2675"/>
                    <a:pt x="685" y="2675"/>
                  </a:cubicBezTo>
                  <a:cubicBezTo>
                    <a:pt x="1256" y="2675"/>
                    <a:pt x="1803" y="2356"/>
                    <a:pt x="2077" y="1876"/>
                  </a:cubicBezTo>
                  <a:cubicBezTo>
                    <a:pt x="2123" y="1831"/>
                    <a:pt x="2146" y="1762"/>
                    <a:pt x="2169" y="1694"/>
                  </a:cubicBezTo>
                  <a:cubicBezTo>
                    <a:pt x="2214" y="1625"/>
                    <a:pt x="2237" y="1557"/>
                    <a:pt x="2260" y="1488"/>
                  </a:cubicBezTo>
                  <a:cubicBezTo>
                    <a:pt x="2283" y="1306"/>
                    <a:pt x="2306" y="1146"/>
                    <a:pt x="2283" y="963"/>
                  </a:cubicBezTo>
                  <a:cubicBezTo>
                    <a:pt x="2260" y="803"/>
                    <a:pt x="2214" y="644"/>
                    <a:pt x="2100" y="507"/>
                  </a:cubicBezTo>
                  <a:cubicBezTo>
                    <a:pt x="2009" y="347"/>
                    <a:pt x="1872" y="210"/>
                    <a:pt x="1712" y="119"/>
                  </a:cubicBezTo>
                  <a:cubicBezTo>
                    <a:pt x="1554" y="59"/>
                    <a:pt x="1396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3497000" y="967025"/>
              <a:ext cx="53650" cy="54900"/>
            </a:xfrm>
            <a:custGeom>
              <a:avLst/>
              <a:gdLst/>
              <a:ahLst/>
              <a:cxnLst/>
              <a:rect l="l" t="t" r="r" b="b"/>
              <a:pathLst>
                <a:path w="2146" h="2196" extrusionOk="0">
                  <a:moveTo>
                    <a:pt x="1223" y="1"/>
                  </a:moveTo>
                  <a:cubicBezTo>
                    <a:pt x="1151" y="1"/>
                    <a:pt x="1078" y="11"/>
                    <a:pt x="1005" y="33"/>
                  </a:cubicBezTo>
                  <a:cubicBezTo>
                    <a:pt x="936" y="56"/>
                    <a:pt x="891" y="79"/>
                    <a:pt x="822" y="124"/>
                  </a:cubicBezTo>
                  <a:cubicBezTo>
                    <a:pt x="799" y="124"/>
                    <a:pt x="754" y="102"/>
                    <a:pt x="731" y="102"/>
                  </a:cubicBezTo>
                  <a:cubicBezTo>
                    <a:pt x="594" y="102"/>
                    <a:pt x="480" y="147"/>
                    <a:pt x="388" y="193"/>
                  </a:cubicBezTo>
                  <a:cubicBezTo>
                    <a:pt x="229" y="307"/>
                    <a:pt x="114" y="444"/>
                    <a:pt x="69" y="627"/>
                  </a:cubicBezTo>
                  <a:cubicBezTo>
                    <a:pt x="46" y="649"/>
                    <a:pt x="46" y="672"/>
                    <a:pt x="46" y="718"/>
                  </a:cubicBezTo>
                  <a:cubicBezTo>
                    <a:pt x="23" y="809"/>
                    <a:pt x="0" y="901"/>
                    <a:pt x="0" y="992"/>
                  </a:cubicBezTo>
                  <a:cubicBezTo>
                    <a:pt x="0" y="1015"/>
                    <a:pt x="0" y="1060"/>
                    <a:pt x="0" y="1083"/>
                  </a:cubicBezTo>
                  <a:cubicBezTo>
                    <a:pt x="23" y="1174"/>
                    <a:pt x="23" y="1266"/>
                    <a:pt x="46" y="1357"/>
                  </a:cubicBezTo>
                  <a:cubicBezTo>
                    <a:pt x="46" y="1380"/>
                    <a:pt x="69" y="1425"/>
                    <a:pt x="69" y="1448"/>
                  </a:cubicBezTo>
                  <a:cubicBezTo>
                    <a:pt x="114" y="1540"/>
                    <a:pt x="137" y="1608"/>
                    <a:pt x="183" y="1699"/>
                  </a:cubicBezTo>
                  <a:cubicBezTo>
                    <a:pt x="183" y="1722"/>
                    <a:pt x="206" y="1745"/>
                    <a:pt x="229" y="1791"/>
                  </a:cubicBezTo>
                  <a:cubicBezTo>
                    <a:pt x="274" y="1859"/>
                    <a:pt x="343" y="1928"/>
                    <a:pt x="388" y="1996"/>
                  </a:cubicBezTo>
                  <a:cubicBezTo>
                    <a:pt x="480" y="2087"/>
                    <a:pt x="594" y="2133"/>
                    <a:pt x="708" y="2179"/>
                  </a:cubicBezTo>
                  <a:cubicBezTo>
                    <a:pt x="765" y="2190"/>
                    <a:pt x="828" y="2196"/>
                    <a:pt x="891" y="2196"/>
                  </a:cubicBezTo>
                  <a:cubicBezTo>
                    <a:pt x="953" y="2196"/>
                    <a:pt x="1016" y="2190"/>
                    <a:pt x="1073" y="2179"/>
                  </a:cubicBezTo>
                  <a:cubicBezTo>
                    <a:pt x="1210" y="2133"/>
                    <a:pt x="1324" y="2087"/>
                    <a:pt x="1461" y="2019"/>
                  </a:cubicBezTo>
                  <a:cubicBezTo>
                    <a:pt x="1575" y="1973"/>
                    <a:pt x="1689" y="1882"/>
                    <a:pt x="1781" y="1791"/>
                  </a:cubicBezTo>
                  <a:cubicBezTo>
                    <a:pt x="1804" y="1768"/>
                    <a:pt x="1826" y="1745"/>
                    <a:pt x="1849" y="1722"/>
                  </a:cubicBezTo>
                  <a:cubicBezTo>
                    <a:pt x="1918" y="1654"/>
                    <a:pt x="1986" y="1585"/>
                    <a:pt x="2009" y="1517"/>
                  </a:cubicBezTo>
                  <a:cubicBezTo>
                    <a:pt x="2100" y="1334"/>
                    <a:pt x="2146" y="1174"/>
                    <a:pt x="2146" y="992"/>
                  </a:cubicBezTo>
                  <a:cubicBezTo>
                    <a:pt x="2146" y="649"/>
                    <a:pt x="1986" y="284"/>
                    <a:pt x="1667" y="124"/>
                  </a:cubicBezTo>
                  <a:cubicBezTo>
                    <a:pt x="1527" y="47"/>
                    <a:pt x="1377" y="1"/>
                    <a:pt x="12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3631100" y="953900"/>
              <a:ext cx="51375" cy="59050"/>
            </a:xfrm>
            <a:custGeom>
              <a:avLst/>
              <a:gdLst/>
              <a:ahLst/>
              <a:cxnLst/>
              <a:rect l="l" t="t" r="r" b="b"/>
              <a:pathLst>
                <a:path w="2055" h="2362" extrusionOk="0">
                  <a:moveTo>
                    <a:pt x="742" y="1"/>
                  </a:moveTo>
                  <a:cubicBezTo>
                    <a:pt x="677" y="1"/>
                    <a:pt x="613" y="17"/>
                    <a:pt x="548" y="33"/>
                  </a:cubicBezTo>
                  <a:cubicBezTo>
                    <a:pt x="457" y="56"/>
                    <a:pt x="388" y="102"/>
                    <a:pt x="320" y="147"/>
                  </a:cubicBezTo>
                  <a:cubicBezTo>
                    <a:pt x="251" y="193"/>
                    <a:pt x="183" y="261"/>
                    <a:pt x="137" y="353"/>
                  </a:cubicBezTo>
                  <a:cubicBezTo>
                    <a:pt x="46" y="513"/>
                    <a:pt x="0" y="695"/>
                    <a:pt x="69" y="878"/>
                  </a:cubicBezTo>
                  <a:cubicBezTo>
                    <a:pt x="92" y="946"/>
                    <a:pt x="114" y="992"/>
                    <a:pt x="137" y="1060"/>
                  </a:cubicBezTo>
                  <a:cubicBezTo>
                    <a:pt x="137" y="1060"/>
                    <a:pt x="137" y="1083"/>
                    <a:pt x="114" y="1083"/>
                  </a:cubicBezTo>
                  <a:cubicBezTo>
                    <a:pt x="114" y="1106"/>
                    <a:pt x="114" y="1129"/>
                    <a:pt x="114" y="1152"/>
                  </a:cubicBezTo>
                  <a:cubicBezTo>
                    <a:pt x="92" y="1220"/>
                    <a:pt x="69" y="1311"/>
                    <a:pt x="69" y="1380"/>
                  </a:cubicBezTo>
                  <a:cubicBezTo>
                    <a:pt x="69" y="1654"/>
                    <a:pt x="183" y="1882"/>
                    <a:pt x="343" y="2065"/>
                  </a:cubicBezTo>
                  <a:cubicBezTo>
                    <a:pt x="411" y="2133"/>
                    <a:pt x="502" y="2202"/>
                    <a:pt x="571" y="2247"/>
                  </a:cubicBezTo>
                  <a:cubicBezTo>
                    <a:pt x="708" y="2316"/>
                    <a:pt x="822" y="2361"/>
                    <a:pt x="959" y="2361"/>
                  </a:cubicBezTo>
                  <a:cubicBezTo>
                    <a:pt x="1073" y="2361"/>
                    <a:pt x="1164" y="2339"/>
                    <a:pt x="1233" y="2293"/>
                  </a:cubicBezTo>
                  <a:cubicBezTo>
                    <a:pt x="1324" y="2270"/>
                    <a:pt x="1393" y="2224"/>
                    <a:pt x="1461" y="2156"/>
                  </a:cubicBezTo>
                  <a:lnTo>
                    <a:pt x="1507" y="2110"/>
                  </a:lnTo>
                  <a:cubicBezTo>
                    <a:pt x="1621" y="2019"/>
                    <a:pt x="1735" y="1928"/>
                    <a:pt x="1849" y="1814"/>
                  </a:cubicBezTo>
                  <a:cubicBezTo>
                    <a:pt x="1940" y="1722"/>
                    <a:pt x="1986" y="1631"/>
                    <a:pt x="2032" y="1517"/>
                  </a:cubicBezTo>
                  <a:cubicBezTo>
                    <a:pt x="2055" y="1380"/>
                    <a:pt x="2055" y="1266"/>
                    <a:pt x="2032" y="1152"/>
                  </a:cubicBezTo>
                  <a:cubicBezTo>
                    <a:pt x="1986" y="1015"/>
                    <a:pt x="1940" y="901"/>
                    <a:pt x="1849" y="786"/>
                  </a:cubicBezTo>
                  <a:cubicBezTo>
                    <a:pt x="1781" y="672"/>
                    <a:pt x="1689" y="558"/>
                    <a:pt x="1598" y="467"/>
                  </a:cubicBezTo>
                  <a:cubicBezTo>
                    <a:pt x="1507" y="376"/>
                    <a:pt x="1415" y="284"/>
                    <a:pt x="1301" y="216"/>
                  </a:cubicBezTo>
                  <a:cubicBezTo>
                    <a:pt x="1233" y="170"/>
                    <a:pt x="1164" y="124"/>
                    <a:pt x="1096" y="102"/>
                  </a:cubicBezTo>
                  <a:cubicBezTo>
                    <a:pt x="1005" y="56"/>
                    <a:pt x="913" y="10"/>
                    <a:pt x="822" y="10"/>
                  </a:cubicBezTo>
                  <a:cubicBezTo>
                    <a:pt x="795" y="4"/>
                    <a:pt x="769" y="1"/>
                    <a:pt x="7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3469025" y="509050"/>
              <a:ext cx="57100" cy="68500"/>
            </a:xfrm>
            <a:custGeom>
              <a:avLst/>
              <a:gdLst/>
              <a:ahLst/>
              <a:cxnLst/>
              <a:rect l="l" t="t" r="r" b="b"/>
              <a:pathLst>
                <a:path w="2284" h="2740" extrusionOk="0">
                  <a:moveTo>
                    <a:pt x="719" y="1"/>
                  </a:moveTo>
                  <a:cubicBezTo>
                    <a:pt x="599" y="1"/>
                    <a:pt x="473" y="31"/>
                    <a:pt x="366" y="92"/>
                  </a:cubicBezTo>
                  <a:cubicBezTo>
                    <a:pt x="229" y="183"/>
                    <a:pt x="92" y="343"/>
                    <a:pt x="47" y="503"/>
                  </a:cubicBezTo>
                  <a:cubicBezTo>
                    <a:pt x="1" y="685"/>
                    <a:pt x="24" y="891"/>
                    <a:pt x="115" y="1051"/>
                  </a:cubicBezTo>
                  <a:cubicBezTo>
                    <a:pt x="161" y="1096"/>
                    <a:pt x="206" y="1142"/>
                    <a:pt x="252" y="1188"/>
                  </a:cubicBezTo>
                  <a:cubicBezTo>
                    <a:pt x="183" y="1256"/>
                    <a:pt x="161" y="1325"/>
                    <a:pt x="138" y="1416"/>
                  </a:cubicBezTo>
                  <a:cubicBezTo>
                    <a:pt x="115" y="1461"/>
                    <a:pt x="115" y="1507"/>
                    <a:pt x="92" y="1553"/>
                  </a:cubicBezTo>
                  <a:cubicBezTo>
                    <a:pt x="92" y="1598"/>
                    <a:pt x="92" y="1644"/>
                    <a:pt x="92" y="1690"/>
                  </a:cubicBezTo>
                  <a:cubicBezTo>
                    <a:pt x="92" y="1827"/>
                    <a:pt x="115" y="1941"/>
                    <a:pt x="161" y="2078"/>
                  </a:cubicBezTo>
                  <a:cubicBezTo>
                    <a:pt x="252" y="2283"/>
                    <a:pt x="412" y="2443"/>
                    <a:pt x="594" y="2557"/>
                  </a:cubicBezTo>
                  <a:cubicBezTo>
                    <a:pt x="777" y="2671"/>
                    <a:pt x="960" y="2717"/>
                    <a:pt x="1165" y="2740"/>
                  </a:cubicBezTo>
                  <a:cubicBezTo>
                    <a:pt x="1256" y="2740"/>
                    <a:pt x="1370" y="2717"/>
                    <a:pt x="1462" y="2694"/>
                  </a:cubicBezTo>
                  <a:cubicBezTo>
                    <a:pt x="1507" y="2694"/>
                    <a:pt x="1553" y="2671"/>
                    <a:pt x="1599" y="2648"/>
                  </a:cubicBezTo>
                  <a:cubicBezTo>
                    <a:pt x="1644" y="2626"/>
                    <a:pt x="1690" y="2603"/>
                    <a:pt x="1736" y="2580"/>
                  </a:cubicBezTo>
                  <a:cubicBezTo>
                    <a:pt x="1895" y="2466"/>
                    <a:pt x="2055" y="2329"/>
                    <a:pt x="2146" y="2123"/>
                  </a:cubicBezTo>
                  <a:cubicBezTo>
                    <a:pt x="2215" y="1941"/>
                    <a:pt x="2283" y="1758"/>
                    <a:pt x="2283" y="1553"/>
                  </a:cubicBezTo>
                  <a:cubicBezTo>
                    <a:pt x="2283" y="1165"/>
                    <a:pt x="2124" y="800"/>
                    <a:pt x="1850" y="548"/>
                  </a:cubicBezTo>
                  <a:cubicBezTo>
                    <a:pt x="1599" y="297"/>
                    <a:pt x="1256" y="138"/>
                    <a:pt x="891" y="23"/>
                  </a:cubicBezTo>
                  <a:cubicBezTo>
                    <a:pt x="838" y="8"/>
                    <a:pt x="779" y="1"/>
                    <a:pt x="7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3213950" y="588725"/>
              <a:ext cx="58800" cy="61400"/>
            </a:xfrm>
            <a:custGeom>
              <a:avLst/>
              <a:gdLst/>
              <a:ahLst/>
              <a:cxnLst/>
              <a:rect l="l" t="t" r="r" b="b"/>
              <a:pathLst>
                <a:path w="2352" h="2456" extrusionOk="0">
                  <a:moveTo>
                    <a:pt x="910" y="0"/>
                  </a:moveTo>
                  <a:cubicBezTo>
                    <a:pt x="844" y="0"/>
                    <a:pt x="782" y="21"/>
                    <a:pt x="731" y="55"/>
                  </a:cubicBezTo>
                  <a:cubicBezTo>
                    <a:pt x="640" y="78"/>
                    <a:pt x="572" y="146"/>
                    <a:pt x="503" y="215"/>
                  </a:cubicBezTo>
                  <a:cubicBezTo>
                    <a:pt x="412" y="283"/>
                    <a:pt x="343" y="420"/>
                    <a:pt x="321" y="534"/>
                  </a:cubicBezTo>
                  <a:cubicBezTo>
                    <a:pt x="321" y="534"/>
                    <a:pt x="298" y="557"/>
                    <a:pt x="298" y="557"/>
                  </a:cubicBezTo>
                  <a:cubicBezTo>
                    <a:pt x="184" y="694"/>
                    <a:pt x="138" y="762"/>
                    <a:pt x="69" y="945"/>
                  </a:cubicBezTo>
                  <a:cubicBezTo>
                    <a:pt x="24" y="1036"/>
                    <a:pt x="24" y="1150"/>
                    <a:pt x="24" y="1242"/>
                  </a:cubicBezTo>
                  <a:cubicBezTo>
                    <a:pt x="1" y="1447"/>
                    <a:pt x="69" y="1653"/>
                    <a:pt x="138" y="1812"/>
                  </a:cubicBezTo>
                  <a:cubicBezTo>
                    <a:pt x="206" y="1949"/>
                    <a:pt x="298" y="2063"/>
                    <a:pt x="412" y="2155"/>
                  </a:cubicBezTo>
                  <a:cubicBezTo>
                    <a:pt x="526" y="2246"/>
                    <a:pt x="594" y="2292"/>
                    <a:pt x="709" y="2360"/>
                  </a:cubicBezTo>
                  <a:cubicBezTo>
                    <a:pt x="846" y="2406"/>
                    <a:pt x="937" y="2429"/>
                    <a:pt x="1097" y="2451"/>
                  </a:cubicBezTo>
                  <a:cubicBezTo>
                    <a:pt x="1118" y="2454"/>
                    <a:pt x="1140" y="2455"/>
                    <a:pt x="1163" y="2455"/>
                  </a:cubicBezTo>
                  <a:cubicBezTo>
                    <a:pt x="1354" y="2455"/>
                    <a:pt x="1570" y="2373"/>
                    <a:pt x="1713" y="2292"/>
                  </a:cubicBezTo>
                  <a:cubicBezTo>
                    <a:pt x="1895" y="2178"/>
                    <a:pt x="2055" y="2018"/>
                    <a:pt x="2169" y="1835"/>
                  </a:cubicBezTo>
                  <a:cubicBezTo>
                    <a:pt x="2284" y="1653"/>
                    <a:pt x="2352" y="1424"/>
                    <a:pt x="2329" y="1219"/>
                  </a:cubicBezTo>
                  <a:cubicBezTo>
                    <a:pt x="2306" y="991"/>
                    <a:pt x="2261" y="785"/>
                    <a:pt x="2147" y="603"/>
                  </a:cubicBezTo>
                  <a:cubicBezTo>
                    <a:pt x="2010" y="420"/>
                    <a:pt x="1850" y="260"/>
                    <a:pt x="1644" y="146"/>
                  </a:cubicBezTo>
                  <a:cubicBezTo>
                    <a:pt x="1466" y="67"/>
                    <a:pt x="1288" y="5"/>
                    <a:pt x="1079" y="5"/>
                  </a:cubicBezTo>
                  <a:cubicBezTo>
                    <a:pt x="1048" y="5"/>
                    <a:pt x="1015" y="6"/>
                    <a:pt x="982" y="9"/>
                  </a:cubicBezTo>
                  <a:cubicBezTo>
                    <a:pt x="958" y="3"/>
                    <a:pt x="934" y="0"/>
                    <a:pt x="9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3102700" y="860475"/>
              <a:ext cx="46800" cy="59475"/>
            </a:xfrm>
            <a:custGeom>
              <a:avLst/>
              <a:gdLst/>
              <a:ahLst/>
              <a:cxnLst/>
              <a:rect l="l" t="t" r="r" b="b"/>
              <a:pathLst>
                <a:path w="1872" h="2379" extrusionOk="0">
                  <a:moveTo>
                    <a:pt x="946" y="1"/>
                  </a:moveTo>
                  <a:cubicBezTo>
                    <a:pt x="928" y="1"/>
                    <a:pt x="909" y="2"/>
                    <a:pt x="890" y="4"/>
                  </a:cubicBezTo>
                  <a:cubicBezTo>
                    <a:pt x="685" y="4"/>
                    <a:pt x="525" y="72"/>
                    <a:pt x="388" y="209"/>
                  </a:cubicBezTo>
                  <a:cubicBezTo>
                    <a:pt x="228" y="346"/>
                    <a:pt x="160" y="529"/>
                    <a:pt x="69" y="712"/>
                  </a:cubicBezTo>
                  <a:cubicBezTo>
                    <a:pt x="23" y="849"/>
                    <a:pt x="0" y="1008"/>
                    <a:pt x="0" y="1145"/>
                  </a:cubicBezTo>
                  <a:cubicBezTo>
                    <a:pt x="0" y="1510"/>
                    <a:pt x="137" y="1830"/>
                    <a:pt x="365" y="2104"/>
                  </a:cubicBezTo>
                  <a:cubicBezTo>
                    <a:pt x="434" y="2172"/>
                    <a:pt x="525" y="2241"/>
                    <a:pt x="593" y="2287"/>
                  </a:cubicBezTo>
                  <a:cubicBezTo>
                    <a:pt x="709" y="2349"/>
                    <a:pt x="833" y="2379"/>
                    <a:pt x="957" y="2379"/>
                  </a:cubicBezTo>
                  <a:cubicBezTo>
                    <a:pt x="1102" y="2379"/>
                    <a:pt x="1246" y="2338"/>
                    <a:pt x="1370" y="2264"/>
                  </a:cubicBezTo>
                  <a:cubicBezTo>
                    <a:pt x="1529" y="2172"/>
                    <a:pt x="1666" y="2035"/>
                    <a:pt x="1735" y="1876"/>
                  </a:cubicBezTo>
                  <a:cubicBezTo>
                    <a:pt x="1826" y="1693"/>
                    <a:pt x="1872" y="1556"/>
                    <a:pt x="1872" y="1351"/>
                  </a:cubicBezTo>
                  <a:cubicBezTo>
                    <a:pt x="1872" y="1214"/>
                    <a:pt x="1849" y="1077"/>
                    <a:pt x="1803" y="963"/>
                  </a:cubicBezTo>
                  <a:cubicBezTo>
                    <a:pt x="1780" y="871"/>
                    <a:pt x="1758" y="780"/>
                    <a:pt x="1689" y="712"/>
                  </a:cubicBezTo>
                  <a:cubicBezTo>
                    <a:pt x="1643" y="643"/>
                    <a:pt x="1598" y="575"/>
                    <a:pt x="1552" y="529"/>
                  </a:cubicBezTo>
                  <a:cubicBezTo>
                    <a:pt x="1529" y="415"/>
                    <a:pt x="1461" y="278"/>
                    <a:pt x="1370" y="209"/>
                  </a:cubicBezTo>
                  <a:cubicBezTo>
                    <a:pt x="1247" y="87"/>
                    <a:pt x="1106" y="1"/>
                    <a:pt x="9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3158600" y="1081400"/>
              <a:ext cx="54250" cy="54100"/>
            </a:xfrm>
            <a:custGeom>
              <a:avLst/>
              <a:gdLst/>
              <a:ahLst/>
              <a:cxnLst/>
              <a:rect l="l" t="t" r="r" b="b"/>
              <a:pathLst>
                <a:path w="2170" h="2164" extrusionOk="0">
                  <a:moveTo>
                    <a:pt x="948" y="0"/>
                  </a:moveTo>
                  <a:cubicBezTo>
                    <a:pt x="857" y="0"/>
                    <a:pt x="766" y="12"/>
                    <a:pt x="663" y="46"/>
                  </a:cubicBezTo>
                  <a:cubicBezTo>
                    <a:pt x="572" y="69"/>
                    <a:pt x="503" y="115"/>
                    <a:pt x="435" y="160"/>
                  </a:cubicBezTo>
                  <a:cubicBezTo>
                    <a:pt x="343" y="206"/>
                    <a:pt x="298" y="274"/>
                    <a:pt x="252" y="366"/>
                  </a:cubicBezTo>
                  <a:cubicBezTo>
                    <a:pt x="229" y="411"/>
                    <a:pt x="206" y="480"/>
                    <a:pt x="184" y="525"/>
                  </a:cubicBezTo>
                  <a:cubicBezTo>
                    <a:pt x="161" y="571"/>
                    <a:pt x="138" y="594"/>
                    <a:pt x="115" y="639"/>
                  </a:cubicBezTo>
                  <a:lnTo>
                    <a:pt x="47" y="799"/>
                  </a:lnTo>
                  <a:cubicBezTo>
                    <a:pt x="1" y="913"/>
                    <a:pt x="1" y="1050"/>
                    <a:pt x="47" y="1164"/>
                  </a:cubicBezTo>
                  <a:cubicBezTo>
                    <a:pt x="47" y="1210"/>
                    <a:pt x="47" y="1256"/>
                    <a:pt x="69" y="1279"/>
                  </a:cubicBezTo>
                  <a:cubicBezTo>
                    <a:pt x="92" y="1370"/>
                    <a:pt x="138" y="1461"/>
                    <a:pt x="184" y="1552"/>
                  </a:cubicBezTo>
                  <a:cubicBezTo>
                    <a:pt x="206" y="1575"/>
                    <a:pt x="206" y="1598"/>
                    <a:pt x="229" y="1644"/>
                  </a:cubicBezTo>
                  <a:cubicBezTo>
                    <a:pt x="298" y="1712"/>
                    <a:pt x="343" y="1804"/>
                    <a:pt x="412" y="1872"/>
                  </a:cubicBezTo>
                  <a:cubicBezTo>
                    <a:pt x="435" y="1895"/>
                    <a:pt x="457" y="1918"/>
                    <a:pt x="503" y="1941"/>
                  </a:cubicBezTo>
                  <a:cubicBezTo>
                    <a:pt x="594" y="2032"/>
                    <a:pt x="686" y="2100"/>
                    <a:pt x="823" y="2146"/>
                  </a:cubicBezTo>
                  <a:lnTo>
                    <a:pt x="914" y="2146"/>
                  </a:lnTo>
                  <a:cubicBezTo>
                    <a:pt x="960" y="2157"/>
                    <a:pt x="1005" y="2163"/>
                    <a:pt x="1054" y="2163"/>
                  </a:cubicBezTo>
                  <a:cubicBezTo>
                    <a:pt x="1102" y="2163"/>
                    <a:pt x="1154" y="2157"/>
                    <a:pt x="1211" y="2146"/>
                  </a:cubicBezTo>
                  <a:cubicBezTo>
                    <a:pt x="1211" y="2146"/>
                    <a:pt x="1211" y="2123"/>
                    <a:pt x="1233" y="2123"/>
                  </a:cubicBezTo>
                  <a:cubicBezTo>
                    <a:pt x="1325" y="2100"/>
                    <a:pt x="1416" y="2055"/>
                    <a:pt x="1485" y="2032"/>
                  </a:cubicBezTo>
                  <a:cubicBezTo>
                    <a:pt x="1530" y="2009"/>
                    <a:pt x="1553" y="1986"/>
                    <a:pt x="1599" y="1963"/>
                  </a:cubicBezTo>
                  <a:cubicBezTo>
                    <a:pt x="1667" y="1918"/>
                    <a:pt x="1736" y="1849"/>
                    <a:pt x="1804" y="1804"/>
                  </a:cubicBezTo>
                  <a:cubicBezTo>
                    <a:pt x="1850" y="1758"/>
                    <a:pt x="1895" y="1689"/>
                    <a:pt x="1941" y="1644"/>
                  </a:cubicBezTo>
                  <a:cubicBezTo>
                    <a:pt x="1964" y="1598"/>
                    <a:pt x="2010" y="1552"/>
                    <a:pt x="2032" y="1484"/>
                  </a:cubicBezTo>
                  <a:cubicBezTo>
                    <a:pt x="2078" y="1438"/>
                    <a:pt x="2124" y="1347"/>
                    <a:pt x="2124" y="1279"/>
                  </a:cubicBezTo>
                  <a:cubicBezTo>
                    <a:pt x="2146" y="1256"/>
                    <a:pt x="2146" y="1233"/>
                    <a:pt x="2146" y="1187"/>
                  </a:cubicBezTo>
                  <a:cubicBezTo>
                    <a:pt x="2169" y="1096"/>
                    <a:pt x="2169" y="1005"/>
                    <a:pt x="2124" y="913"/>
                  </a:cubicBezTo>
                  <a:cubicBezTo>
                    <a:pt x="2124" y="913"/>
                    <a:pt x="2124" y="891"/>
                    <a:pt x="2124" y="891"/>
                  </a:cubicBezTo>
                  <a:cubicBezTo>
                    <a:pt x="2055" y="594"/>
                    <a:pt x="1850" y="343"/>
                    <a:pt x="1599" y="183"/>
                  </a:cubicBezTo>
                  <a:cubicBezTo>
                    <a:pt x="1530" y="137"/>
                    <a:pt x="1416" y="92"/>
                    <a:pt x="1348" y="69"/>
                  </a:cubicBezTo>
                  <a:cubicBezTo>
                    <a:pt x="1302" y="46"/>
                    <a:pt x="1279" y="46"/>
                    <a:pt x="1233" y="23"/>
                  </a:cubicBezTo>
                  <a:cubicBezTo>
                    <a:pt x="1131" y="12"/>
                    <a:pt x="1039" y="0"/>
                    <a:pt x="9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3247050" y="1265700"/>
              <a:ext cx="62800" cy="60750"/>
            </a:xfrm>
            <a:custGeom>
              <a:avLst/>
              <a:gdLst/>
              <a:ahLst/>
              <a:cxnLst/>
              <a:rect l="l" t="t" r="r" b="b"/>
              <a:pathLst>
                <a:path w="2512" h="2430" extrusionOk="0">
                  <a:moveTo>
                    <a:pt x="1621" y="1"/>
                  </a:moveTo>
                  <a:cubicBezTo>
                    <a:pt x="1439" y="1"/>
                    <a:pt x="1233" y="69"/>
                    <a:pt x="1119" y="206"/>
                  </a:cubicBezTo>
                  <a:cubicBezTo>
                    <a:pt x="1119" y="206"/>
                    <a:pt x="1119" y="229"/>
                    <a:pt x="1096" y="229"/>
                  </a:cubicBezTo>
                  <a:cubicBezTo>
                    <a:pt x="990" y="168"/>
                    <a:pt x="873" y="138"/>
                    <a:pt x="760" y="138"/>
                  </a:cubicBezTo>
                  <a:cubicBezTo>
                    <a:pt x="703" y="138"/>
                    <a:pt x="648" y="145"/>
                    <a:pt x="594" y="161"/>
                  </a:cubicBezTo>
                  <a:cubicBezTo>
                    <a:pt x="412" y="229"/>
                    <a:pt x="275" y="320"/>
                    <a:pt x="161" y="480"/>
                  </a:cubicBezTo>
                  <a:cubicBezTo>
                    <a:pt x="69" y="663"/>
                    <a:pt x="1" y="868"/>
                    <a:pt x="1" y="1097"/>
                  </a:cubicBezTo>
                  <a:cubicBezTo>
                    <a:pt x="1" y="1302"/>
                    <a:pt x="69" y="1507"/>
                    <a:pt x="138" y="1690"/>
                  </a:cubicBezTo>
                  <a:cubicBezTo>
                    <a:pt x="206" y="1827"/>
                    <a:pt x="298" y="1964"/>
                    <a:pt x="412" y="2078"/>
                  </a:cubicBezTo>
                  <a:cubicBezTo>
                    <a:pt x="571" y="2215"/>
                    <a:pt x="731" y="2306"/>
                    <a:pt x="937" y="2375"/>
                  </a:cubicBezTo>
                  <a:cubicBezTo>
                    <a:pt x="1050" y="2412"/>
                    <a:pt x="1170" y="2429"/>
                    <a:pt x="1289" y="2429"/>
                  </a:cubicBezTo>
                  <a:cubicBezTo>
                    <a:pt x="1387" y="2429"/>
                    <a:pt x="1483" y="2418"/>
                    <a:pt x="1576" y="2398"/>
                  </a:cubicBezTo>
                  <a:cubicBezTo>
                    <a:pt x="1758" y="2352"/>
                    <a:pt x="1941" y="2238"/>
                    <a:pt x="2078" y="2101"/>
                  </a:cubicBezTo>
                  <a:cubicBezTo>
                    <a:pt x="2146" y="2055"/>
                    <a:pt x="2215" y="1964"/>
                    <a:pt x="2261" y="1895"/>
                  </a:cubicBezTo>
                  <a:cubicBezTo>
                    <a:pt x="2306" y="1850"/>
                    <a:pt x="2329" y="1804"/>
                    <a:pt x="2352" y="1781"/>
                  </a:cubicBezTo>
                  <a:cubicBezTo>
                    <a:pt x="2375" y="1690"/>
                    <a:pt x="2420" y="1599"/>
                    <a:pt x="2443" y="1507"/>
                  </a:cubicBezTo>
                  <a:cubicBezTo>
                    <a:pt x="2489" y="1393"/>
                    <a:pt x="2489" y="1302"/>
                    <a:pt x="2512" y="1188"/>
                  </a:cubicBezTo>
                  <a:cubicBezTo>
                    <a:pt x="2512" y="1142"/>
                    <a:pt x="2512" y="1097"/>
                    <a:pt x="2512" y="1028"/>
                  </a:cubicBezTo>
                  <a:cubicBezTo>
                    <a:pt x="2489" y="937"/>
                    <a:pt x="2489" y="823"/>
                    <a:pt x="2443" y="731"/>
                  </a:cubicBezTo>
                  <a:cubicBezTo>
                    <a:pt x="2375" y="526"/>
                    <a:pt x="2283" y="343"/>
                    <a:pt x="2101" y="206"/>
                  </a:cubicBezTo>
                  <a:cubicBezTo>
                    <a:pt x="2055" y="138"/>
                    <a:pt x="1964" y="92"/>
                    <a:pt x="1895" y="47"/>
                  </a:cubicBezTo>
                  <a:cubicBezTo>
                    <a:pt x="1804" y="24"/>
                    <a:pt x="1713" y="1"/>
                    <a:pt x="16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3497000" y="1418075"/>
              <a:ext cx="67925" cy="67250"/>
            </a:xfrm>
            <a:custGeom>
              <a:avLst/>
              <a:gdLst/>
              <a:ahLst/>
              <a:cxnLst/>
              <a:rect l="l" t="t" r="r" b="b"/>
              <a:pathLst>
                <a:path w="2717" h="2690" extrusionOk="0">
                  <a:moveTo>
                    <a:pt x="1210" y="0"/>
                  </a:moveTo>
                  <a:cubicBezTo>
                    <a:pt x="1149" y="0"/>
                    <a:pt x="1088" y="8"/>
                    <a:pt x="1027" y="23"/>
                  </a:cubicBezTo>
                  <a:cubicBezTo>
                    <a:pt x="913" y="46"/>
                    <a:pt x="776" y="92"/>
                    <a:pt x="662" y="183"/>
                  </a:cubicBezTo>
                  <a:cubicBezTo>
                    <a:pt x="571" y="251"/>
                    <a:pt x="457" y="320"/>
                    <a:pt x="366" y="411"/>
                  </a:cubicBezTo>
                  <a:cubicBezTo>
                    <a:pt x="297" y="525"/>
                    <a:pt x="206" y="617"/>
                    <a:pt x="160" y="731"/>
                  </a:cubicBezTo>
                  <a:cubicBezTo>
                    <a:pt x="114" y="822"/>
                    <a:pt x="69" y="913"/>
                    <a:pt x="46" y="1005"/>
                  </a:cubicBezTo>
                  <a:cubicBezTo>
                    <a:pt x="23" y="1096"/>
                    <a:pt x="23" y="1187"/>
                    <a:pt x="0" y="1278"/>
                  </a:cubicBezTo>
                  <a:cubicBezTo>
                    <a:pt x="0" y="1415"/>
                    <a:pt x="0" y="1552"/>
                    <a:pt x="46" y="1667"/>
                  </a:cubicBezTo>
                  <a:cubicBezTo>
                    <a:pt x="69" y="1803"/>
                    <a:pt x="114" y="1918"/>
                    <a:pt x="183" y="2032"/>
                  </a:cubicBezTo>
                  <a:cubicBezTo>
                    <a:pt x="229" y="2123"/>
                    <a:pt x="274" y="2192"/>
                    <a:pt x="343" y="2260"/>
                  </a:cubicBezTo>
                  <a:cubicBezTo>
                    <a:pt x="366" y="2283"/>
                    <a:pt x="388" y="2306"/>
                    <a:pt x="411" y="2328"/>
                  </a:cubicBezTo>
                  <a:cubicBezTo>
                    <a:pt x="480" y="2397"/>
                    <a:pt x="571" y="2443"/>
                    <a:pt x="639" y="2488"/>
                  </a:cubicBezTo>
                  <a:cubicBezTo>
                    <a:pt x="708" y="2534"/>
                    <a:pt x="799" y="2580"/>
                    <a:pt x="891" y="2602"/>
                  </a:cubicBezTo>
                  <a:cubicBezTo>
                    <a:pt x="1039" y="2670"/>
                    <a:pt x="1196" y="2689"/>
                    <a:pt x="1351" y="2689"/>
                  </a:cubicBezTo>
                  <a:cubicBezTo>
                    <a:pt x="1458" y="2689"/>
                    <a:pt x="1564" y="2680"/>
                    <a:pt x="1667" y="2671"/>
                  </a:cubicBezTo>
                  <a:cubicBezTo>
                    <a:pt x="1804" y="2648"/>
                    <a:pt x="1918" y="2580"/>
                    <a:pt x="2032" y="2534"/>
                  </a:cubicBezTo>
                  <a:cubicBezTo>
                    <a:pt x="2055" y="2511"/>
                    <a:pt x="2077" y="2488"/>
                    <a:pt x="2123" y="2465"/>
                  </a:cubicBezTo>
                  <a:cubicBezTo>
                    <a:pt x="2192" y="2420"/>
                    <a:pt x="2260" y="2374"/>
                    <a:pt x="2329" y="2306"/>
                  </a:cubicBezTo>
                  <a:cubicBezTo>
                    <a:pt x="2557" y="2055"/>
                    <a:pt x="2694" y="1735"/>
                    <a:pt x="2694" y="1393"/>
                  </a:cubicBezTo>
                  <a:cubicBezTo>
                    <a:pt x="2717" y="1278"/>
                    <a:pt x="2694" y="1119"/>
                    <a:pt x="2648" y="1005"/>
                  </a:cubicBezTo>
                  <a:cubicBezTo>
                    <a:pt x="2580" y="822"/>
                    <a:pt x="2488" y="639"/>
                    <a:pt x="2329" y="525"/>
                  </a:cubicBezTo>
                  <a:cubicBezTo>
                    <a:pt x="2192" y="388"/>
                    <a:pt x="2032" y="274"/>
                    <a:pt x="1849" y="251"/>
                  </a:cubicBezTo>
                  <a:cubicBezTo>
                    <a:pt x="1804" y="229"/>
                    <a:pt x="1781" y="229"/>
                    <a:pt x="1735" y="229"/>
                  </a:cubicBezTo>
                  <a:cubicBezTo>
                    <a:pt x="1689" y="183"/>
                    <a:pt x="1644" y="114"/>
                    <a:pt x="1575" y="92"/>
                  </a:cubicBezTo>
                  <a:cubicBezTo>
                    <a:pt x="1454" y="31"/>
                    <a:pt x="1332" y="0"/>
                    <a:pt x="1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3757200" y="1347875"/>
              <a:ext cx="54800" cy="59950"/>
            </a:xfrm>
            <a:custGeom>
              <a:avLst/>
              <a:gdLst/>
              <a:ahLst/>
              <a:cxnLst/>
              <a:rect l="l" t="t" r="r" b="b"/>
              <a:pathLst>
                <a:path w="2192" h="2398" extrusionOk="0">
                  <a:moveTo>
                    <a:pt x="685" y="1"/>
                  </a:moveTo>
                  <a:cubicBezTo>
                    <a:pt x="503" y="1"/>
                    <a:pt x="343" y="69"/>
                    <a:pt x="206" y="206"/>
                  </a:cubicBezTo>
                  <a:cubicBezTo>
                    <a:pt x="138" y="275"/>
                    <a:pt x="92" y="343"/>
                    <a:pt x="69" y="434"/>
                  </a:cubicBezTo>
                  <a:cubicBezTo>
                    <a:pt x="23" y="503"/>
                    <a:pt x="1" y="594"/>
                    <a:pt x="1" y="708"/>
                  </a:cubicBezTo>
                  <a:cubicBezTo>
                    <a:pt x="1" y="822"/>
                    <a:pt x="46" y="937"/>
                    <a:pt x="92" y="1051"/>
                  </a:cubicBezTo>
                  <a:cubicBezTo>
                    <a:pt x="92" y="1096"/>
                    <a:pt x="69" y="1165"/>
                    <a:pt x="69" y="1233"/>
                  </a:cubicBezTo>
                  <a:cubicBezTo>
                    <a:pt x="46" y="1279"/>
                    <a:pt x="46" y="1325"/>
                    <a:pt x="69" y="1393"/>
                  </a:cubicBezTo>
                  <a:cubicBezTo>
                    <a:pt x="69" y="1484"/>
                    <a:pt x="69" y="1599"/>
                    <a:pt x="115" y="1690"/>
                  </a:cubicBezTo>
                  <a:cubicBezTo>
                    <a:pt x="183" y="1850"/>
                    <a:pt x="229" y="1964"/>
                    <a:pt x="366" y="2101"/>
                  </a:cubicBezTo>
                  <a:cubicBezTo>
                    <a:pt x="548" y="2283"/>
                    <a:pt x="800" y="2397"/>
                    <a:pt x="1073" y="2397"/>
                  </a:cubicBezTo>
                  <a:cubicBezTo>
                    <a:pt x="1279" y="2397"/>
                    <a:pt x="1484" y="2329"/>
                    <a:pt x="1644" y="2215"/>
                  </a:cubicBezTo>
                  <a:cubicBezTo>
                    <a:pt x="1735" y="2146"/>
                    <a:pt x="1804" y="2101"/>
                    <a:pt x="1872" y="2009"/>
                  </a:cubicBezTo>
                  <a:cubicBezTo>
                    <a:pt x="1918" y="1964"/>
                    <a:pt x="1986" y="1895"/>
                    <a:pt x="2009" y="1827"/>
                  </a:cubicBezTo>
                  <a:cubicBezTo>
                    <a:pt x="2055" y="1758"/>
                    <a:pt x="2101" y="1667"/>
                    <a:pt x="2123" y="1599"/>
                  </a:cubicBezTo>
                  <a:cubicBezTo>
                    <a:pt x="2192" y="1416"/>
                    <a:pt x="2192" y="1165"/>
                    <a:pt x="2146" y="982"/>
                  </a:cubicBezTo>
                  <a:cubicBezTo>
                    <a:pt x="2101" y="777"/>
                    <a:pt x="1964" y="571"/>
                    <a:pt x="1827" y="412"/>
                  </a:cubicBezTo>
                  <a:cubicBezTo>
                    <a:pt x="1644" y="252"/>
                    <a:pt x="1461" y="161"/>
                    <a:pt x="1233" y="69"/>
                  </a:cubicBezTo>
                  <a:cubicBezTo>
                    <a:pt x="1165" y="69"/>
                    <a:pt x="1119" y="46"/>
                    <a:pt x="1051" y="46"/>
                  </a:cubicBezTo>
                  <a:cubicBezTo>
                    <a:pt x="937" y="24"/>
                    <a:pt x="822" y="1"/>
                    <a:pt x="6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3916400" y="1165275"/>
              <a:ext cx="62225" cy="60175"/>
            </a:xfrm>
            <a:custGeom>
              <a:avLst/>
              <a:gdLst/>
              <a:ahLst/>
              <a:cxnLst/>
              <a:rect l="l" t="t" r="r" b="b"/>
              <a:pathLst>
                <a:path w="2489" h="2407" extrusionOk="0">
                  <a:moveTo>
                    <a:pt x="1302" y="1"/>
                  </a:moveTo>
                  <a:cubicBezTo>
                    <a:pt x="1119" y="24"/>
                    <a:pt x="960" y="92"/>
                    <a:pt x="823" y="206"/>
                  </a:cubicBezTo>
                  <a:cubicBezTo>
                    <a:pt x="731" y="297"/>
                    <a:pt x="663" y="389"/>
                    <a:pt x="594" y="457"/>
                  </a:cubicBezTo>
                  <a:cubicBezTo>
                    <a:pt x="503" y="503"/>
                    <a:pt x="435" y="571"/>
                    <a:pt x="343" y="617"/>
                  </a:cubicBezTo>
                  <a:cubicBezTo>
                    <a:pt x="252" y="663"/>
                    <a:pt x="206" y="731"/>
                    <a:pt x="138" y="800"/>
                  </a:cubicBezTo>
                  <a:cubicBezTo>
                    <a:pt x="92" y="868"/>
                    <a:pt x="47" y="959"/>
                    <a:pt x="24" y="1051"/>
                  </a:cubicBezTo>
                  <a:cubicBezTo>
                    <a:pt x="1" y="1142"/>
                    <a:pt x="1" y="1233"/>
                    <a:pt x="1" y="1325"/>
                  </a:cubicBezTo>
                  <a:cubicBezTo>
                    <a:pt x="24" y="1416"/>
                    <a:pt x="47" y="1507"/>
                    <a:pt x="92" y="1576"/>
                  </a:cubicBezTo>
                  <a:cubicBezTo>
                    <a:pt x="184" y="1735"/>
                    <a:pt x="343" y="1850"/>
                    <a:pt x="503" y="1895"/>
                  </a:cubicBezTo>
                  <a:lnTo>
                    <a:pt x="526" y="1895"/>
                  </a:lnTo>
                  <a:cubicBezTo>
                    <a:pt x="572" y="1964"/>
                    <a:pt x="617" y="2032"/>
                    <a:pt x="686" y="2101"/>
                  </a:cubicBezTo>
                  <a:cubicBezTo>
                    <a:pt x="823" y="2238"/>
                    <a:pt x="1005" y="2352"/>
                    <a:pt x="1211" y="2375"/>
                  </a:cubicBezTo>
                  <a:cubicBezTo>
                    <a:pt x="1275" y="2391"/>
                    <a:pt x="1351" y="2407"/>
                    <a:pt x="1431" y="2407"/>
                  </a:cubicBezTo>
                  <a:cubicBezTo>
                    <a:pt x="1463" y="2407"/>
                    <a:pt x="1497" y="2404"/>
                    <a:pt x="1530" y="2397"/>
                  </a:cubicBezTo>
                  <a:cubicBezTo>
                    <a:pt x="1690" y="2397"/>
                    <a:pt x="1827" y="2375"/>
                    <a:pt x="1987" y="2283"/>
                  </a:cubicBezTo>
                  <a:cubicBezTo>
                    <a:pt x="2215" y="2146"/>
                    <a:pt x="2398" y="1895"/>
                    <a:pt x="2443" y="1644"/>
                  </a:cubicBezTo>
                  <a:cubicBezTo>
                    <a:pt x="2466" y="1462"/>
                    <a:pt x="2489" y="1347"/>
                    <a:pt x="2443" y="1165"/>
                  </a:cubicBezTo>
                  <a:cubicBezTo>
                    <a:pt x="2420" y="1051"/>
                    <a:pt x="2375" y="959"/>
                    <a:pt x="2306" y="868"/>
                  </a:cubicBezTo>
                  <a:cubicBezTo>
                    <a:pt x="2238" y="731"/>
                    <a:pt x="2101" y="571"/>
                    <a:pt x="1964" y="480"/>
                  </a:cubicBezTo>
                  <a:cubicBezTo>
                    <a:pt x="1918" y="389"/>
                    <a:pt x="1873" y="275"/>
                    <a:pt x="1804" y="206"/>
                  </a:cubicBezTo>
                  <a:cubicBezTo>
                    <a:pt x="1667" y="92"/>
                    <a:pt x="1485" y="1"/>
                    <a:pt x="13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4020275" y="943225"/>
              <a:ext cx="58800" cy="69150"/>
            </a:xfrm>
            <a:custGeom>
              <a:avLst/>
              <a:gdLst/>
              <a:ahLst/>
              <a:cxnLst/>
              <a:rect l="l" t="t" r="r" b="b"/>
              <a:pathLst>
                <a:path w="2352" h="2766" extrusionOk="0">
                  <a:moveTo>
                    <a:pt x="1048" y="1"/>
                  </a:moveTo>
                  <a:cubicBezTo>
                    <a:pt x="878" y="1"/>
                    <a:pt x="698" y="105"/>
                    <a:pt x="594" y="209"/>
                  </a:cubicBezTo>
                  <a:cubicBezTo>
                    <a:pt x="479" y="323"/>
                    <a:pt x="388" y="529"/>
                    <a:pt x="388" y="711"/>
                  </a:cubicBezTo>
                  <a:cubicBezTo>
                    <a:pt x="343" y="757"/>
                    <a:pt x="297" y="803"/>
                    <a:pt x="251" y="871"/>
                  </a:cubicBezTo>
                  <a:cubicBezTo>
                    <a:pt x="91" y="1076"/>
                    <a:pt x="23" y="1328"/>
                    <a:pt x="0" y="1579"/>
                  </a:cubicBezTo>
                  <a:cubicBezTo>
                    <a:pt x="0" y="1807"/>
                    <a:pt x="69" y="2104"/>
                    <a:pt x="206" y="2286"/>
                  </a:cubicBezTo>
                  <a:cubicBezTo>
                    <a:pt x="297" y="2423"/>
                    <a:pt x="411" y="2537"/>
                    <a:pt x="571" y="2629"/>
                  </a:cubicBezTo>
                  <a:cubicBezTo>
                    <a:pt x="639" y="2674"/>
                    <a:pt x="731" y="2720"/>
                    <a:pt x="822" y="2743"/>
                  </a:cubicBezTo>
                  <a:cubicBezTo>
                    <a:pt x="913" y="2743"/>
                    <a:pt x="1027" y="2766"/>
                    <a:pt x="1119" y="2766"/>
                  </a:cubicBezTo>
                  <a:cubicBezTo>
                    <a:pt x="1438" y="2743"/>
                    <a:pt x="1735" y="2629"/>
                    <a:pt x="1963" y="2400"/>
                  </a:cubicBezTo>
                  <a:cubicBezTo>
                    <a:pt x="2100" y="2263"/>
                    <a:pt x="2214" y="2081"/>
                    <a:pt x="2283" y="1875"/>
                  </a:cubicBezTo>
                  <a:cubicBezTo>
                    <a:pt x="2328" y="1716"/>
                    <a:pt x="2351" y="1533"/>
                    <a:pt x="2328" y="1373"/>
                  </a:cubicBezTo>
                  <a:cubicBezTo>
                    <a:pt x="2328" y="1145"/>
                    <a:pt x="2260" y="962"/>
                    <a:pt x="2169" y="757"/>
                  </a:cubicBezTo>
                  <a:cubicBezTo>
                    <a:pt x="2100" y="597"/>
                    <a:pt x="1986" y="437"/>
                    <a:pt x="1872" y="346"/>
                  </a:cubicBezTo>
                  <a:cubicBezTo>
                    <a:pt x="1781" y="255"/>
                    <a:pt x="1689" y="186"/>
                    <a:pt x="1598" y="141"/>
                  </a:cubicBezTo>
                  <a:cubicBezTo>
                    <a:pt x="1392" y="49"/>
                    <a:pt x="1301" y="26"/>
                    <a:pt x="1096" y="4"/>
                  </a:cubicBezTo>
                  <a:cubicBezTo>
                    <a:pt x="1080" y="2"/>
                    <a:pt x="1064" y="1"/>
                    <a:pt x="10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4040250" y="672825"/>
              <a:ext cx="61650" cy="61650"/>
            </a:xfrm>
            <a:custGeom>
              <a:avLst/>
              <a:gdLst/>
              <a:ahLst/>
              <a:cxnLst/>
              <a:rect l="l" t="t" r="r" b="b"/>
              <a:pathLst>
                <a:path w="2466" h="2466" extrusionOk="0">
                  <a:moveTo>
                    <a:pt x="1141" y="0"/>
                  </a:moveTo>
                  <a:cubicBezTo>
                    <a:pt x="1050" y="0"/>
                    <a:pt x="959" y="0"/>
                    <a:pt x="890" y="46"/>
                  </a:cubicBezTo>
                  <a:cubicBezTo>
                    <a:pt x="867" y="69"/>
                    <a:pt x="867" y="69"/>
                    <a:pt x="845" y="69"/>
                  </a:cubicBezTo>
                  <a:cubicBezTo>
                    <a:pt x="753" y="92"/>
                    <a:pt x="685" y="115"/>
                    <a:pt x="593" y="160"/>
                  </a:cubicBezTo>
                  <a:cubicBezTo>
                    <a:pt x="525" y="206"/>
                    <a:pt x="457" y="252"/>
                    <a:pt x="388" y="297"/>
                  </a:cubicBezTo>
                  <a:cubicBezTo>
                    <a:pt x="388" y="320"/>
                    <a:pt x="365" y="343"/>
                    <a:pt x="342" y="366"/>
                  </a:cubicBezTo>
                  <a:cubicBezTo>
                    <a:pt x="274" y="434"/>
                    <a:pt x="205" y="525"/>
                    <a:pt x="160" y="617"/>
                  </a:cubicBezTo>
                  <a:cubicBezTo>
                    <a:pt x="114" y="708"/>
                    <a:pt x="46" y="822"/>
                    <a:pt x="23" y="936"/>
                  </a:cubicBezTo>
                  <a:cubicBezTo>
                    <a:pt x="0" y="1028"/>
                    <a:pt x="0" y="1142"/>
                    <a:pt x="0" y="1256"/>
                  </a:cubicBezTo>
                  <a:cubicBezTo>
                    <a:pt x="0" y="1347"/>
                    <a:pt x="23" y="1438"/>
                    <a:pt x="23" y="1507"/>
                  </a:cubicBezTo>
                  <a:cubicBezTo>
                    <a:pt x="23" y="1530"/>
                    <a:pt x="46" y="1575"/>
                    <a:pt x="46" y="1598"/>
                  </a:cubicBezTo>
                  <a:cubicBezTo>
                    <a:pt x="68" y="1667"/>
                    <a:pt x="114" y="1735"/>
                    <a:pt x="137" y="1827"/>
                  </a:cubicBezTo>
                  <a:cubicBezTo>
                    <a:pt x="137" y="1849"/>
                    <a:pt x="160" y="1872"/>
                    <a:pt x="183" y="1895"/>
                  </a:cubicBezTo>
                  <a:cubicBezTo>
                    <a:pt x="228" y="1963"/>
                    <a:pt x="274" y="2032"/>
                    <a:pt x="320" y="2078"/>
                  </a:cubicBezTo>
                  <a:cubicBezTo>
                    <a:pt x="342" y="2100"/>
                    <a:pt x="365" y="2123"/>
                    <a:pt x="388" y="2146"/>
                  </a:cubicBezTo>
                  <a:cubicBezTo>
                    <a:pt x="434" y="2192"/>
                    <a:pt x="502" y="2260"/>
                    <a:pt x="571" y="2283"/>
                  </a:cubicBezTo>
                  <a:cubicBezTo>
                    <a:pt x="639" y="2329"/>
                    <a:pt x="730" y="2374"/>
                    <a:pt x="799" y="2397"/>
                  </a:cubicBezTo>
                  <a:cubicBezTo>
                    <a:pt x="913" y="2443"/>
                    <a:pt x="1027" y="2443"/>
                    <a:pt x="1141" y="2466"/>
                  </a:cubicBezTo>
                  <a:cubicBezTo>
                    <a:pt x="1233" y="2466"/>
                    <a:pt x="1370" y="2443"/>
                    <a:pt x="1461" y="2420"/>
                  </a:cubicBezTo>
                  <a:cubicBezTo>
                    <a:pt x="1575" y="2397"/>
                    <a:pt x="1666" y="2351"/>
                    <a:pt x="1780" y="2306"/>
                  </a:cubicBezTo>
                  <a:cubicBezTo>
                    <a:pt x="1826" y="2283"/>
                    <a:pt x="1872" y="2260"/>
                    <a:pt x="1917" y="2237"/>
                  </a:cubicBezTo>
                  <a:cubicBezTo>
                    <a:pt x="1986" y="2192"/>
                    <a:pt x="2054" y="2146"/>
                    <a:pt x="2100" y="2078"/>
                  </a:cubicBezTo>
                  <a:cubicBezTo>
                    <a:pt x="2168" y="2032"/>
                    <a:pt x="2214" y="1963"/>
                    <a:pt x="2260" y="1895"/>
                  </a:cubicBezTo>
                  <a:cubicBezTo>
                    <a:pt x="2328" y="1804"/>
                    <a:pt x="2374" y="1690"/>
                    <a:pt x="2397" y="1598"/>
                  </a:cubicBezTo>
                  <a:cubicBezTo>
                    <a:pt x="2442" y="1484"/>
                    <a:pt x="2465" y="1370"/>
                    <a:pt x="2465" y="1256"/>
                  </a:cubicBezTo>
                  <a:cubicBezTo>
                    <a:pt x="2465" y="1165"/>
                    <a:pt x="2442" y="1073"/>
                    <a:pt x="2420" y="982"/>
                  </a:cubicBezTo>
                  <a:cubicBezTo>
                    <a:pt x="2420" y="959"/>
                    <a:pt x="2420" y="936"/>
                    <a:pt x="2397" y="891"/>
                  </a:cubicBezTo>
                  <a:cubicBezTo>
                    <a:pt x="2351" y="777"/>
                    <a:pt x="2305" y="662"/>
                    <a:pt x="2237" y="571"/>
                  </a:cubicBezTo>
                  <a:cubicBezTo>
                    <a:pt x="2191" y="503"/>
                    <a:pt x="2146" y="411"/>
                    <a:pt x="2077" y="366"/>
                  </a:cubicBezTo>
                  <a:cubicBezTo>
                    <a:pt x="2009" y="297"/>
                    <a:pt x="1940" y="252"/>
                    <a:pt x="1872" y="183"/>
                  </a:cubicBezTo>
                  <a:cubicBezTo>
                    <a:pt x="1849" y="183"/>
                    <a:pt x="1803" y="160"/>
                    <a:pt x="1780" y="137"/>
                  </a:cubicBezTo>
                  <a:cubicBezTo>
                    <a:pt x="1689" y="92"/>
                    <a:pt x="1621" y="69"/>
                    <a:pt x="1529" y="46"/>
                  </a:cubicBezTo>
                  <a:cubicBezTo>
                    <a:pt x="1438" y="0"/>
                    <a:pt x="1347" y="0"/>
                    <a:pt x="12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3830250" y="494350"/>
              <a:ext cx="60500" cy="62100"/>
            </a:xfrm>
            <a:custGeom>
              <a:avLst/>
              <a:gdLst/>
              <a:ahLst/>
              <a:cxnLst/>
              <a:rect l="l" t="t" r="r" b="b"/>
              <a:pathLst>
                <a:path w="2420" h="2484" extrusionOk="0">
                  <a:moveTo>
                    <a:pt x="1106" y="0"/>
                  </a:moveTo>
                  <a:cubicBezTo>
                    <a:pt x="1057" y="0"/>
                    <a:pt x="1008" y="6"/>
                    <a:pt x="959" y="18"/>
                  </a:cubicBezTo>
                  <a:cubicBezTo>
                    <a:pt x="731" y="86"/>
                    <a:pt x="525" y="223"/>
                    <a:pt x="366" y="383"/>
                  </a:cubicBezTo>
                  <a:cubicBezTo>
                    <a:pt x="297" y="475"/>
                    <a:pt x="229" y="566"/>
                    <a:pt x="160" y="657"/>
                  </a:cubicBezTo>
                  <a:cubicBezTo>
                    <a:pt x="137" y="748"/>
                    <a:pt x="92" y="817"/>
                    <a:pt x="69" y="908"/>
                  </a:cubicBezTo>
                  <a:cubicBezTo>
                    <a:pt x="46" y="931"/>
                    <a:pt x="46" y="954"/>
                    <a:pt x="46" y="999"/>
                  </a:cubicBezTo>
                  <a:cubicBezTo>
                    <a:pt x="23" y="1114"/>
                    <a:pt x="0" y="1228"/>
                    <a:pt x="0" y="1342"/>
                  </a:cubicBezTo>
                  <a:cubicBezTo>
                    <a:pt x="0" y="1456"/>
                    <a:pt x="23" y="1570"/>
                    <a:pt x="69" y="1684"/>
                  </a:cubicBezTo>
                  <a:cubicBezTo>
                    <a:pt x="92" y="1753"/>
                    <a:pt x="114" y="1844"/>
                    <a:pt x="160" y="1913"/>
                  </a:cubicBezTo>
                  <a:cubicBezTo>
                    <a:pt x="206" y="1981"/>
                    <a:pt x="274" y="2049"/>
                    <a:pt x="320" y="2118"/>
                  </a:cubicBezTo>
                  <a:cubicBezTo>
                    <a:pt x="343" y="2141"/>
                    <a:pt x="366" y="2164"/>
                    <a:pt x="366" y="2164"/>
                  </a:cubicBezTo>
                  <a:cubicBezTo>
                    <a:pt x="434" y="2232"/>
                    <a:pt x="502" y="2278"/>
                    <a:pt x="571" y="2323"/>
                  </a:cubicBezTo>
                  <a:cubicBezTo>
                    <a:pt x="662" y="2369"/>
                    <a:pt x="776" y="2415"/>
                    <a:pt x="890" y="2437"/>
                  </a:cubicBezTo>
                  <a:cubicBezTo>
                    <a:pt x="959" y="2460"/>
                    <a:pt x="1050" y="2483"/>
                    <a:pt x="1142" y="2483"/>
                  </a:cubicBezTo>
                  <a:lnTo>
                    <a:pt x="1210" y="2483"/>
                  </a:lnTo>
                  <a:cubicBezTo>
                    <a:pt x="1438" y="2483"/>
                    <a:pt x="1667" y="2437"/>
                    <a:pt x="1849" y="2301"/>
                  </a:cubicBezTo>
                  <a:cubicBezTo>
                    <a:pt x="1918" y="2278"/>
                    <a:pt x="1986" y="2209"/>
                    <a:pt x="2032" y="2164"/>
                  </a:cubicBezTo>
                  <a:cubicBezTo>
                    <a:pt x="2077" y="2118"/>
                    <a:pt x="2123" y="2072"/>
                    <a:pt x="2146" y="2027"/>
                  </a:cubicBezTo>
                  <a:cubicBezTo>
                    <a:pt x="2192" y="2004"/>
                    <a:pt x="2214" y="1958"/>
                    <a:pt x="2237" y="1913"/>
                  </a:cubicBezTo>
                  <a:cubicBezTo>
                    <a:pt x="2260" y="1844"/>
                    <a:pt x="2306" y="1776"/>
                    <a:pt x="2328" y="1707"/>
                  </a:cubicBezTo>
                  <a:cubicBezTo>
                    <a:pt x="2328" y="1707"/>
                    <a:pt x="2328" y="1684"/>
                    <a:pt x="2328" y="1661"/>
                  </a:cubicBezTo>
                  <a:cubicBezTo>
                    <a:pt x="2420" y="1388"/>
                    <a:pt x="2351" y="1091"/>
                    <a:pt x="2214" y="840"/>
                  </a:cubicBezTo>
                  <a:cubicBezTo>
                    <a:pt x="2192" y="794"/>
                    <a:pt x="2169" y="748"/>
                    <a:pt x="2123" y="703"/>
                  </a:cubicBezTo>
                  <a:cubicBezTo>
                    <a:pt x="2077" y="657"/>
                    <a:pt x="2055" y="611"/>
                    <a:pt x="2009" y="566"/>
                  </a:cubicBezTo>
                  <a:cubicBezTo>
                    <a:pt x="1940" y="497"/>
                    <a:pt x="1849" y="429"/>
                    <a:pt x="1758" y="383"/>
                  </a:cubicBezTo>
                  <a:cubicBezTo>
                    <a:pt x="1712" y="269"/>
                    <a:pt x="1621" y="155"/>
                    <a:pt x="1507" y="109"/>
                  </a:cubicBezTo>
                  <a:cubicBezTo>
                    <a:pt x="1373" y="42"/>
                    <a:pt x="1239" y="0"/>
                    <a:pt x="11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7" name="Google Shape;297;p7"/>
          <p:cNvSpPr/>
          <p:nvPr/>
        </p:nvSpPr>
        <p:spPr>
          <a:xfrm rot="1584986">
            <a:off x="8001004" y="-41975"/>
            <a:ext cx="1223197" cy="348156"/>
          </a:xfrm>
          <a:custGeom>
            <a:avLst/>
            <a:gdLst/>
            <a:ahLst/>
            <a:cxnLst/>
            <a:rect l="l" t="t" r="r" b="b"/>
            <a:pathLst>
              <a:path w="48927" h="13926" extrusionOk="0">
                <a:moveTo>
                  <a:pt x="11396" y="756"/>
                </a:moveTo>
                <a:cubicBezTo>
                  <a:pt x="12294" y="756"/>
                  <a:pt x="11286" y="2679"/>
                  <a:pt x="11059" y="3132"/>
                </a:cubicBezTo>
                <a:cubicBezTo>
                  <a:pt x="10534" y="4114"/>
                  <a:pt x="9918" y="5073"/>
                  <a:pt x="9210" y="5963"/>
                </a:cubicBezTo>
                <a:cubicBezTo>
                  <a:pt x="8320" y="7058"/>
                  <a:pt x="7293" y="8085"/>
                  <a:pt x="6152" y="8930"/>
                </a:cubicBezTo>
                <a:cubicBezTo>
                  <a:pt x="6152" y="8679"/>
                  <a:pt x="6175" y="8405"/>
                  <a:pt x="6220" y="8154"/>
                </a:cubicBezTo>
                <a:cubicBezTo>
                  <a:pt x="6334" y="7150"/>
                  <a:pt x="6608" y="6145"/>
                  <a:pt x="6996" y="5209"/>
                </a:cubicBezTo>
                <a:cubicBezTo>
                  <a:pt x="7727" y="3429"/>
                  <a:pt x="9119" y="1466"/>
                  <a:pt x="11036" y="827"/>
                </a:cubicBezTo>
                <a:cubicBezTo>
                  <a:pt x="11181" y="778"/>
                  <a:pt x="11299" y="756"/>
                  <a:pt x="11396" y="756"/>
                </a:cubicBezTo>
                <a:close/>
                <a:moveTo>
                  <a:pt x="20369" y="1722"/>
                </a:moveTo>
                <a:cubicBezTo>
                  <a:pt x="20636" y="1722"/>
                  <a:pt x="20825" y="1863"/>
                  <a:pt x="20851" y="2242"/>
                </a:cubicBezTo>
                <a:cubicBezTo>
                  <a:pt x="20897" y="2676"/>
                  <a:pt x="20669" y="3132"/>
                  <a:pt x="20463" y="3498"/>
                </a:cubicBezTo>
                <a:cubicBezTo>
                  <a:pt x="20189" y="3977"/>
                  <a:pt x="19893" y="4456"/>
                  <a:pt x="19573" y="4913"/>
                </a:cubicBezTo>
                <a:cubicBezTo>
                  <a:pt x="18980" y="5780"/>
                  <a:pt x="18272" y="6602"/>
                  <a:pt x="17519" y="7355"/>
                </a:cubicBezTo>
                <a:cubicBezTo>
                  <a:pt x="16697" y="8177"/>
                  <a:pt x="15807" y="8907"/>
                  <a:pt x="14848" y="9569"/>
                </a:cubicBezTo>
                <a:cubicBezTo>
                  <a:pt x="14848" y="9021"/>
                  <a:pt x="14940" y="8496"/>
                  <a:pt x="15054" y="7994"/>
                </a:cubicBezTo>
                <a:cubicBezTo>
                  <a:pt x="15282" y="7013"/>
                  <a:pt x="15670" y="6054"/>
                  <a:pt x="16195" y="5187"/>
                </a:cubicBezTo>
                <a:cubicBezTo>
                  <a:pt x="16743" y="4296"/>
                  <a:pt x="17450" y="3520"/>
                  <a:pt x="18249" y="2858"/>
                </a:cubicBezTo>
                <a:cubicBezTo>
                  <a:pt x="18559" y="2598"/>
                  <a:pt x="19705" y="1722"/>
                  <a:pt x="20369" y="1722"/>
                </a:cubicBezTo>
                <a:close/>
                <a:moveTo>
                  <a:pt x="28109" y="3492"/>
                </a:moveTo>
                <a:cubicBezTo>
                  <a:pt x="28377" y="3492"/>
                  <a:pt x="28558" y="3695"/>
                  <a:pt x="28543" y="4114"/>
                </a:cubicBezTo>
                <a:cubicBezTo>
                  <a:pt x="28498" y="4616"/>
                  <a:pt x="28224" y="5095"/>
                  <a:pt x="27996" y="5552"/>
                </a:cubicBezTo>
                <a:cubicBezTo>
                  <a:pt x="27493" y="6511"/>
                  <a:pt x="26923" y="7401"/>
                  <a:pt x="26238" y="8222"/>
                </a:cubicBezTo>
                <a:cubicBezTo>
                  <a:pt x="25690" y="8907"/>
                  <a:pt x="25074" y="9523"/>
                  <a:pt x="24435" y="10117"/>
                </a:cubicBezTo>
                <a:cubicBezTo>
                  <a:pt x="24389" y="9843"/>
                  <a:pt x="24389" y="9592"/>
                  <a:pt x="24389" y="9318"/>
                </a:cubicBezTo>
                <a:cubicBezTo>
                  <a:pt x="24435" y="8200"/>
                  <a:pt x="24869" y="7081"/>
                  <a:pt x="25439" y="6100"/>
                </a:cubicBezTo>
                <a:cubicBezTo>
                  <a:pt x="25964" y="5209"/>
                  <a:pt x="26717" y="4205"/>
                  <a:pt x="27630" y="3657"/>
                </a:cubicBezTo>
                <a:cubicBezTo>
                  <a:pt x="27803" y="3547"/>
                  <a:pt x="27968" y="3492"/>
                  <a:pt x="28109" y="3492"/>
                </a:cubicBezTo>
                <a:close/>
                <a:moveTo>
                  <a:pt x="36360" y="3657"/>
                </a:moveTo>
                <a:cubicBezTo>
                  <a:pt x="36925" y="3657"/>
                  <a:pt x="37034" y="4237"/>
                  <a:pt x="36989" y="4685"/>
                </a:cubicBezTo>
                <a:cubicBezTo>
                  <a:pt x="36875" y="5666"/>
                  <a:pt x="36304" y="6670"/>
                  <a:pt x="35779" y="7492"/>
                </a:cubicBezTo>
                <a:cubicBezTo>
                  <a:pt x="35231" y="8359"/>
                  <a:pt x="34592" y="9113"/>
                  <a:pt x="33839" y="9820"/>
                </a:cubicBezTo>
                <a:cubicBezTo>
                  <a:pt x="33679" y="9957"/>
                  <a:pt x="33519" y="10094"/>
                  <a:pt x="33337" y="10254"/>
                </a:cubicBezTo>
                <a:cubicBezTo>
                  <a:pt x="33108" y="9341"/>
                  <a:pt x="33154" y="8337"/>
                  <a:pt x="33382" y="7446"/>
                </a:cubicBezTo>
                <a:cubicBezTo>
                  <a:pt x="33656" y="6351"/>
                  <a:pt x="34204" y="5301"/>
                  <a:pt x="35003" y="4479"/>
                </a:cubicBezTo>
                <a:cubicBezTo>
                  <a:pt x="35345" y="4137"/>
                  <a:pt x="35802" y="3657"/>
                  <a:pt x="36327" y="3657"/>
                </a:cubicBezTo>
                <a:cubicBezTo>
                  <a:pt x="36338" y="3657"/>
                  <a:pt x="36349" y="3657"/>
                  <a:pt x="36360" y="3657"/>
                </a:cubicBezTo>
                <a:close/>
                <a:moveTo>
                  <a:pt x="11386" y="0"/>
                </a:moveTo>
                <a:cubicBezTo>
                  <a:pt x="11346" y="0"/>
                  <a:pt x="11305" y="2"/>
                  <a:pt x="11265" y="5"/>
                </a:cubicBezTo>
                <a:cubicBezTo>
                  <a:pt x="10169" y="97"/>
                  <a:pt x="9028" y="1055"/>
                  <a:pt x="8297" y="1809"/>
                </a:cubicBezTo>
                <a:cubicBezTo>
                  <a:pt x="6608" y="3543"/>
                  <a:pt x="5695" y="5940"/>
                  <a:pt x="5444" y="8314"/>
                </a:cubicBezTo>
                <a:cubicBezTo>
                  <a:pt x="5399" y="8679"/>
                  <a:pt x="5376" y="9067"/>
                  <a:pt x="5399" y="9455"/>
                </a:cubicBezTo>
                <a:cubicBezTo>
                  <a:pt x="4988" y="9729"/>
                  <a:pt x="4554" y="9980"/>
                  <a:pt x="4120" y="10185"/>
                </a:cubicBezTo>
                <a:cubicBezTo>
                  <a:pt x="3339" y="10585"/>
                  <a:pt x="2484" y="10850"/>
                  <a:pt x="1618" y="10850"/>
                </a:cubicBezTo>
                <a:cubicBezTo>
                  <a:pt x="1296" y="10850"/>
                  <a:pt x="973" y="10814"/>
                  <a:pt x="651" y="10733"/>
                </a:cubicBezTo>
                <a:cubicBezTo>
                  <a:pt x="616" y="10725"/>
                  <a:pt x="583" y="10721"/>
                  <a:pt x="552" y="10721"/>
                </a:cubicBezTo>
                <a:cubicBezTo>
                  <a:pt x="146" y="10721"/>
                  <a:pt x="1" y="11358"/>
                  <a:pt x="445" y="11464"/>
                </a:cubicBezTo>
                <a:cubicBezTo>
                  <a:pt x="848" y="11567"/>
                  <a:pt x="1247" y="11614"/>
                  <a:pt x="1643" y="11614"/>
                </a:cubicBezTo>
                <a:cubicBezTo>
                  <a:pt x="3000" y="11614"/>
                  <a:pt x="4311" y="11059"/>
                  <a:pt x="5513" y="10300"/>
                </a:cubicBezTo>
                <a:cubicBezTo>
                  <a:pt x="5604" y="10779"/>
                  <a:pt x="5787" y="11235"/>
                  <a:pt x="6060" y="11623"/>
                </a:cubicBezTo>
                <a:cubicBezTo>
                  <a:pt x="6680" y="12456"/>
                  <a:pt x="7646" y="12796"/>
                  <a:pt x="8649" y="12796"/>
                </a:cubicBezTo>
                <a:cubicBezTo>
                  <a:pt x="8828" y="12796"/>
                  <a:pt x="9008" y="12785"/>
                  <a:pt x="9188" y="12765"/>
                </a:cubicBezTo>
                <a:cubicBezTo>
                  <a:pt x="10397" y="12628"/>
                  <a:pt x="11584" y="12171"/>
                  <a:pt x="12680" y="11646"/>
                </a:cubicBezTo>
                <a:cubicBezTo>
                  <a:pt x="13205" y="11418"/>
                  <a:pt x="13707" y="11144"/>
                  <a:pt x="14186" y="10870"/>
                </a:cubicBezTo>
                <a:cubicBezTo>
                  <a:pt x="14278" y="11349"/>
                  <a:pt x="14460" y="11783"/>
                  <a:pt x="14711" y="12194"/>
                </a:cubicBezTo>
                <a:cubicBezTo>
                  <a:pt x="15373" y="13175"/>
                  <a:pt x="16492" y="13746"/>
                  <a:pt x="17633" y="13883"/>
                </a:cubicBezTo>
                <a:cubicBezTo>
                  <a:pt x="17852" y="13912"/>
                  <a:pt x="18071" y="13925"/>
                  <a:pt x="18290" y="13925"/>
                </a:cubicBezTo>
                <a:cubicBezTo>
                  <a:pt x="20353" y="13925"/>
                  <a:pt x="22394" y="12720"/>
                  <a:pt x="24024" y="11441"/>
                </a:cubicBezTo>
                <a:cubicBezTo>
                  <a:pt x="24184" y="11738"/>
                  <a:pt x="24389" y="12034"/>
                  <a:pt x="24663" y="12285"/>
                </a:cubicBezTo>
                <a:cubicBezTo>
                  <a:pt x="25460" y="13071"/>
                  <a:pt x="26493" y="13363"/>
                  <a:pt x="27566" y="13363"/>
                </a:cubicBezTo>
                <a:cubicBezTo>
                  <a:pt x="28800" y="13363"/>
                  <a:pt x="30085" y="12977"/>
                  <a:pt x="31123" y="12514"/>
                </a:cubicBezTo>
                <a:cubicBezTo>
                  <a:pt x="31785" y="12217"/>
                  <a:pt x="32424" y="11852"/>
                  <a:pt x="33017" y="11441"/>
                </a:cubicBezTo>
                <a:cubicBezTo>
                  <a:pt x="33291" y="11897"/>
                  <a:pt x="33656" y="12308"/>
                  <a:pt x="34136" y="12628"/>
                </a:cubicBezTo>
                <a:cubicBezTo>
                  <a:pt x="34966" y="13163"/>
                  <a:pt x="35990" y="13340"/>
                  <a:pt x="36979" y="13340"/>
                </a:cubicBezTo>
                <a:cubicBezTo>
                  <a:pt x="37214" y="13340"/>
                  <a:pt x="37446" y="13330"/>
                  <a:pt x="37674" y="13312"/>
                </a:cubicBezTo>
                <a:cubicBezTo>
                  <a:pt x="40413" y="13084"/>
                  <a:pt x="42946" y="11852"/>
                  <a:pt x="45206" y="10368"/>
                </a:cubicBezTo>
                <a:cubicBezTo>
                  <a:pt x="46370" y="9592"/>
                  <a:pt x="47488" y="8747"/>
                  <a:pt x="48607" y="7903"/>
                </a:cubicBezTo>
                <a:cubicBezTo>
                  <a:pt x="48926" y="7677"/>
                  <a:pt x="48720" y="7189"/>
                  <a:pt x="48420" y="7189"/>
                </a:cubicBezTo>
                <a:cubicBezTo>
                  <a:pt x="48356" y="7189"/>
                  <a:pt x="48287" y="7211"/>
                  <a:pt x="48219" y="7264"/>
                </a:cubicBezTo>
                <a:cubicBezTo>
                  <a:pt x="46393" y="8656"/>
                  <a:pt x="44544" y="10048"/>
                  <a:pt x="42490" y="11076"/>
                </a:cubicBezTo>
                <a:cubicBezTo>
                  <a:pt x="40877" y="11911"/>
                  <a:pt x="38964" y="12604"/>
                  <a:pt x="37105" y="12604"/>
                </a:cubicBezTo>
                <a:cubicBezTo>
                  <a:pt x="36728" y="12604"/>
                  <a:pt x="36354" y="12575"/>
                  <a:pt x="35984" y="12514"/>
                </a:cubicBezTo>
                <a:cubicBezTo>
                  <a:pt x="34980" y="12331"/>
                  <a:pt x="34113" y="11852"/>
                  <a:pt x="33633" y="10984"/>
                </a:cubicBezTo>
                <a:cubicBezTo>
                  <a:pt x="34798" y="10071"/>
                  <a:pt x="35779" y="8953"/>
                  <a:pt x="36555" y="7697"/>
                </a:cubicBezTo>
                <a:cubicBezTo>
                  <a:pt x="37126" y="6762"/>
                  <a:pt x="37765" y="5575"/>
                  <a:pt x="37765" y="4456"/>
                </a:cubicBezTo>
                <a:cubicBezTo>
                  <a:pt x="37747" y="3536"/>
                  <a:pt x="37144" y="2901"/>
                  <a:pt x="36351" y="2901"/>
                </a:cubicBezTo>
                <a:cubicBezTo>
                  <a:pt x="36141" y="2901"/>
                  <a:pt x="35917" y="2945"/>
                  <a:pt x="35688" y="3041"/>
                </a:cubicBezTo>
                <a:cubicBezTo>
                  <a:pt x="34546" y="3498"/>
                  <a:pt x="33679" y="4753"/>
                  <a:pt x="33177" y="5826"/>
                </a:cubicBezTo>
                <a:cubicBezTo>
                  <a:pt x="32606" y="6967"/>
                  <a:pt x="32332" y="8291"/>
                  <a:pt x="32469" y="9569"/>
                </a:cubicBezTo>
                <a:cubicBezTo>
                  <a:pt x="32492" y="9980"/>
                  <a:pt x="32583" y="10368"/>
                  <a:pt x="32720" y="10733"/>
                </a:cubicBezTo>
                <a:cubicBezTo>
                  <a:pt x="31442" y="11646"/>
                  <a:pt x="29959" y="12331"/>
                  <a:pt x="28406" y="12536"/>
                </a:cubicBezTo>
                <a:cubicBezTo>
                  <a:pt x="28144" y="12575"/>
                  <a:pt x="27870" y="12597"/>
                  <a:pt x="27594" y="12597"/>
                </a:cubicBezTo>
                <a:cubicBezTo>
                  <a:pt x="26888" y="12597"/>
                  <a:pt x="26167" y="12451"/>
                  <a:pt x="25576" y="12057"/>
                </a:cubicBezTo>
                <a:cubicBezTo>
                  <a:pt x="25142" y="11760"/>
                  <a:pt x="24846" y="11372"/>
                  <a:pt x="24663" y="10916"/>
                </a:cubicBezTo>
                <a:cubicBezTo>
                  <a:pt x="24709" y="10870"/>
                  <a:pt x="24777" y="10802"/>
                  <a:pt x="24846" y="10756"/>
                </a:cubicBezTo>
                <a:cubicBezTo>
                  <a:pt x="25827" y="9911"/>
                  <a:pt x="26672" y="8953"/>
                  <a:pt x="27425" y="7903"/>
                </a:cubicBezTo>
                <a:cubicBezTo>
                  <a:pt x="28133" y="6944"/>
                  <a:pt x="28931" y="5780"/>
                  <a:pt x="29228" y="4616"/>
                </a:cubicBezTo>
                <a:cubicBezTo>
                  <a:pt x="29432" y="3758"/>
                  <a:pt x="29088" y="2699"/>
                  <a:pt x="28146" y="2699"/>
                </a:cubicBezTo>
                <a:cubicBezTo>
                  <a:pt x="28036" y="2699"/>
                  <a:pt x="27917" y="2713"/>
                  <a:pt x="27790" y="2744"/>
                </a:cubicBezTo>
                <a:cubicBezTo>
                  <a:pt x="27197" y="2904"/>
                  <a:pt x="26717" y="3361"/>
                  <a:pt x="26307" y="3771"/>
                </a:cubicBezTo>
                <a:cubicBezTo>
                  <a:pt x="25850" y="4228"/>
                  <a:pt x="25439" y="4730"/>
                  <a:pt x="25074" y="5255"/>
                </a:cubicBezTo>
                <a:cubicBezTo>
                  <a:pt x="24115" y="6716"/>
                  <a:pt x="23271" y="8884"/>
                  <a:pt x="23750" y="10688"/>
                </a:cubicBezTo>
                <a:cubicBezTo>
                  <a:pt x="22951" y="11304"/>
                  <a:pt x="22107" y="11874"/>
                  <a:pt x="21194" y="12331"/>
                </a:cubicBezTo>
                <a:cubicBezTo>
                  <a:pt x="20316" y="12775"/>
                  <a:pt x="19170" y="13127"/>
                  <a:pt x="18089" y="13127"/>
                </a:cubicBezTo>
                <a:cubicBezTo>
                  <a:pt x="16894" y="13127"/>
                  <a:pt x="15778" y="12697"/>
                  <a:pt x="15191" y="11486"/>
                </a:cubicBezTo>
                <a:cubicBezTo>
                  <a:pt x="15031" y="11167"/>
                  <a:pt x="14940" y="10802"/>
                  <a:pt x="14894" y="10436"/>
                </a:cubicBezTo>
                <a:cubicBezTo>
                  <a:pt x="15259" y="10208"/>
                  <a:pt x="15647" y="9934"/>
                  <a:pt x="16012" y="9683"/>
                </a:cubicBezTo>
                <a:cubicBezTo>
                  <a:pt x="18021" y="8154"/>
                  <a:pt x="19756" y="6259"/>
                  <a:pt x="21011" y="4068"/>
                </a:cubicBezTo>
                <a:cubicBezTo>
                  <a:pt x="21468" y="3269"/>
                  <a:pt x="22061" y="1923"/>
                  <a:pt x="21125" y="1215"/>
                </a:cubicBezTo>
                <a:cubicBezTo>
                  <a:pt x="20879" y="1025"/>
                  <a:pt x="20608" y="947"/>
                  <a:pt x="20328" y="947"/>
                </a:cubicBezTo>
                <a:cubicBezTo>
                  <a:pt x="19464" y="947"/>
                  <a:pt x="18510" y="1686"/>
                  <a:pt x="17907" y="2151"/>
                </a:cubicBezTo>
                <a:cubicBezTo>
                  <a:pt x="15967" y="3657"/>
                  <a:pt x="14597" y="5917"/>
                  <a:pt x="14209" y="8359"/>
                </a:cubicBezTo>
                <a:cubicBezTo>
                  <a:pt x="14118" y="8907"/>
                  <a:pt x="14072" y="9478"/>
                  <a:pt x="14095" y="10048"/>
                </a:cubicBezTo>
                <a:cubicBezTo>
                  <a:pt x="13547" y="10368"/>
                  <a:pt x="12954" y="10688"/>
                  <a:pt x="12360" y="10961"/>
                </a:cubicBezTo>
                <a:cubicBezTo>
                  <a:pt x="11399" y="11407"/>
                  <a:pt x="9909" y="12075"/>
                  <a:pt x="8620" y="12075"/>
                </a:cubicBezTo>
                <a:cubicBezTo>
                  <a:pt x="7798" y="12075"/>
                  <a:pt x="7057" y="11803"/>
                  <a:pt x="6585" y="11030"/>
                </a:cubicBezTo>
                <a:cubicBezTo>
                  <a:pt x="6380" y="10665"/>
                  <a:pt x="6243" y="10254"/>
                  <a:pt x="6197" y="9843"/>
                </a:cubicBezTo>
                <a:cubicBezTo>
                  <a:pt x="6745" y="9455"/>
                  <a:pt x="7247" y="9021"/>
                  <a:pt x="7727" y="8610"/>
                </a:cubicBezTo>
                <a:cubicBezTo>
                  <a:pt x="9690" y="6876"/>
                  <a:pt x="11310" y="4662"/>
                  <a:pt x="12315" y="2242"/>
                </a:cubicBezTo>
                <a:cubicBezTo>
                  <a:pt x="12497" y="1763"/>
                  <a:pt x="12657" y="1215"/>
                  <a:pt x="12474" y="713"/>
                </a:cubicBezTo>
                <a:cubicBezTo>
                  <a:pt x="12306" y="250"/>
                  <a:pt x="11865" y="0"/>
                  <a:pt x="113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9"/>
          <p:cNvSpPr/>
          <p:nvPr/>
        </p:nvSpPr>
        <p:spPr>
          <a:xfrm flipH="1">
            <a:off x="3761724" y="-45225"/>
            <a:ext cx="5421127" cy="1960100"/>
          </a:xfrm>
          <a:custGeom>
            <a:avLst/>
            <a:gdLst/>
            <a:ahLst/>
            <a:cxnLst/>
            <a:rect l="l" t="t" r="r" b="b"/>
            <a:pathLst>
              <a:path w="356360" h="128848" extrusionOk="0">
                <a:moveTo>
                  <a:pt x="356360" y="1"/>
                </a:moveTo>
                <a:cubicBezTo>
                  <a:pt x="356360" y="1"/>
                  <a:pt x="341983" y="60853"/>
                  <a:pt x="279763" y="70336"/>
                </a:cubicBezTo>
                <a:cubicBezTo>
                  <a:pt x="197178" y="82859"/>
                  <a:pt x="188211" y="39667"/>
                  <a:pt x="120459" y="39393"/>
                </a:cubicBezTo>
                <a:cubicBezTo>
                  <a:pt x="38451" y="39059"/>
                  <a:pt x="1" y="128848"/>
                  <a:pt x="1" y="128848"/>
                </a:cubicBezTo>
                <a:lnTo>
                  <a:pt x="1" y="609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9"/>
          <p:cNvSpPr/>
          <p:nvPr/>
        </p:nvSpPr>
        <p:spPr>
          <a:xfrm flipH="1">
            <a:off x="-10415" y="3681600"/>
            <a:ext cx="5085340" cy="1461854"/>
          </a:xfrm>
          <a:custGeom>
            <a:avLst/>
            <a:gdLst/>
            <a:ahLst/>
            <a:cxnLst/>
            <a:rect l="l" t="t" r="r" b="b"/>
            <a:pathLst>
              <a:path w="302834" h="87054" extrusionOk="0">
                <a:moveTo>
                  <a:pt x="1" y="87053"/>
                </a:moveTo>
                <a:cubicBezTo>
                  <a:pt x="1" y="87053"/>
                  <a:pt x="12250" y="45898"/>
                  <a:pt x="65108" y="39545"/>
                </a:cubicBezTo>
                <a:cubicBezTo>
                  <a:pt x="135262" y="31065"/>
                  <a:pt x="142921" y="60244"/>
                  <a:pt x="200460" y="60457"/>
                </a:cubicBezTo>
                <a:cubicBezTo>
                  <a:pt x="270158" y="60670"/>
                  <a:pt x="302833" y="0"/>
                  <a:pt x="302833" y="0"/>
                </a:cubicBezTo>
                <a:lnTo>
                  <a:pt x="302833" y="86628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9"/>
          <p:cNvSpPr txBox="1">
            <a:spLocks noGrp="1"/>
          </p:cNvSpPr>
          <p:nvPr>
            <p:ph type="body" idx="1"/>
          </p:nvPr>
        </p:nvSpPr>
        <p:spPr>
          <a:xfrm>
            <a:off x="1206750" y="1522150"/>
            <a:ext cx="6730500" cy="271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75" name="Google Shape;375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76" name="Google Shape;376;p9"/>
          <p:cNvGrpSpPr/>
          <p:nvPr/>
        </p:nvGrpSpPr>
        <p:grpSpPr>
          <a:xfrm>
            <a:off x="8285150" y="-214100"/>
            <a:ext cx="1067700" cy="1029050"/>
            <a:chOff x="4445375" y="3754025"/>
            <a:chExt cx="1067700" cy="1029050"/>
          </a:xfrm>
        </p:grpSpPr>
        <p:sp>
          <p:nvSpPr>
            <p:cNvPr id="377" name="Google Shape;377;p9"/>
            <p:cNvSpPr/>
            <p:nvPr/>
          </p:nvSpPr>
          <p:spPr>
            <a:xfrm>
              <a:off x="4445375" y="3754025"/>
              <a:ext cx="1067700" cy="1029050"/>
            </a:xfrm>
            <a:custGeom>
              <a:avLst/>
              <a:gdLst/>
              <a:ahLst/>
              <a:cxnLst/>
              <a:rect l="l" t="t" r="r" b="b"/>
              <a:pathLst>
                <a:path w="42708" h="41162" extrusionOk="0">
                  <a:moveTo>
                    <a:pt x="18268" y="754"/>
                  </a:moveTo>
                  <a:cubicBezTo>
                    <a:pt x="21180" y="754"/>
                    <a:pt x="24101" y="1353"/>
                    <a:pt x="26844" y="2291"/>
                  </a:cubicBezTo>
                  <a:cubicBezTo>
                    <a:pt x="30975" y="3684"/>
                    <a:pt x="35083" y="5807"/>
                    <a:pt x="37594" y="9481"/>
                  </a:cubicBezTo>
                  <a:cubicBezTo>
                    <a:pt x="38850" y="11307"/>
                    <a:pt x="39717" y="13362"/>
                    <a:pt x="40356" y="15462"/>
                  </a:cubicBezTo>
                  <a:cubicBezTo>
                    <a:pt x="41018" y="17539"/>
                    <a:pt x="41429" y="19684"/>
                    <a:pt x="41520" y="21876"/>
                  </a:cubicBezTo>
                  <a:cubicBezTo>
                    <a:pt x="41703" y="26098"/>
                    <a:pt x="40539" y="30252"/>
                    <a:pt x="37708" y="33448"/>
                  </a:cubicBezTo>
                  <a:cubicBezTo>
                    <a:pt x="35038" y="36461"/>
                    <a:pt x="31363" y="38469"/>
                    <a:pt x="27551" y="39565"/>
                  </a:cubicBezTo>
                  <a:cubicBezTo>
                    <a:pt x="25655" y="40107"/>
                    <a:pt x="23718" y="40389"/>
                    <a:pt x="21791" y="40389"/>
                  </a:cubicBezTo>
                  <a:cubicBezTo>
                    <a:pt x="19334" y="40389"/>
                    <a:pt x="16891" y="39931"/>
                    <a:pt x="14564" y="38972"/>
                  </a:cubicBezTo>
                  <a:cubicBezTo>
                    <a:pt x="10706" y="37374"/>
                    <a:pt x="7419" y="34544"/>
                    <a:pt x="5182" y="31028"/>
                  </a:cubicBezTo>
                  <a:cubicBezTo>
                    <a:pt x="823" y="24158"/>
                    <a:pt x="229" y="14686"/>
                    <a:pt x="4635" y="7678"/>
                  </a:cubicBezTo>
                  <a:cubicBezTo>
                    <a:pt x="5160" y="6811"/>
                    <a:pt x="5776" y="5989"/>
                    <a:pt x="6461" y="5236"/>
                  </a:cubicBezTo>
                  <a:cubicBezTo>
                    <a:pt x="6483" y="5236"/>
                    <a:pt x="6483" y="5213"/>
                    <a:pt x="6506" y="5190"/>
                  </a:cubicBezTo>
                  <a:cubicBezTo>
                    <a:pt x="8424" y="3341"/>
                    <a:pt x="10866" y="2063"/>
                    <a:pt x="13445" y="1356"/>
                  </a:cubicBezTo>
                  <a:cubicBezTo>
                    <a:pt x="15029" y="939"/>
                    <a:pt x="16647" y="754"/>
                    <a:pt x="18268" y="754"/>
                  </a:cubicBezTo>
                  <a:close/>
                  <a:moveTo>
                    <a:pt x="18378" y="0"/>
                  </a:moveTo>
                  <a:cubicBezTo>
                    <a:pt x="17616" y="0"/>
                    <a:pt x="16853" y="40"/>
                    <a:pt x="16093" y="123"/>
                  </a:cubicBezTo>
                  <a:cubicBezTo>
                    <a:pt x="12098" y="534"/>
                    <a:pt x="8150" y="2246"/>
                    <a:pt x="5388" y="5236"/>
                  </a:cubicBezTo>
                  <a:cubicBezTo>
                    <a:pt x="4703" y="5943"/>
                    <a:pt x="4132" y="6742"/>
                    <a:pt x="3630" y="7587"/>
                  </a:cubicBezTo>
                  <a:cubicBezTo>
                    <a:pt x="3562" y="7701"/>
                    <a:pt x="3562" y="7815"/>
                    <a:pt x="3607" y="7906"/>
                  </a:cubicBezTo>
                  <a:cubicBezTo>
                    <a:pt x="1" y="14183"/>
                    <a:pt x="69" y="22286"/>
                    <a:pt x="3105" y="28814"/>
                  </a:cubicBezTo>
                  <a:cubicBezTo>
                    <a:pt x="4931" y="32718"/>
                    <a:pt x="7853" y="36073"/>
                    <a:pt x="11551" y="38287"/>
                  </a:cubicBezTo>
                  <a:cubicBezTo>
                    <a:pt x="14671" y="40163"/>
                    <a:pt x="18229" y="41162"/>
                    <a:pt x="21856" y="41162"/>
                  </a:cubicBezTo>
                  <a:cubicBezTo>
                    <a:pt x="22687" y="41162"/>
                    <a:pt x="23522" y="41109"/>
                    <a:pt x="24356" y="41003"/>
                  </a:cubicBezTo>
                  <a:cubicBezTo>
                    <a:pt x="28647" y="40432"/>
                    <a:pt x="32915" y="38675"/>
                    <a:pt x="36270" y="35890"/>
                  </a:cubicBezTo>
                  <a:cubicBezTo>
                    <a:pt x="39580" y="33151"/>
                    <a:pt x="41657" y="29385"/>
                    <a:pt x="42182" y="25117"/>
                  </a:cubicBezTo>
                  <a:cubicBezTo>
                    <a:pt x="42707" y="20620"/>
                    <a:pt x="41657" y="15895"/>
                    <a:pt x="39763" y="11810"/>
                  </a:cubicBezTo>
                  <a:cubicBezTo>
                    <a:pt x="38804" y="9732"/>
                    <a:pt x="37526" y="7838"/>
                    <a:pt x="35814" y="6309"/>
                  </a:cubicBezTo>
                  <a:cubicBezTo>
                    <a:pt x="34148" y="4802"/>
                    <a:pt x="32185" y="3661"/>
                    <a:pt x="30130" y="2748"/>
                  </a:cubicBezTo>
                  <a:cubicBezTo>
                    <a:pt x="26462" y="1115"/>
                    <a:pt x="22422" y="0"/>
                    <a:pt x="18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4525850" y="3828875"/>
              <a:ext cx="901050" cy="847950"/>
            </a:xfrm>
            <a:custGeom>
              <a:avLst/>
              <a:gdLst/>
              <a:ahLst/>
              <a:cxnLst/>
              <a:rect l="l" t="t" r="r" b="b"/>
              <a:pathLst>
                <a:path w="36042" h="33918" extrusionOk="0">
                  <a:moveTo>
                    <a:pt x="15729" y="732"/>
                  </a:moveTo>
                  <a:cubicBezTo>
                    <a:pt x="18305" y="732"/>
                    <a:pt x="20906" y="1153"/>
                    <a:pt x="23328" y="1922"/>
                  </a:cubicBezTo>
                  <a:cubicBezTo>
                    <a:pt x="26546" y="2927"/>
                    <a:pt x="29536" y="4707"/>
                    <a:pt x="31659" y="7355"/>
                  </a:cubicBezTo>
                  <a:cubicBezTo>
                    <a:pt x="33873" y="10139"/>
                    <a:pt x="34992" y="13746"/>
                    <a:pt x="34946" y="17284"/>
                  </a:cubicBezTo>
                  <a:cubicBezTo>
                    <a:pt x="34832" y="23926"/>
                    <a:pt x="30678" y="30157"/>
                    <a:pt x="24309" y="32303"/>
                  </a:cubicBezTo>
                  <a:cubicBezTo>
                    <a:pt x="22589" y="32880"/>
                    <a:pt x="20779" y="33172"/>
                    <a:pt x="18968" y="33172"/>
                  </a:cubicBezTo>
                  <a:cubicBezTo>
                    <a:pt x="17343" y="33172"/>
                    <a:pt x="15717" y="32937"/>
                    <a:pt x="14152" y="32463"/>
                  </a:cubicBezTo>
                  <a:cubicBezTo>
                    <a:pt x="11048" y="31527"/>
                    <a:pt x="8263" y="29632"/>
                    <a:pt x="6140" y="27167"/>
                  </a:cubicBezTo>
                  <a:cubicBezTo>
                    <a:pt x="1461" y="21757"/>
                    <a:pt x="525" y="14065"/>
                    <a:pt x="3127" y="7492"/>
                  </a:cubicBezTo>
                  <a:cubicBezTo>
                    <a:pt x="3401" y="6807"/>
                    <a:pt x="3721" y="6145"/>
                    <a:pt x="4063" y="5506"/>
                  </a:cubicBezTo>
                  <a:cubicBezTo>
                    <a:pt x="6072" y="2881"/>
                    <a:pt x="9245" y="1443"/>
                    <a:pt x="12486" y="964"/>
                  </a:cubicBezTo>
                  <a:cubicBezTo>
                    <a:pt x="13552" y="808"/>
                    <a:pt x="14638" y="732"/>
                    <a:pt x="15729" y="732"/>
                  </a:cubicBezTo>
                  <a:close/>
                  <a:moveTo>
                    <a:pt x="15639" y="0"/>
                  </a:moveTo>
                  <a:cubicBezTo>
                    <a:pt x="15463" y="0"/>
                    <a:pt x="15287" y="2"/>
                    <a:pt x="15111" y="5"/>
                  </a:cubicBezTo>
                  <a:cubicBezTo>
                    <a:pt x="11299" y="73"/>
                    <a:pt x="7373" y="1101"/>
                    <a:pt x="4565" y="3794"/>
                  </a:cubicBezTo>
                  <a:cubicBezTo>
                    <a:pt x="4360" y="3999"/>
                    <a:pt x="4155" y="4205"/>
                    <a:pt x="3972" y="4433"/>
                  </a:cubicBezTo>
                  <a:cubicBezTo>
                    <a:pt x="3858" y="4433"/>
                    <a:pt x="3767" y="4479"/>
                    <a:pt x="3698" y="4593"/>
                  </a:cubicBezTo>
                  <a:cubicBezTo>
                    <a:pt x="3607" y="4753"/>
                    <a:pt x="3515" y="4935"/>
                    <a:pt x="3424" y="5095"/>
                  </a:cubicBezTo>
                  <a:cubicBezTo>
                    <a:pt x="3264" y="5323"/>
                    <a:pt x="3082" y="5552"/>
                    <a:pt x="2922" y="5803"/>
                  </a:cubicBezTo>
                  <a:cubicBezTo>
                    <a:pt x="2854" y="5917"/>
                    <a:pt x="2854" y="6054"/>
                    <a:pt x="2899" y="6145"/>
                  </a:cubicBezTo>
                  <a:cubicBezTo>
                    <a:pt x="0" y="12422"/>
                    <a:pt x="229" y="20023"/>
                    <a:pt x="4155" y="25843"/>
                  </a:cubicBezTo>
                  <a:cubicBezTo>
                    <a:pt x="6049" y="28628"/>
                    <a:pt x="8674" y="30956"/>
                    <a:pt x="11755" y="32371"/>
                  </a:cubicBezTo>
                  <a:cubicBezTo>
                    <a:pt x="14029" y="33405"/>
                    <a:pt x="16491" y="33918"/>
                    <a:pt x="18965" y="33918"/>
                  </a:cubicBezTo>
                  <a:cubicBezTo>
                    <a:pt x="20041" y="33918"/>
                    <a:pt x="21120" y="33820"/>
                    <a:pt x="22187" y="33627"/>
                  </a:cubicBezTo>
                  <a:cubicBezTo>
                    <a:pt x="25656" y="32988"/>
                    <a:pt x="28920" y="31253"/>
                    <a:pt x="31271" y="28628"/>
                  </a:cubicBezTo>
                  <a:cubicBezTo>
                    <a:pt x="33554" y="26094"/>
                    <a:pt x="35037" y="22876"/>
                    <a:pt x="35517" y="19498"/>
                  </a:cubicBezTo>
                  <a:cubicBezTo>
                    <a:pt x="36042" y="15960"/>
                    <a:pt x="35425" y="12331"/>
                    <a:pt x="33736" y="9181"/>
                  </a:cubicBezTo>
                  <a:cubicBezTo>
                    <a:pt x="32024" y="5940"/>
                    <a:pt x="29171" y="3520"/>
                    <a:pt x="25839" y="2059"/>
                  </a:cubicBezTo>
                  <a:cubicBezTo>
                    <a:pt x="22645" y="647"/>
                    <a:pt x="19120" y="0"/>
                    <a:pt x="156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4684475" y="3927800"/>
              <a:ext cx="575225" cy="578550"/>
            </a:xfrm>
            <a:custGeom>
              <a:avLst/>
              <a:gdLst/>
              <a:ahLst/>
              <a:cxnLst/>
              <a:rect l="l" t="t" r="r" b="b"/>
              <a:pathLst>
                <a:path w="23009" h="23142" extrusionOk="0">
                  <a:moveTo>
                    <a:pt x="8298" y="779"/>
                  </a:moveTo>
                  <a:cubicBezTo>
                    <a:pt x="9182" y="779"/>
                    <a:pt x="10067" y="877"/>
                    <a:pt x="10888" y="1001"/>
                  </a:cubicBezTo>
                  <a:cubicBezTo>
                    <a:pt x="15454" y="1732"/>
                    <a:pt x="19813" y="4402"/>
                    <a:pt x="21388" y="8921"/>
                  </a:cubicBezTo>
                  <a:cubicBezTo>
                    <a:pt x="22141" y="11021"/>
                    <a:pt x="22187" y="13304"/>
                    <a:pt x="21365" y="15381"/>
                  </a:cubicBezTo>
                  <a:cubicBezTo>
                    <a:pt x="20475" y="17618"/>
                    <a:pt x="18763" y="19535"/>
                    <a:pt x="16732" y="20791"/>
                  </a:cubicBezTo>
                  <a:cubicBezTo>
                    <a:pt x="15082" y="21810"/>
                    <a:pt x="13192" y="22393"/>
                    <a:pt x="11281" y="22393"/>
                  </a:cubicBezTo>
                  <a:cubicBezTo>
                    <a:pt x="10839" y="22393"/>
                    <a:pt x="10395" y="22361"/>
                    <a:pt x="9953" y="22297"/>
                  </a:cubicBezTo>
                  <a:cubicBezTo>
                    <a:pt x="7624" y="21955"/>
                    <a:pt x="5570" y="20722"/>
                    <a:pt x="4109" y="18896"/>
                  </a:cubicBezTo>
                  <a:cubicBezTo>
                    <a:pt x="2534" y="16887"/>
                    <a:pt x="1599" y="14331"/>
                    <a:pt x="1279" y="11820"/>
                  </a:cubicBezTo>
                  <a:cubicBezTo>
                    <a:pt x="937" y="9127"/>
                    <a:pt x="1302" y="6342"/>
                    <a:pt x="2603" y="3946"/>
                  </a:cubicBezTo>
                  <a:cubicBezTo>
                    <a:pt x="2671" y="3831"/>
                    <a:pt x="2671" y="3717"/>
                    <a:pt x="2626" y="3626"/>
                  </a:cubicBezTo>
                  <a:cubicBezTo>
                    <a:pt x="3014" y="3033"/>
                    <a:pt x="3447" y="2508"/>
                    <a:pt x="3995" y="2051"/>
                  </a:cubicBezTo>
                  <a:cubicBezTo>
                    <a:pt x="5201" y="1078"/>
                    <a:pt x="6749" y="779"/>
                    <a:pt x="8298" y="779"/>
                  </a:cubicBezTo>
                  <a:close/>
                  <a:moveTo>
                    <a:pt x="8312" y="0"/>
                  </a:moveTo>
                  <a:cubicBezTo>
                    <a:pt x="6754" y="0"/>
                    <a:pt x="5221" y="298"/>
                    <a:pt x="3972" y="1138"/>
                  </a:cubicBezTo>
                  <a:cubicBezTo>
                    <a:pt x="1850" y="2553"/>
                    <a:pt x="845" y="5087"/>
                    <a:pt x="571" y="7529"/>
                  </a:cubicBezTo>
                  <a:cubicBezTo>
                    <a:pt x="549" y="7598"/>
                    <a:pt x="571" y="7643"/>
                    <a:pt x="571" y="7689"/>
                  </a:cubicBezTo>
                  <a:cubicBezTo>
                    <a:pt x="1" y="11318"/>
                    <a:pt x="822" y="15221"/>
                    <a:pt x="2763" y="18280"/>
                  </a:cubicBezTo>
                  <a:cubicBezTo>
                    <a:pt x="4041" y="20311"/>
                    <a:pt x="5890" y="21932"/>
                    <a:pt x="8195" y="22662"/>
                  </a:cubicBezTo>
                  <a:cubicBezTo>
                    <a:pt x="9203" y="22986"/>
                    <a:pt x="10246" y="23141"/>
                    <a:pt x="11287" y="23141"/>
                  </a:cubicBezTo>
                  <a:cubicBezTo>
                    <a:pt x="12814" y="23141"/>
                    <a:pt x="14339" y="22807"/>
                    <a:pt x="15750" y="22183"/>
                  </a:cubicBezTo>
                  <a:cubicBezTo>
                    <a:pt x="18078" y="21133"/>
                    <a:pt x="20087" y="19307"/>
                    <a:pt x="21365" y="17093"/>
                  </a:cubicBezTo>
                  <a:cubicBezTo>
                    <a:pt x="22598" y="14970"/>
                    <a:pt x="23009" y="12528"/>
                    <a:pt x="22529" y="10131"/>
                  </a:cubicBezTo>
                  <a:cubicBezTo>
                    <a:pt x="21502" y="5110"/>
                    <a:pt x="17211" y="1686"/>
                    <a:pt x="12395" y="545"/>
                  </a:cubicBezTo>
                  <a:cubicBezTo>
                    <a:pt x="11140" y="242"/>
                    <a:pt x="9716" y="0"/>
                    <a:pt x="83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4832850" y="4094200"/>
              <a:ext cx="292175" cy="273000"/>
            </a:xfrm>
            <a:custGeom>
              <a:avLst/>
              <a:gdLst/>
              <a:ahLst/>
              <a:cxnLst/>
              <a:rect l="l" t="t" r="r" b="b"/>
              <a:pathLst>
                <a:path w="11687" h="10920" extrusionOk="0">
                  <a:moveTo>
                    <a:pt x="4301" y="761"/>
                  </a:moveTo>
                  <a:cubicBezTo>
                    <a:pt x="4948" y="761"/>
                    <a:pt x="5577" y="847"/>
                    <a:pt x="6072" y="964"/>
                  </a:cubicBezTo>
                  <a:cubicBezTo>
                    <a:pt x="8012" y="1444"/>
                    <a:pt x="9998" y="2768"/>
                    <a:pt x="10523" y="4822"/>
                  </a:cubicBezTo>
                  <a:cubicBezTo>
                    <a:pt x="11048" y="6876"/>
                    <a:pt x="9427" y="8588"/>
                    <a:pt x="7761" y="9501"/>
                  </a:cubicBezTo>
                  <a:cubicBezTo>
                    <a:pt x="6957" y="9928"/>
                    <a:pt x="6072" y="10174"/>
                    <a:pt x="5209" y="10174"/>
                  </a:cubicBezTo>
                  <a:cubicBezTo>
                    <a:pt x="4134" y="10174"/>
                    <a:pt x="3093" y="9793"/>
                    <a:pt x="2283" y="8908"/>
                  </a:cubicBezTo>
                  <a:cubicBezTo>
                    <a:pt x="594" y="7036"/>
                    <a:pt x="754" y="4365"/>
                    <a:pt x="1233" y="2060"/>
                  </a:cubicBezTo>
                  <a:cubicBezTo>
                    <a:pt x="1772" y="1072"/>
                    <a:pt x="3067" y="761"/>
                    <a:pt x="4301" y="761"/>
                  </a:cubicBezTo>
                  <a:close/>
                  <a:moveTo>
                    <a:pt x="4332" y="1"/>
                  </a:moveTo>
                  <a:cubicBezTo>
                    <a:pt x="3014" y="1"/>
                    <a:pt x="1677" y="328"/>
                    <a:pt x="891" y="1238"/>
                  </a:cubicBezTo>
                  <a:cubicBezTo>
                    <a:pt x="731" y="1261"/>
                    <a:pt x="594" y="1330"/>
                    <a:pt x="571" y="1512"/>
                  </a:cubicBezTo>
                  <a:cubicBezTo>
                    <a:pt x="548" y="1604"/>
                    <a:pt x="525" y="1695"/>
                    <a:pt x="503" y="1786"/>
                  </a:cubicBezTo>
                  <a:cubicBezTo>
                    <a:pt x="434" y="1946"/>
                    <a:pt x="366" y="2106"/>
                    <a:pt x="320" y="2288"/>
                  </a:cubicBezTo>
                  <a:cubicBezTo>
                    <a:pt x="274" y="2402"/>
                    <a:pt x="297" y="2517"/>
                    <a:pt x="366" y="2585"/>
                  </a:cubicBezTo>
                  <a:cubicBezTo>
                    <a:pt x="0" y="4822"/>
                    <a:pt x="23" y="7219"/>
                    <a:pt x="1461" y="9090"/>
                  </a:cubicBezTo>
                  <a:cubicBezTo>
                    <a:pt x="2434" y="10343"/>
                    <a:pt x="3806" y="10920"/>
                    <a:pt x="5239" y="10920"/>
                  </a:cubicBezTo>
                  <a:cubicBezTo>
                    <a:pt x="6027" y="10920"/>
                    <a:pt x="6833" y="10746"/>
                    <a:pt x="7601" y="10414"/>
                  </a:cubicBezTo>
                  <a:cubicBezTo>
                    <a:pt x="9655" y="9524"/>
                    <a:pt x="11687" y="7538"/>
                    <a:pt x="11367" y="5141"/>
                  </a:cubicBezTo>
                  <a:cubicBezTo>
                    <a:pt x="11048" y="2745"/>
                    <a:pt x="8902" y="1033"/>
                    <a:pt x="6734" y="348"/>
                  </a:cubicBezTo>
                  <a:cubicBezTo>
                    <a:pt x="6048" y="141"/>
                    <a:pt x="5194" y="1"/>
                    <a:pt x="43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4974375" y="4233575"/>
              <a:ext cx="575" cy="57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23" y="0"/>
                  </a:moveTo>
                  <a:cubicBezTo>
                    <a:pt x="23" y="23"/>
                    <a:pt x="0" y="23"/>
                    <a:pt x="0" y="23"/>
                  </a:cubicBezTo>
                  <a:cubicBezTo>
                    <a:pt x="23" y="23"/>
                    <a:pt x="23" y="23"/>
                    <a:pt x="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4977225" y="4222150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3" y="1"/>
                  </a:moveTo>
                  <a:cubicBezTo>
                    <a:pt x="0" y="1"/>
                    <a:pt x="0" y="1"/>
                    <a:pt x="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4915600" y="4190775"/>
              <a:ext cx="82750" cy="69875"/>
            </a:xfrm>
            <a:custGeom>
              <a:avLst/>
              <a:gdLst/>
              <a:ahLst/>
              <a:cxnLst/>
              <a:rect l="l" t="t" r="r" b="b"/>
              <a:pathLst>
                <a:path w="3310" h="2795" extrusionOk="0">
                  <a:moveTo>
                    <a:pt x="1643" y="753"/>
                  </a:moveTo>
                  <a:cubicBezTo>
                    <a:pt x="1666" y="776"/>
                    <a:pt x="1712" y="776"/>
                    <a:pt x="1735" y="776"/>
                  </a:cubicBezTo>
                  <a:cubicBezTo>
                    <a:pt x="1803" y="799"/>
                    <a:pt x="1849" y="822"/>
                    <a:pt x="1917" y="845"/>
                  </a:cubicBezTo>
                  <a:lnTo>
                    <a:pt x="1940" y="845"/>
                  </a:lnTo>
                  <a:cubicBezTo>
                    <a:pt x="1963" y="868"/>
                    <a:pt x="1986" y="890"/>
                    <a:pt x="2031" y="913"/>
                  </a:cubicBezTo>
                  <a:cubicBezTo>
                    <a:pt x="2077" y="936"/>
                    <a:pt x="2123" y="959"/>
                    <a:pt x="2146" y="982"/>
                  </a:cubicBezTo>
                  <a:cubicBezTo>
                    <a:pt x="2214" y="1005"/>
                    <a:pt x="2260" y="1050"/>
                    <a:pt x="2305" y="1073"/>
                  </a:cubicBezTo>
                  <a:cubicBezTo>
                    <a:pt x="2351" y="1096"/>
                    <a:pt x="2374" y="1119"/>
                    <a:pt x="2397" y="1141"/>
                  </a:cubicBezTo>
                  <a:cubicBezTo>
                    <a:pt x="2420" y="1164"/>
                    <a:pt x="2442" y="1187"/>
                    <a:pt x="2465" y="1210"/>
                  </a:cubicBezTo>
                  <a:cubicBezTo>
                    <a:pt x="2465" y="1233"/>
                    <a:pt x="2465" y="1233"/>
                    <a:pt x="2465" y="1233"/>
                  </a:cubicBezTo>
                  <a:cubicBezTo>
                    <a:pt x="2465" y="1256"/>
                    <a:pt x="2488" y="1278"/>
                    <a:pt x="2488" y="1278"/>
                  </a:cubicBezTo>
                  <a:cubicBezTo>
                    <a:pt x="2488" y="1284"/>
                    <a:pt x="2488" y="1290"/>
                    <a:pt x="2488" y="1301"/>
                  </a:cubicBezTo>
                  <a:cubicBezTo>
                    <a:pt x="2511" y="1324"/>
                    <a:pt x="2511" y="1347"/>
                    <a:pt x="2511" y="1347"/>
                  </a:cubicBezTo>
                  <a:cubicBezTo>
                    <a:pt x="2511" y="1370"/>
                    <a:pt x="2511" y="1393"/>
                    <a:pt x="2511" y="1393"/>
                  </a:cubicBezTo>
                  <a:cubicBezTo>
                    <a:pt x="2511" y="1415"/>
                    <a:pt x="2511" y="1438"/>
                    <a:pt x="2511" y="1438"/>
                  </a:cubicBezTo>
                  <a:cubicBezTo>
                    <a:pt x="2511" y="1438"/>
                    <a:pt x="2511" y="1438"/>
                    <a:pt x="2511" y="1461"/>
                  </a:cubicBezTo>
                  <a:cubicBezTo>
                    <a:pt x="2511" y="1484"/>
                    <a:pt x="2488" y="1507"/>
                    <a:pt x="2488" y="1530"/>
                  </a:cubicBezTo>
                  <a:cubicBezTo>
                    <a:pt x="2488" y="1535"/>
                    <a:pt x="2485" y="1544"/>
                    <a:pt x="2481" y="1553"/>
                  </a:cubicBezTo>
                  <a:lnTo>
                    <a:pt x="2481" y="1553"/>
                  </a:lnTo>
                  <a:cubicBezTo>
                    <a:pt x="2465" y="1557"/>
                    <a:pt x="2465" y="1578"/>
                    <a:pt x="2465" y="1598"/>
                  </a:cubicBezTo>
                  <a:cubicBezTo>
                    <a:pt x="2442" y="1644"/>
                    <a:pt x="2397" y="1689"/>
                    <a:pt x="2374" y="1712"/>
                  </a:cubicBezTo>
                  <a:cubicBezTo>
                    <a:pt x="2374" y="1735"/>
                    <a:pt x="2351" y="1735"/>
                    <a:pt x="2351" y="1735"/>
                  </a:cubicBezTo>
                  <a:cubicBezTo>
                    <a:pt x="2351" y="1758"/>
                    <a:pt x="2328" y="1758"/>
                    <a:pt x="2328" y="1781"/>
                  </a:cubicBezTo>
                  <a:cubicBezTo>
                    <a:pt x="2305" y="1803"/>
                    <a:pt x="2260" y="1826"/>
                    <a:pt x="2237" y="1872"/>
                  </a:cubicBezTo>
                  <a:cubicBezTo>
                    <a:pt x="2237" y="1872"/>
                    <a:pt x="2191" y="1895"/>
                    <a:pt x="2168" y="1918"/>
                  </a:cubicBezTo>
                  <a:cubicBezTo>
                    <a:pt x="2146" y="1940"/>
                    <a:pt x="2100" y="1940"/>
                    <a:pt x="2054" y="1963"/>
                  </a:cubicBezTo>
                  <a:cubicBezTo>
                    <a:pt x="2009" y="1986"/>
                    <a:pt x="1986" y="1986"/>
                    <a:pt x="1940" y="2009"/>
                  </a:cubicBezTo>
                  <a:cubicBezTo>
                    <a:pt x="1895" y="2009"/>
                    <a:pt x="1849" y="2032"/>
                    <a:pt x="1826" y="2032"/>
                  </a:cubicBezTo>
                  <a:lnTo>
                    <a:pt x="1780" y="2032"/>
                  </a:lnTo>
                  <a:cubicBezTo>
                    <a:pt x="1758" y="2032"/>
                    <a:pt x="1735" y="2032"/>
                    <a:pt x="1712" y="2055"/>
                  </a:cubicBezTo>
                  <a:cubicBezTo>
                    <a:pt x="1666" y="2055"/>
                    <a:pt x="1621" y="2055"/>
                    <a:pt x="1575" y="2032"/>
                  </a:cubicBezTo>
                  <a:lnTo>
                    <a:pt x="1461" y="2032"/>
                  </a:lnTo>
                  <a:cubicBezTo>
                    <a:pt x="1415" y="2009"/>
                    <a:pt x="1370" y="2009"/>
                    <a:pt x="1324" y="1986"/>
                  </a:cubicBezTo>
                  <a:cubicBezTo>
                    <a:pt x="1324" y="1986"/>
                    <a:pt x="1301" y="1963"/>
                    <a:pt x="1278" y="1963"/>
                  </a:cubicBezTo>
                  <a:lnTo>
                    <a:pt x="1255" y="1963"/>
                  </a:lnTo>
                  <a:cubicBezTo>
                    <a:pt x="1210" y="1940"/>
                    <a:pt x="1164" y="1895"/>
                    <a:pt x="1118" y="1872"/>
                  </a:cubicBezTo>
                  <a:cubicBezTo>
                    <a:pt x="1096" y="1849"/>
                    <a:pt x="1073" y="1826"/>
                    <a:pt x="1073" y="1803"/>
                  </a:cubicBezTo>
                  <a:cubicBezTo>
                    <a:pt x="1050" y="1803"/>
                    <a:pt x="1027" y="1781"/>
                    <a:pt x="1027" y="1758"/>
                  </a:cubicBezTo>
                  <a:cubicBezTo>
                    <a:pt x="1004" y="1758"/>
                    <a:pt x="1004" y="1758"/>
                    <a:pt x="1004" y="1735"/>
                  </a:cubicBezTo>
                  <a:cubicBezTo>
                    <a:pt x="982" y="1689"/>
                    <a:pt x="959" y="1644"/>
                    <a:pt x="936" y="1598"/>
                  </a:cubicBezTo>
                  <a:cubicBezTo>
                    <a:pt x="913" y="1575"/>
                    <a:pt x="913" y="1552"/>
                    <a:pt x="890" y="1507"/>
                  </a:cubicBezTo>
                  <a:cubicBezTo>
                    <a:pt x="890" y="1484"/>
                    <a:pt x="890" y="1461"/>
                    <a:pt x="890" y="1438"/>
                  </a:cubicBezTo>
                  <a:lnTo>
                    <a:pt x="867" y="1438"/>
                  </a:lnTo>
                  <a:lnTo>
                    <a:pt x="867" y="1415"/>
                  </a:lnTo>
                  <a:cubicBezTo>
                    <a:pt x="867" y="1370"/>
                    <a:pt x="867" y="1324"/>
                    <a:pt x="867" y="1278"/>
                  </a:cubicBezTo>
                  <a:cubicBezTo>
                    <a:pt x="867" y="1278"/>
                    <a:pt x="867" y="1278"/>
                    <a:pt x="867" y="1256"/>
                  </a:cubicBezTo>
                  <a:cubicBezTo>
                    <a:pt x="867" y="1233"/>
                    <a:pt x="890" y="1187"/>
                    <a:pt x="890" y="1187"/>
                  </a:cubicBezTo>
                  <a:cubicBezTo>
                    <a:pt x="890" y="1164"/>
                    <a:pt x="890" y="1164"/>
                    <a:pt x="890" y="1164"/>
                  </a:cubicBezTo>
                  <a:cubicBezTo>
                    <a:pt x="982" y="1141"/>
                    <a:pt x="1073" y="1073"/>
                    <a:pt x="1118" y="982"/>
                  </a:cubicBezTo>
                  <a:cubicBezTo>
                    <a:pt x="1118" y="959"/>
                    <a:pt x="1141" y="936"/>
                    <a:pt x="1141" y="913"/>
                  </a:cubicBezTo>
                  <a:lnTo>
                    <a:pt x="1164" y="913"/>
                  </a:lnTo>
                  <a:cubicBezTo>
                    <a:pt x="1164" y="913"/>
                    <a:pt x="1187" y="890"/>
                    <a:pt x="1187" y="868"/>
                  </a:cubicBezTo>
                  <a:cubicBezTo>
                    <a:pt x="1210" y="868"/>
                    <a:pt x="1233" y="845"/>
                    <a:pt x="1233" y="845"/>
                  </a:cubicBezTo>
                  <a:cubicBezTo>
                    <a:pt x="1255" y="845"/>
                    <a:pt x="1255" y="822"/>
                    <a:pt x="1255" y="822"/>
                  </a:cubicBezTo>
                  <a:cubicBezTo>
                    <a:pt x="1278" y="822"/>
                    <a:pt x="1301" y="799"/>
                    <a:pt x="1324" y="799"/>
                  </a:cubicBezTo>
                  <a:cubicBezTo>
                    <a:pt x="1370" y="799"/>
                    <a:pt x="1392" y="776"/>
                    <a:pt x="1438" y="776"/>
                  </a:cubicBezTo>
                  <a:cubicBezTo>
                    <a:pt x="1438" y="753"/>
                    <a:pt x="1461" y="753"/>
                    <a:pt x="1461" y="753"/>
                  </a:cubicBezTo>
                  <a:close/>
                  <a:moveTo>
                    <a:pt x="1519" y="0"/>
                  </a:moveTo>
                  <a:cubicBezTo>
                    <a:pt x="1432" y="0"/>
                    <a:pt x="1344" y="7"/>
                    <a:pt x="1255" y="23"/>
                  </a:cubicBezTo>
                  <a:cubicBezTo>
                    <a:pt x="1004" y="69"/>
                    <a:pt x="776" y="206"/>
                    <a:pt x="593" y="411"/>
                  </a:cubicBezTo>
                  <a:cubicBezTo>
                    <a:pt x="502" y="434"/>
                    <a:pt x="411" y="480"/>
                    <a:pt x="342" y="571"/>
                  </a:cubicBezTo>
                  <a:cubicBezTo>
                    <a:pt x="0" y="1027"/>
                    <a:pt x="46" y="1735"/>
                    <a:pt x="388" y="2169"/>
                  </a:cubicBezTo>
                  <a:cubicBezTo>
                    <a:pt x="684" y="2594"/>
                    <a:pt x="1175" y="2795"/>
                    <a:pt x="1678" y="2795"/>
                  </a:cubicBezTo>
                  <a:cubicBezTo>
                    <a:pt x="1796" y="2795"/>
                    <a:pt x="1915" y="2784"/>
                    <a:pt x="2031" y="2762"/>
                  </a:cubicBezTo>
                  <a:cubicBezTo>
                    <a:pt x="2579" y="2671"/>
                    <a:pt x="3104" y="2237"/>
                    <a:pt x="3241" y="1689"/>
                  </a:cubicBezTo>
                  <a:cubicBezTo>
                    <a:pt x="3310" y="1393"/>
                    <a:pt x="3264" y="1073"/>
                    <a:pt x="3104" y="822"/>
                  </a:cubicBezTo>
                  <a:cubicBezTo>
                    <a:pt x="2922" y="548"/>
                    <a:pt x="2625" y="343"/>
                    <a:pt x="2351" y="206"/>
                  </a:cubicBezTo>
                  <a:cubicBezTo>
                    <a:pt x="2087" y="83"/>
                    <a:pt x="1810" y="0"/>
                    <a:pt x="15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" name="Google Shape;384;p9"/>
          <p:cNvGrpSpPr/>
          <p:nvPr/>
        </p:nvGrpSpPr>
        <p:grpSpPr>
          <a:xfrm rot="-1413944">
            <a:off x="24" y="4167079"/>
            <a:ext cx="671649" cy="976573"/>
            <a:chOff x="6754175" y="1092800"/>
            <a:chExt cx="671650" cy="976575"/>
          </a:xfrm>
        </p:grpSpPr>
        <p:sp>
          <p:nvSpPr>
            <p:cNvPr id="385" name="Google Shape;385;p9"/>
            <p:cNvSpPr/>
            <p:nvPr/>
          </p:nvSpPr>
          <p:spPr>
            <a:xfrm>
              <a:off x="7014950" y="1223675"/>
              <a:ext cx="70200" cy="69675"/>
            </a:xfrm>
            <a:custGeom>
              <a:avLst/>
              <a:gdLst/>
              <a:ahLst/>
              <a:cxnLst/>
              <a:rect l="l" t="t" r="r" b="b"/>
              <a:pathLst>
                <a:path w="2808" h="2787" extrusionOk="0">
                  <a:moveTo>
                    <a:pt x="1580" y="1"/>
                  </a:moveTo>
                  <a:cubicBezTo>
                    <a:pt x="1466" y="1"/>
                    <a:pt x="1353" y="12"/>
                    <a:pt x="1233" y="39"/>
                  </a:cubicBezTo>
                  <a:cubicBezTo>
                    <a:pt x="1027" y="84"/>
                    <a:pt x="845" y="221"/>
                    <a:pt x="685" y="358"/>
                  </a:cubicBezTo>
                  <a:cubicBezTo>
                    <a:pt x="639" y="381"/>
                    <a:pt x="617" y="381"/>
                    <a:pt x="594" y="404"/>
                  </a:cubicBezTo>
                  <a:cubicBezTo>
                    <a:pt x="411" y="518"/>
                    <a:pt x="274" y="632"/>
                    <a:pt x="183" y="815"/>
                  </a:cubicBezTo>
                  <a:cubicBezTo>
                    <a:pt x="69" y="997"/>
                    <a:pt x="46" y="1180"/>
                    <a:pt x="0" y="1385"/>
                  </a:cubicBezTo>
                  <a:cubicBezTo>
                    <a:pt x="0" y="1522"/>
                    <a:pt x="23" y="1682"/>
                    <a:pt x="46" y="1819"/>
                  </a:cubicBezTo>
                  <a:cubicBezTo>
                    <a:pt x="69" y="1910"/>
                    <a:pt x="114" y="2001"/>
                    <a:pt x="160" y="2070"/>
                  </a:cubicBezTo>
                  <a:cubicBezTo>
                    <a:pt x="183" y="2116"/>
                    <a:pt x="206" y="2161"/>
                    <a:pt x="229" y="2207"/>
                  </a:cubicBezTo>
                  <a:cubicBezTo>
                    <a:pt x="343" y="2367"/>
                    <a:pt x="480" y="2504"/>
                    <a:pt x="662" y="2595"/>
                  </a:cubicBezTo>
                  <a:cubicBezTo>
                    <a:pt x="845" y="2709"/>
                    <a:pt x="1027" y="2755"/>
                    <a:pt x="1256" y="2778"/>
                  </a:cubicBezTo>
                  <a:cubicBezTo>
                    <a:pt x="1299" y="2784"/>
                    <a:pt x="1341" y="2787"/>
                    <a:pt x="1384" y="2787"/>
                  </a:cubicBezTo>
                  <a:cubicBezTo>
                    <a:pt x="1499" y="2787"/>
                    <a:pt x="1612" y="2765"/>
                    <a:pt x="1712" y="2732"/>
                  </a:cubicBezTo>
                  <a:cubicBezTo>
                    <a:pt x="1849" y="2709"/>
                    <a:pt x="2009" y="2641"/>
                    <a:pt x="2123" y="2572"/>
                  </a:cubicBezTo>
                  <a:cubicBezTo>
                    <a:pt x="2306" y="2435"/>
                    <a:pt x="2420" y="2321"/>
                    <a:pt x="2534" y="2161"/>
                  </a:cubicBezTo>
                  <a:cubicBezTo>
                    <a:pt x="2625" y="2047"/>
                    <a:pt x="2671" y="1910"/>
                    <a:pt x="2717" y="1796"/>
                  </a:cubicBezTo>
                  <a:cubicBezTo>
                    <a:pt x="2808" y="1522"/>
                    <a:pt x="2808" y="1225"/>
                    <a:pt x="2739" y="952"/>
                  </a:cubicBezTo>
                  <a:cubicBezTo>
                    <a:pt x="2717" y="815"/>
                    <a:pt x="2648" y="700"/>
                    <a:pt x="2580" y="586"/>
                  </a:cubicBezTo>
                  <a:cubicBezTo>
                    <a:pt x="2465" y="404"/>
                    <a:pt x="2374" y="312"/>
                    <a:pt x="2192" y="175"/>
                  </a:cubicBezTo>
                  <a:cubicBezTo>
                    <a:pt x="2169" y="153"/>
                    <a:pt x="2123" y="130"/>
                    <a:pt x="2100" y="130"/>
                  </a:cubicBezTo>
                  <a:cubicBezTo>
                    <a:pt x="2009" y="84"/>
                    <a:pt x="1918" y="39"/>
                    <a:pt x="1826" y="16"/>
                  </a:cubicBezTo>
                  <a:cubicBezTo>
                    <a:pt x="1741" y="6"/>
                    <a:pt x="1660" y="1"/>
                    <a:pt x="15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6904250" y="1350500"/>
              <a:ext cx="62225" cy="62125"/>
            </a:xfrm>
            <a:custGeom>
              <a:avLst/>
              <a:gdLst/>
              <a:ahLst/>
              <a:cxnLst/>
              <a:rect l="l" t="t" r="r" b="b"/>
              <a:pathLst>
                <a:path w="2489" h="2485" extrusionOk="0">
                  <a:moveTo>
                    <a:pt x="1173" y="0"/>
                  </a:moveTo>
                  <a:cubicBezTo>
                    <a:pt x="1086" y="0"/>
                    <a:pt x="994" y="17"/>
                    <a:pt x="913" y="33"/>
                  </a:cubicBezTo>
                  <a:cubicBezTo>
                    <a:pt x="822" y="56"/>
                    <a:pt x="731" y="124"/>
                    <a:pt x="639" y="193"/>
                  </a:cubicBezTo>
                  <a:cubicBezTo>
                    <a:pt x="548" y="215"/>
                    <a:pt x="457" y="261"/>
                    <a:pt x="388" y="352"/>
                  </a:cubicBezTo>
                  <a:cubicBezTo>
                    <a:pt x="343" y="375"/>
                    <a:pt x="320" y="421"/>
                    <a:pt x="274" y="466"/>
                  </a:cubicBezTo>
                  <a:cubicBezTo>
                    <a:pt x="251" y="512"/>
                    <a:pt x="206" y="558"/>
                    <a:pt x="183" y="603"/>
                  </a:cubicBezTo>
                  <a:cubicBezTo>
                    <a:pt x="137" y="672"/>
                    <a:pt x="114" y="740"/>
                    <a:pt x="92" y="832"/>
                  </a:cubicBezTo>
                  <a:cubicBezTo>
                    <a:pt x="69" y="854"/>
                    <a:pt x="69" y="877"/>
                    <a:pt x="69" y="900"/>
                  </a:cubicBezTo>
                  <a:cubicBezTo>
                    <a:pt x="0" y="1128"/>
                    <a:pt x="0" y="1334"/>
                    <a:pt x="69" y="1562"/>
                  </a:cubicBezTo>
                  <a:cubicBezTo>
                    <a:pt x="92" y="1676"/>
                    <a:pt x="137" y="1767"/>
                    <a:pt x="183" y="1859"/>
                  </a:cubicBezTo>
                  <a:cubicBezTo>
                    <a:pt x="228" y="1950"/>
                    <a:pt x="297" y="2041"/>
                    <a:pt x="365" y="2133"/>
                  </a:cubicBezTo>
                  <a:cubicBezTo>
                    <a:pt x="388" y="2133"/>
                    <a:pt x="411" y="2155"/>
                    <a:pt x="434" y="2178"/>
                  </a:cubicBezTo>
                  <a:cubicBezTo>
                    <a:pt x="502" y="2224"/>
                    <a:pt x="548" y="2292"/>
                    <a:pt x="639" y="2315"/>
                  </a:cubicBezTo>
                  <a:cubicBezTo>
                    <a:pt x="708" y="2361"/>
                    <a:pt x="776" y="2384"/>
                    <a:pt x="845" y="2429"/>
                  </a:cubicBezTo>
                  <a:cubicBezTo>
                    <a:pt x="890" y="2429"/>
                    <a:pt x="913" y="2429"/>
                    <a:pt x="936" y="2452"/>
                  </a:cubicBezTo>
                  <a:cubicBezTo>
                    <a:pt x="1017" y="2468"/>
                    <a:pt x="1097" y="2484"/>
                    <a:pt x="1178" y="2484"/>
                  </a:cubicBezTo>
                  <a:cubicBezTo>
                    <a:pt x="1212" y="2484"/>
                    <a:pt x="1245" y="2482"/>
                    <a:pt x="1278" y="2475"/>
                  </a:cubicBezTo>
                  <a:cubicBezTo>
                    <a:pt x="1370" y="2475"/>
                    <a:pt x="1507" y="2452"/>
                    <a:pt x="1598" y="2407"/>
                  </a:cubicBezTo>
                  <a:cubicBezTo>
                    <a:pt x="1712" y="2384"/>
                    <a:pt x="1826" y="2338"/>
                    <a:pt x="1918" y="2270"/>
                  </a:cubicBezTo>
                  <a:cubicBezTo>
                    <a:pt x="1986" y="2224"/>
                    <a:pt x="2100" y="2155"/>
                    <a:pt x="2169" y="2064"/>
                  </a:cubicBezTo>
                  <a:cubicBezTo>
                    <a:pt x="2237" y="1973"/>
                    <a:pt x="2306" y="1904"/>
                    <a:pt x="2351" y="1790"/>
                  </a:cubicBezTo>
                  <a:cubicBezTo>
                    <a:pt x="2397" y="1722"/>
                    <a:pt x="2420" y="1653"/>
                    <a:pt x="2443" y="1562"/>
                  </a:cubicBezTo>
                  <a:cubicBezTo>
                    <a:pt x="2465" y="1516"/>
                    <a:pt x="2465" y="1448"/>
                    <a:pt x="2488" y="1402"/>
                  </a:cubicBezTo>
                  <a:cubicBezTo>
                    <a:pt x="2488" y="1242"/>
                    <a:pt x="2488" y="1128"/>
                    <a:pt x="2465" y="969"/>
                  </a:cubicBezTo>
                  <a:cubicBezTo>
                    <a:pt x="2443" y="946"/>
                    <a:pt x="2443" y="900"/>
                    <a:pt x="2443" y="877"/>
                  </a:cubicBezTo>
                  <a:cubicBezTo>
                    <a:pt x="2397" y="809"/>
                    <a:pt x="2374" y="717"/>
                    <a:pt x="2328" y="649"/>
                  </a:cubicBezTo>
                  <a:cubicBezTo>
                    <a:pt x="2283" y="558"/>
                    <a:pt x="2237" y="512"/>
                    <a:pt x="2169" y="444"/>
                  </a:cubicBezTo>
                  <a:cubicBezTo>
                    <a:pt x="2146" y="398"/>
                    <a:pt x="2123" y="375"/>
                    <a:pt x="2100" y="352"/>
                  </a:cubicBezTo>
                  <a:cubicBezTo>
                    <a:pt x="2032" y="307"/>
                    <a:pt x="1963" y="238"/>
                    <a:pt x="1895" y="193"/>
                  </a:cubicBezTo>
                  <a:cubicBezTo>
                    <a:pt x="1872" y="170"/>
                    <a:pt x="1849" y="170"/>
                    <a:pt x="1803" y="147"/>
                  </a:cubicBezTo>
                  <a:cubicBezTo>
                    <a:pt x="1735" y="101"/>
                    <a:pt x="1644" y="78"/>
                    <a:pt x="1552" y="56"/>
                  </a:cubicBezTo>
                  <a:cubicBezTo>
                    <a:pt x="1484" y="10"/>
                    <a:pt x="1370" y="10"/>
                    <a:pt x="1278" y="10"/>
                  </a:cubicBezTo>
                  <a:cubicBezTo>
                    <a:pt x="1245" y="3"/>
                    <a:pt x="1210" y="0"/>
                    <a:pt x="11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6895125" y="1500800"/>
              <a:ext cx="41675" cy="53100"/>
            </a:xfrm>
            <a:custGeom>
              <a:avLst/>
              <a:gdLst/>
              <a:ahLst/>
              <a:cxnLst/>
              <a:rect l="l" t="t" r="r" b="b"/>
              <a:pathLst>
                <a:path w="1667" h="2124" extrusionOk="0">
                  <a:moveTo>
                    <a:pt x="845" y="1"/>
                  </a:moveTo>
                  <a:cubicBezTo>
                    <a:pt x="799" y="1"/>
                    <a:pt x="730" y="24"/>
                    <a:pt x="662" y="24"/>
                  </a:cubicBezTo>
                  <a:cubicBezTo>
                    <a:pt x="548" y="69"/>
                    <a:pt x="457" y="115"/>
                    <a:pt x="365" y="206"/>
                  </a:cubicBezTo>
                  <a:cubicBezTo>
                    <a:pt x="205" y="343"/>
                    <a:pt x="114" y="503"/>
                    <a:pt x="69" y="686"/>
                  </a:cubicBezTo>
                  <a:cubicBezTo>
                    <a:pt x="23" y="777"/>
                    <a:pt x="23" y="891"/>
                    <a:pt x="23" y="982"/>
                  </a:cubicBezTo>
                  <a:cubicBezTo>
                    <a:pt x="23" y="1005"/>
                    <a:pt x="23" y="1028"/>
                    <a:pt x="23" y="1051"/>
                  </a:cubicBezTo>
                  <a:cubicBezTo>
                    <a:pt x="23" y="1074"/>
                    <a:pt x="23" y="1074"/>
                    <a:pt x="0" y="1074"/>
                  </a:cubicBezTo>
                  <a:cubicBezTo>
                    <a:pt x="0" y="1119"/>
                    <a:pt x="0" y="1142"/>
                    <a:pt x="23" y="1188"/>
                  </a:cubicBezTo>
                  <a:cubicBezTo>
                    <a:pt x="0" y="1279"/>
                    <a:pt x="23" y="1370"/>
                    <a:pt x="69" y="1439"/>
                  </a:cubicBezTo>
                  <a:cubicBezTo>
                    <a:pt x="91" y="1507"/>
                    <a:pt x="114" y="1553"/>
                    <a:pt x="160" y="1599"/>
                  </a:cubicBezTo>
                  <a:cubicBezTo>
                    <a:pt x="160" y="1599"/>
                    <a:pt x="160" y="1622"/>
                    <a:pt x="183" y="1644"/>
                  </a:cubicBezTo>
                  <a:cubicBezTo>
                    <a:pt x="274" y="1804"/>
                    <a:pt x="411" y="1941"/>
                    <a:pt x="571" y="2032"/>
                  </a:cubicBezTo>
                  <a:cubicBezTo>
                    <a:pt x="685" y="2101"/>
                    <a:pt x="799" y="2124"/>
                    <a:pt x="936" y="2124"/>
                  </a:cubicBezTo>
                  <a:cubicBezTo>
                    <a:pt x="1027" y="2124"/>
                    <a:pt x="1118" y="2124"/>
                    <a:pt x="1187" y="2078"/>
                  </a:cubicBezTo>
                  <a:cubicBezTo>
                    <a:pt x="1278" y="2032"/>
                    <a:pt x="1347" y="1987"/>
                    <a:pt x="1415" y="1918"/>
                  </a:cubicBezTo>
                  <a:cubicBezTo>
                    <a:pt x="1507" y="1827"/>
                    <a:pt x="1552" y="1736"/>
                    <a:pt x="1598" y="1622"/>
                  </a:cubicBezTo>
                  <a:cubicBezTo>
                    <a:pt x="1643" y="1507"/>
                    <a:pt x="1643" y="1393"/>
                    <a:pt x="1666" y="1279"/>
                  </a:cubicBezTo>
                  <a:cubicBezTo>
                    <a:pt x="1666" y="1165"/>
                    <a:pt x="1643" y="1051"/>
                    <a:pt x="1621" y="937"/>
                  </a:cubicBezTo>
                  <a:cubicBezTo>
                    <a:pt x="1598" y="868"/>
                    <a:pt x="1575" y="800"/>
                    <a:pt x="1552" y="731"/>
                  </a:cubicBezTo>
                  <a:cubicBezTo>
                    <a:pt x="1552" y="709"/>
                    <a:pt x="1552" y="709"/>
                    <a:pt x="1552" y="709"/>
                  </a:cubicBezTo>
                  <a:cubicBezTo>
                    <a:pt x="1552" y="594"/>
                    <a:pt x="1529" y="526"/>
                    <a:pt x="1484" y="435"/>
                  </a:cubicBezTo>
                  <a:cubicBezTo>
                    <a:pt x="1461" y="343"/>
                    <a:pt x="1415" y="275"/>
                    <a:pt x="1347" y="206"/>
                  </a:cubicBezTo>
                  <a:cubicBezTo>
                    <a:pt x="1210" y="92"/>
                    <a:pt x="1027" y="1"/>
                    <a:pt x="8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6954450" y="1656600"/>
              <a:ext cx="55950" cy="61800"/>
            </a:xfrm>
            <a:custGeom>
              <a:avLst/>
              <a:gdLst/>
              <a:ahLst/>
              <a:cxnLst/>
              <a:rect l="l" t="t" r="r" b="b"/>
              <a:pathLst>
                <a:path w="2238" h="2472" extrusionOk="0">
                  <a:moveTo>
                    <a:pt x="960" y="0"/>
                  </a:moveTo>
                  <a:cubicBezTo>
                    <a:pt x="777" y="23"/>
                    <a:pt x="594" y="69"/>
                    <a:pt x="457" y="206"/>
                  </a:cubicBezTo>
                  <a:cubicBezTo>
                    <a:pt x="389" y="297"/>
                    <a:pt x="320" y="388"/>
                    <a:pt x="252" y="480"/>
                  </a:cubicBezTo>
                  <a:cubicBezTo>
                    <a:pt x="183" y="571"/>
                    <a:pt x="138" y="685"/>
                    <a:pt x="92" y="799"/>
                  </a:cubicBezTo>
                  <a:cubicBezTo>
                    <a:pt x="69" y="845"/>
                    <a:pt x="69" y="913"/>
                    <a:pt x="47" y="959"/>
                  </a:cubicBezTo>
                  <a:cubicBezTo>
                    <a:pt x="24" y="1073"/>
                    <a:pt x="1" y="1210"/>
                    <a:pt x="24" y="1324"/>
                  </a:cubicBezTo>
                  <a:cubicBezTo>
                    <a:pt x="47" y="1552"/>
                    <a:pt x="92" y="1758"/>
                    <a:pt x="229" y="1940"/>
                  </a:cubicBezTo>
                  <a:cubicBezTo>
                    <a:pt x="275" y="2032"/>
                    <a:pt x="343" y="2100"/>
                    <a:pt x="412" y="2169"/>
                  </a:cubicBezTo>
                  <a:cubicBezTo>
                    <a:pt x="571" y="2306"/>
                    <a:pt x="663" y="2351"/>
                    <a:pt x="845" y="2420"/>
                  </a:cubicBezTo>
                  <a:cubicBezTo>
                    <a:pt x="937" y="2454"/>
                    <a:pt x="1051" y="2471"/>
                    <a:pt x="1165" y="2471"/>
                  </a:cubicBezTo>
                  <a:cubicBezTo>
                    <a:pt x="1279" y="2471"/>
                    <a:pt x="1393" y="2454"/>
                    <a:pt x="1485" y="2420"/>
                  </a:cubicBezTo>
                  <a:cubicBezTo>
                    <a:pt x="1667" y="2351"/>
                    <a:pt x="1758" y="2306"/>
                    <a:pt x="1895" y="2191"/>
                  </a:cubicBezTo>
                  <a:cubicBezTo>
                    <a:pt x="1987" y="2100"/>
                    <a:pt x="2055" y="2032"/>
                    <a:pt x="2101" y="1918"/>
                  </a:cubicBezTo>
                  <a:cubicBezTo>
                    <a:pt x="2146" y="1849"/>
                    <a:pt x="2192" y="1735"/>
                    <a:pt x="2215" y="1644"/>
                  </a:cubicBezTo>
                  <a:cubicBezTo>
                    <a:pt x="2215" y="1575"/>
                    <a:pt x="2238" y="1484"/>
                    <a:pt x="2238" y="1393"/>
                  </a:cubicBezTo>
                  <a:cubicBezTo>
                    <a:pt x="2238" y="1324"/>
                    <a:pt x="2215" y="1233"/>
                    <a:pt x="2192" y="1142"/>
                  </a:cubicBezTo>
                  <a:cubicBezTo>
                    <a:pt x="2124" y="913"/>
                    <a:pt x="1964" y="708"/>
                    <a:pt x="1758" y="594"/>
                  </a:cubicBezTo>
                  <a:cubicBezTo>
                    <a:pt x="1713" y="571"/>
                    <a:pt x="1667" y="548"/>
                    <a:pt x="1621" y="525"/>
                  </a:cubicBezTo>
                  <a:cubicBezTo>
                    <a:pt x="1576" y="411"/>
                    <a:pt x="1530" y="297"/>
                    <a:pt x="1439" y="206"/>
                  </a:cubicBezTo>
                  <a:cubicBezTo>
                    <a:pt x="1302" y="92"/>
                    <a:pt x="1142" y="0"/>
                    <a:pt x="9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7072000" y="1827275"/>
              <a:ext cx="57675" cy="69825"/>
            </a:xfrm>
            <a:custGeom>
              <a:avLst/>
              <a:gdLst/>
              <a:ahLst/>
              <a:cxnLst/>
              <a:rect l="l" t="t" r="r" b="b"/>
              <a:pathLst>
                <a:path w="2307" h="2793" extrusionOk="0">
                  <a:moveTo>
                    <a:pt x="1090" y="1"/>
                  </a:moveTo>
                  <a:cubicBezTo>
                    <a:pt x="987" y="1"/>
                    <a:pt x="886" y="23"/>
                    <a:pt x="800" y="66"/>
                  </a:cubicBezTo>
                  <a:cubicBezTo>
                    <a:pt x="708" y="89"/>
                    <a:pt x="640" y="135"/>
                    <a:pt x="572" y="203"/>
                  </a:cubicBezTo>
                  <a:cubicBezTo>
                    <a:pt x="480" y="295"/>
                    <a:pt x="412" y="386"/>
                    <a:pt x="389" y="523"/>
                  </a:cubicBezTo>
                  <a:cubicBezTo>
                    <a:pt x="320" y="706"/>
                    <a:pt x="252" y="888"/>
                    <a:pt x="183" y="1071"/>
                  </a:cubicBezTo>
                  <a:cubicBezTo>
                    <a:pt x="161" y="1094"/>
                    <a:pt x="161" y="1139"/>
                    <a:pt x="161" y="1162"/>
                  </a:cubicBezTo>
                  <a:cubicBezTo>
                    <a:pt x="115" y="1253"/>
                    <a:pt x="69" y="1345"/>
                    <a:pt x="47" y="1436"/>
                  </a:cubicBezTo>
                  <a:cubicBezTo>
                    <a:pt x="24" y="1504"/>
                    <a:pt x="1" y="1619"/>
                    <a:pt x="24" y="1710"/>
                  </a:cubicBezTo>
                  <a:cubicBezTo>
                    <a:pt x="24" y="1915"/>
                    <a:pt x="69" y="2121"/>
                    <a:pt x="183" y="2281"/>
                  </a:cubicBezTo>
                  <a:cubicBezTo>
                    <a:pt x="298" y="2440"/>
                    <a:pt x="435" y="2577"/>
                    <a:pt x="617" y="2669"/>
                  </a:cubicBezTo>
                  <a:cubicBezTo>
                    <a:pt x="788" y="2746"/>
                    <a:pt x="958" y="2792"/>
                    <a:pt x="1129" y="2792"/>
                  </a:cubicBezTo>
                  <a:cubicBezTo>
                    <a:pt x="1209" y="2792"/>
                    <a:pt x="1290" y="2782"/>
                    <a:pt x="1370" y="2760"/>
                  </a:cubicBezTo>
                  <a:cubicBezTo>
                    <a:pt x="1576" y="2714"/>
                    <a:pt x="1758" y="2600"/>
                    <a:pt x="1895" y="2463"/>
                  </a:cubicBezTo>
                  <a:cubicBezTo>
                    <a:pt x="2032" y="2349"/>
                    <a:pt x="2124" y="2189"/>
                    <a:pt x="2192" y="2029"/>
                  </a:cubicBezTo>
                  <a:cubicBezTo>
                    <a:pt x="2261" y="1870"/>
                    <a:pt x="2306" y="1687"/>
                    <a:pt x="2306" y="1504"/>
                  </a:cubicBezTo>
                  <a:cubicBezTo>
                    <a:pt x="2306" y="1276"/>
                    <a:pt x="2238" y="1094"/>
                    <a:pt x="2146" y="888"/>
                  </a:cubicBezTo>
                  <a:cubicBezTo>
                    <a:pt x="2010" y="546"/>
                    <a:pt x="1713" y="295"/>
                    <a:pt x="1416" y="89"/>
                  </a:cubicBezTo>
                  <a:cubicBezTo>
                    <a:pt x="1320" y="29"/>
                    <a:pt x="1204" y="1"/>
                    <a:pt x="10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7220375" y="1878275"/>
              <a:ext cx="75925" cy="59250"/>
            </a:xfrm>
            <a:custGeom>
              <a:avLst/>
              <a:gdLst/>
              <a:ahLst/>
              <a:cxnLst/>
              <a:rect l="l" t="t" r="r" b="b"/>
              <a:pathLst>
                <a:path w="3037" h="2370" extrusionOk="0">
                  <a:moveTo>
                    <a:pt x="2001" y="1"/>
                  </a:moveTo>
                  <a:cubicBezTo>
                    <a:pt x="1912" y="1"/>
                    <a:pt x="1826" y="12"/>
                    <a:pt x="1758" y="35"/>
                  </a:cubicBezTo>
                  <a:cubicBezTo>
                    <a:pt x="1575" y="104"/>
                    <a:pt x="1416" y="195"/>
                    <a:pt x="1324" y="355"/>
                  </a:cubicBezTo>
                  <a:cubicBezTo>
                    <a:pt x="1324" y="355"/>
                    <a:pt x="1324" y="377"/>
                    <a:pt x="1324" y="377"/>
                  </a:cubicBezTo>
                  <a:cubicBezTo>
                    <a:pt x="1233" y="286"/>
                    <a:pt x="1142" y="241"/>
                    <a:pt x="1028" y="218"/>
                  </a:cubicBezTo>
                  <a:cubicBezTo>
                    <a:pt x="966" y="200"/>
                    <a:pt x="894" y="189"/>
                    <a:pt x="820" y="189"/>
                  </a:cubicBezTo>
                  <a:cubicBezTo>
                    <a:pt x="705" y="189"/>
                    <a:pt x="587" y="216"/>
                    <a:pt x="503" y="286"/>
                  </a:cubicBezTo>
                  <a:cubicBezTo>
                    <a:pt x="343" y="377"/>
                    <a:pt x="274" y="446"/>
                    <a:pt x="160" y="606"/>
                  </a:cubicBezTo>
                  <a:cubicBezTo>
                    <a:pt x="115" y="674"/>
                    <a:pt x="92" y="743"/>
                    <a:pt x="69" y="834"/>
                  </a:cubicBezTo>
                  <a:cubicBezTo>
                    <a:pt x="69" y="857"/>
                    <a:pt x="46" y="880"/>
                    <a:pt x="46" y="902"/>
                  </a:cubicBezTo>
                  <a:cubicBezTo>
                    <a:pt x="23" y="1017"/>
                    <a:pt x="0" y="1131"/>
                    <a:pt x="23" y="1222"/>
                  </a:cubicBezTo>
                  <a:cubicBezTo>
                    <a:pt x="46" y="1427"/>
                    <a:pt x="69" y="1519"/>
                    <a:pt x="160" y="1701"/>
                  </a:cubicBezTo>
                  <a:cubicBezTo>
                    <a:pt x="343" y="2135"/>
                    <a:pt x="822" y="2340"/>
                    <a:pt x="1279" y="2363"/>
                  </a:cubicBezTo>
                  <a:cubicBezTo>
                    <a:pt x="1316" y="2367"/>
                    <a:pt x="1354" y="2369"/>
                    <a:pt x="1392" y="2369"/>
                  </a:cubicBezTo>
                  <a:cubicBezTo>
                    <a:pt x="1559" y="2369"/>
                    <a:pt x="1723" y="2332"/>
                    <a:pt x="1872" y="2295"/>
                  </a:cubicBezTo>
                  <a:cubicBezTo>
                    <a:pt x="2032" y="2249"/>
                    <a:pt x="2215" y="2181"/>
                    <a:pt x="2374" y="2112"/>
                  </a:cubicBezTo>
                  <a:cubicBezTo>
                    <a:pt x="2557" y="1998"/>
                    <a:pt x="2739" y="1838"/>
                    <a:pt x="2854" y="1656"/>
                  </a:cubicBezTo>
                  <a:cubicBezTo>
                    <a:pt x="2922" y="1564"/>
                    <a:pt x="2968" y="1450"/>
                    <a:pt x="2991" y="1359"/>
                  </a:cubicBezTo>
                  <a:cubicBezTo>
                    <a:pt x="3036" y="1199"/>
                    <a:pt x="3036" y="1085"/>
                    <a:pt x="3013" y="925"/>
                  </a:cubicBezTo>
                  <a:cubicBezTo>
                    <a:pt x="2968" y="674"/>
                    <a:pt x="2876" y="446"/>
                    <a:pt x="2671" y="263"/>
                  </a:cubicBezTo>
                  <a:cubicBezTo>
                    <a:pt x="2557" y="149"/>
                    <a:pt x="2420" y="81"/>
                    <a:pt x="2260" y="35"/>
                  </a:cubicBezTo>
                  <a:cubicBezTo>
                    <a:pt x="2180" y="12"/>
                    <a:pt x="2089" y="1"/>
                    <a:pt x="20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7359050" y="1770925"/>
              <a:ext cx="66775" cy="64875"/>
            </a:xfrm>
            <a:custGeom>
              <a:avLst/>
              <a:gdLst/>
              <a:ahLst/>
              <a:cxnLst/>
              <a:rect l="l" t="t" r="r" b="b"/>
              <a:pathLst>
                <a:path w="2671" h="2595" extrusionOk="0">
                  <a:moveTo>
                    <a:pt x="1597" y="0"/>
                  </a:moveTo>
                  <a:cubicBezTo>
                    <a:pt x="1559" y="0"/>
                    <a:pt x="1521" y="6"/>
                    <a:pt x="1484" y="15"/>
                  </a:cubicBezTo>
                  <a:cubicBezTo>
                    <a:pt x="1392" y="15"/>
                    <a:pt x="1301" y="38"/>
                    <a:pt x="1233" y="106"/>
                  </a:cubicBezTo>
                  <a:cubicBezTo>
                    <a:pt x="1096" y="175"/>
                    <a:pt x="981" y="312"/>
                    <a:pt x="936" y="449"/>
                  </a:cubicBezTo>
                  <a:cubicBezTo>
                    <a:pt x="875" y="434"/>
                    <a:pt x="812" y="426"/>
                    <a:pt x="748" y="426"/>
                  </a:cubicBezTo>
                  <a:cubicBezTo>
                    <a:pt x="621" y="426"/>
                    <a:pt x="495" y="456"/>
                    <a:pt x="388" y="517"/>
                  </a:cubicBezTo>
                  <a:cubicBezTo>
                    <a:pt x="228" y="609"/>
                    <a:pt x="114" y="768"/>
                    <a:pt x="68" y="928"/>
                  </a:cubicBezTo>
                  <a:cubicBezTo>
                    <a:pt x="23" y="1156"/>
                    <a:pt x="0" y="1385"/>
                    <a:pt x="68" y="1590"/>
                  </a:cubicBezTo>
                  <a:cubicBezTo>
                    <a:pt x="137" y="1818"/>
                    <a:pt x="251" y="1978"/>
                    <a:pt x="411" y="2161"/>
                  </a:cubicBezTo>
                  <a:cubicBezTo>
                    <a:pt x="479" y="2229"/>
                    <a:pt x="548" y="2298"/>
                    <a:pt x="639" y="2343"/>
                  </a:cubicBezTo>
                  <a:cubicBezTo>
                    <a:pt x="685" y="2389"/>
                    <a:pt x="730" y="2412"/>
                    <a:pt x="799" y="2435"/>
                  </a:cubicBezTo>
                  <a:cubicBezTo>
                    <a:pt x="890" y="2480"/>
                    <a:pt x="981" y="2526"/>
                    <a:pt x="1096" y="2549"/>
                  </a:cubicBezTo>
                  <a:cubicBezTo>
                    <a:pt x="1187" y="2572"/>
                    <a:pt x="1324" y="2594"/>
                    <a:pt x="1415" y="2594"/>
                  </a:cubicBezTo>
                  <a:cubicBezTo>
                    <a:pt x="1643" y="2572"/>
                    <a:pt x="1849" y="2526"/>
                    <a:pt x="2031" y="2412"/>
                  </a:cubicBezTo>
                  <a:cubicBezTo>
                    <a:pt x="2191" y="2298"/>
                    <a:pt x="2351" y="2161"/>
                    <a:pt x="2442" y="1978"/>
                  </a:cubicBezTo>
                  <a:cubicBezTo>
                    <a:pt x="2625" y="1659"/>
                    <a:pt x="2671" y="1293"/>
                    <a:pt x="2579" y="951"/>
                  </a:cubicBezTo>
                  <a:cubicBezTo>
                    <a:pt x="2556" y="791"/>
                    <a:pt x="2488" y="631"/>
                    <a:pt x="2397" y="517"/>
                  </a:cubicBezTo>
                  <a:cubicBezTo>
                    <a:pt x="2328" y="426"/>
                    <a:pt x="2283" y="335"/>
                    <a:pt x="2191" y="266"/>
                  </a:cubicBezTo>
                  <a:cubicBezTo>
                    <a:pt x="2123" y="221"/>
                    <a:pt x="2077" y="175"/>
                    <a:pt x="2009" y="129"/>
                  </a:cubicBezTo>
                  <a:cubicBezTo>
                    <a:pt x="1917" y="84"/>
                    <a:pt x="1849" y="61"/>
                    <a:pt x="1758" y="38"/>
                  </a:cubicBezTo>
                  <a:cubicBezTo>
                    <a:pt x="1704" y="11"/>
                    <a:pt x="1651" y="0"/>
                    <a:pt x="15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7275150" y="1140175"/>
              <a:ext cx="63375" cy="66325"/>
            </a:xfrm>
            <a:custGeom>
              <a:avLst/>
              <a:gdLst/>
              <a:ahLst/>
              <a:cxnLst/>
              <a:rect l="l" t="t" r="r" b="b"/>
              <a:pathLst>
                <a:path w="2535" h="2653" extrusionOk="0">
                  <a:moveTo>
                    <a:pt x="1119" y="0"/>
                  </a:moveTo>
                  <a:cubicBezTo>
                    <a:pt x="868" y="0"/>
                    <a:pt x="617" y="69"/>
                    <a:pt x="412" y="206"/>
                  </a:cubicBezTo>
                  <a:cubicBezTo>
                    <a:pt x="252" y="297"/>
                    <a:pt x="138" y="457"/>
                    <a:pt x="92" y="617"/>
                  </a:cubicBezTo>
                  <a:cubicBezTo>
                    <a:pt x="46" y="754"/>
                    <a:pt x="46" y="913"/>
                    <a:pt x="115" y="1050"/>
                  </a:cubicBezTo>
                  <a:cubicBezTo>
                    <a:pt x="46" y="1164"/>
                    <a:pt x="1" y="1279"/>
                    <a:pt x="1" y="1416"/>
                  </a:cubicBezTo>
                  <a:cubicBezTo>
                    <a:pt x="1" y="1644"/>
                    <a:pt x="46" y="1872"/>
                    <a:pt x="183" y="2055"/>
                  </a:cubicBezTo>
                  <a:cubicBezTo>
                    <a:pt x="320" y="2237"/>
                    <a:pt x="480" y="2397"/>
                    <a:pt x="663" y="2511"/>
                  </a:cubicBezTo>
                  <a:cubicBezTo>
                    <a:pt x="841" y="2590"/>
                    <a:pt x="1037" y="2653"/>
                    <a:pt x="1235" y="2653"/>
                  </a:cubicBezTo>
                  <a:cubicBezTo>
                    <a:pt x="1265" y="2653"/>
                    <a:pt x="1295" y="2651"/>
                    <a:pt x="1325" y="2648"/>
                  </a:cubicBezTo>
                  <a:cubicBezTo>
                    <a:pt x="1439" y="2648"/>
                    <a:pt x="1553" y="2625"/>
                    <a:pt x="1644" y="2602"/>
                  </a:cubicBezTo>
                  <a:cubicBezTo>
                    <a:pt x="1827" y="2534"/>
                    <a:pt x="1941" y="2466"/>
                    <a:pt x="2078" y="2351"/>
                  </a:cubicBezTo>
                  <a:cubicBezTo>
                    <a:pt x="2260" y="2192"/>
                    <a:pt x="2375" y="1986"/>
                    <a:pt x="2443" y="1781"/>
                  </a:cubicBezTo>
                  <a:cubicBezTo>
                    <a:pt x="2466" y="1735"/>
                    <a:pt x="2489" y="1689"/>
                    <a:pt x="2489" y="1644"/>
                  </a:cubicBezTo>
                  <a:cubicBezTo>
                    <a:pt x="2511" y="1530"/>
                    <a:pt x="2534" y="1393"/>
                    <a:pt x="2511" y="1279"/>
                  </a:cubicBezTo>
                  <a:cubicBezTo>
                    <a:pt x="2511" y="1073"/>
                    <a:pt x="2466" y="845"/>
                    <a:pt x="2329" y="639"/>
                  </a:cubicBezTo>
                  <a:cubicBezTo>
                    <a:pt x="2215" y="457"/>
                    <a:pt x="2032" y="274"/>
                    <a:pt x="1827" y="183"/>
                  </a:cubicBezTo>
                  <a:cubicBezTo>
                    <a:pt x="1621" y="69"/>
                    <a:pt x="1370" y="0"/>
                    <a:pt x="1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7158175" y="1293225"/>
              <a:ext cx="54225" cy="54925"/>
            </a:xfrm>
            <a:custGeom>
              <a:avLst/>
              <a:gdLst/>
              <a:ahLst/>
              <a:cxnLst/>
              <a:rect l="l" t="t" r="r" b="b"/>
              <a:pathLst>
                <a:path w="2169" h="2197" extrusionOk="0">
                  <a:moveTo>
                    <a:pt x="1069" y="0"/>
                  </a:moveTo>
                  <a:cubicBezTo>
                    <a:pt x="1024" y="0"/>
                    <a:pt x="979" y="6"/>
                    <a:pt x="936" y="18"/>
                  </a:cubicBezTo>
                  <a:lnTo>
                    <a:pt x="708" y="18"/>
                  </a:lnTo>
                  <a:cubicBezTo>
                    <a:pt x="684" y="12"/>
                    <a:pt x="659" y="9"/>
                    <a:pt x="635" y="9"/>
                  </a:cubicBezTo>
                  <a:cubicBezTo>
                    <a:pt x="568" y="9"/>
                    <a:pt x="501" y="31"/>
                    <a:pt x="434" y="64"/>
                  </a:cubicBezTo>
                  <a:cubicBezTo>
                    <a:pt x="343" y="87"/>
                    <a:pt x="274" y="133"/>
                    <a:pt x="206" y="201"/>
                  </a:cubicBezTo>
                  <a:cubicBezTo>
                    <a:pt x="137" y="269"/>
                    <a:pt x="92" y="338"/>
                    <a:pt x="69" y="429"/>
                  </a:cubicBezTo>
                  <a:cubicBezTo>
                    <a:pt x="23" y="521"/>
                    <a:pt x="0" y="612"/>
                    <a:pt x="0" y="703"/>
                  </a:cubicBezTo>
                  <a:cubicBezTo>
                    <a:pt x="23" y="886"/>
                    <a:pt x="69" y="1068"/>
                    <a:pt x="206" y="1205"/>
                  </a:cubicBezTo>
                  <a:cubicBezTo>
                    <a:pt x="229" y="1205"/>
                    <a:pt x="229" y="1205"/>
                    <a:pt x="252" y="1228"/>
                  </a:cubicBezTo>
                  <a:cubicBezTo>
                    <a:pt x="252" y="1297"/>
                    <a:pt x="274" y="1388"/>
                    <a:pt x="274" y="1456"/>
                  </a:cubicBezTo>
                  <a:cubicBezTo>
                    <a:pt x="274" y="1479"/>
                    <a:pt x="297" y="1502"/>
                    <a:pt x="297" y="1525"/>
                  </a:cubicBezTo>
                  <a:cubicBezTo>
                    <a:pt x="320" y="1593"/>
                    <a:pt x="343" y="1662"/>
                    <a:pt x="389" y="1730"/>
                  </a:cubicBezTo>
                  <a:cubicBezTo>
                    <a:pt x="389" y="1730"/>
                    <a:pt x="389" y="1753"/>
                    <a:pt x="411" y="1753"/>
                  </a:cubicBezTo>
                  <a:cubicBezTo>
                    <a:pt x="457" y="1822"/>
                    <a:pt x="480" y="1890"/>
                    <a:pt x="548" y="1936"/>
                  </a:cubicBezTo>
                  <a:cubicBezTo>
                    <a:pt x="662" y="2050"/>
                    <a:pt x="777" y="2095"/>
                    <a:pt x="914" y="2164"/>
                  </a:cubicBezTo>
                  <a:lnTo>
                    <a:pt x="982" y="2164"/>
                  </a:lnTo>
                  <a:cubicBezTo>
                    <a:pt x="1030" y="2180"/>
                    <a:pt x="1090" y="2196"/>
                    <a:pt x="1145" y="2196"/>
                  </a:cubicBezTo>
                  <a:cubicBezTo>
                    <a:pt x="1168" y="2196"/>
                    <a:pt x="1190" y="2193"/>
                    <a:pt x="1210" y="2187"/>
                  </a:cubicBezTo>
                  <a:cubicBezTo>
                    <a:pt x="1279" y="2187"/>
                    <a:pt x="1347" y="2187"/>
                    <a:pt x="1416" y="2164"/>
                  </a:cubicBezTo>
                  <a:lnTo>
                    <a:pt x="1438" y="2164"/>
                  </a:lnTo>
                  <a:cubicBezTo>
                    <a:pt x="1484" y="2141"/>
                    <a:pt x="1507" y="2141"/>
                    <a:pt x="1553" y="2118"/>
                  </a:cubicBezTo>
                  <a:cubicBezTo>
                    <a:pt x="1575" y="2095"/>
                    <a:pt x="1621" y="2095"/>
                    <a:pt x="1644" y="2073"/>
                  </a:cubicBezTo>
                  <a:cubicBezTo>
                    <a:pt x="1667" y="2073"/>
                    <a:pt x="1667" y="2073"/>
                    <a:pt x="1667" y="2050"/>
                  </a:cubicBezTo>
                  <a:cubicBezTo>
                    <a:pt x="1735" y="2027"/>
                    <a:pt x="1781" y="1981"/>
                    <a:pt x="1827" y="1936"/>
                  </a:cubicBezTo>
                  <a:cubicBezTo>
                    <a:pt x="1849" y="1936"/>
                    <a:pt x="1849" y="1913"/>
                    <a:pt x="1872" y="1890"/>
                  </a:cubicBezTo>
                  <a:cubicBezTo>
                    <a:pt x="1986" y="1753"/>
                    <a:pt x="2032" y="1685"/>
                    <a:pt x="2100" y="1502"/>
                  </a:cubicBezTo>
                  <a:cubicBezTo>
                    <a:pt x="2123" y="1411"/>
                    <a:pt x="2146" y="1319"/>
                    <a:pt x="2146" y="1205"/>
                  </a:cubicBezTo>
                  <a:cubicBezTo>
                    <a:pt x="2169" y="1114"/>
                    <a:pt x="2146" y="1023"/>
                    <a:pt x="2123" y="931"/>
                  </a:cubicBezTo>
                  <a:cubicBezTo>
                    <a:pt x="2123" y="909"/>
                    <a:pt x="2123" y="886"/>
                    <a:pt x="2100" y="863"/>
                  </a:cubicBezTo>
                  <a:cubicBezTo>
                    <a:pt x="2078" y="794"/>
                    <a:pt x="2055" y="726"/>
                    <a:pt x="2032" y="657"/>
                  </a:cubicBezTo>
                  <a:cubicBezTo>
                    <a:pt x="2009" y="612"/>
                    <a:pt x="1963" y="566"/>
                    <a:pt x="1941" y="521"/>
                  </a:cubicBezTo>
                  <a:cubicBezTo>
                    <a:pt x="1895" y="498"/>
                    <a:pt x="1872" y="452"/>
                    <a:pt x="1827" y="406"/>
                  </a:cubicBezTo>
                  <a:cubicBezTo>
                    <a:pt x="1781" y="338"/>
                    <a:pt x="1712" y="292"/>
                    <a:pt x="1644" y="247"/>
                  </a:cubicBezTo>
                  <a:cubicBezTo>
                    <a:pt x="1621" y="224"/>
                    <a:pt x="1598" y="224"/>
                    <a:pt x="1575" y="201"/>
                  </a:cubicBezTo>
                  <a:cubicBezTo>
                    <a:pt x="1553" y="201"/>
                    <a:pt x="1530" y="201"/>
                    <a:pt x="1530" y="178"/>
                  </a:cubicBezTo>
                  <a:cubicBezTo>
                    <a:pt x="1484" y="155"/>
                    <a:pt x="1461" y="133"/>
                    <a:pt x="1438" y="110"/>
                  </a:cubicBezTo>
                  <a:cubicBezTo>
                    <a:pt x="1322" y="43"/>
                    <a:pt x="1192" y="0"/>
                    <a:pt x="10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7034350" y="1398425"/>
              <a:ext cx="54225" cy="53575"/>
            </a:xfrm>
            <a:custGeom>
              <a:avLst/>
              <a:gdLst/>
              <a:ahLst/>
              <a:cxnLst/>
              <a:rect l="l" t="t" r="r" b="b"/>
              <a:pathLst>
                <a:path w="2169" h="2143" extrusionOk="0">
                  <a:moveTo>
                    <a:pt x="1204" y="1"/>
                  </a:moveTo>
                  <a:cubicBezTo>
                    <a:pt x="1174" y="1"/>
                    <a:pt x="1146" y="4"/>
                    <a:pt x="1119" y="10"/>
                  </a:cubicBezTo>
                  <a:cubicBezTo>
                    <a:pt x="1028" y="10"/>
                    <a:pt x="959" y="10"/>
                    <a:pt x="868" y="33"/>
                  </a:cubicBezTo>
                  <a:cubicBezTo>
                    <a:pt x="845" y="33"/>
                    <a:pt x="822" y="56"/>
                    <a:pt x="799" y="56"/>
                  </a:cubicBezTo>
                  <a:cubicBezTo>
                    <a:pt x="776" y="56"/>
                    <a:pt x="754" y="79"/>
                    <a:pt x="731" y="79"/>
                  </a:cubicBezTo>
                  <a:cubicBezTo>
                    <a:pt x="640" y="102"/>
                    <a:pt x="525" y="124"/>
                    <a:pt x="434" y="170"/>
                  </a:cubicBezTo>
                  <a:cubicBezTo>
                    <a:pt x="388" y="216"/>
                    <a:pt x="343" y="238"/>
                    <a:pt x="297" y="284"/>
                  </a:cubicBezTo>
                  <a:cubicBezTo>
                    <a:pt x="206" y="375"/>
                    <a:pt x="160" y="467"/>
                    <a:pt x="115" y="581"/>
                  </a:cubicBezTo>
                  <a:cubicBezTo>
                    <a:pt x="115" y="604"/>
                    <a:pt x="92" y="649"/>
                    <a:pt x="92" y="672"/>
                  </a:cubicBezTo>
                  <a:cubicBezTo>
                    <a:pt x="92" y="695"/>
                    <a:pt x="92" y="695"/>
                    <a:pt x="92" y="718"/>
                  </a:cubicBezTo>
                  <a:cubicBezTo>
                    <a:pt x="69" y="741"/>
                    <a:pt x="69" y="763"/>
                    <a:pt x="69" y="786"/>
                  </a:cubicBezTo>
                  <a:cubicBezTo>
                    <a:pt x="46" y="786"/>
                    <a:pt x="46" y="809"/>
                    <a:pt x="46" y="809"/>
                  </a:cubicBezTo>
                  <a:cubicBezTo>
                    <a:pt x="0" y="992"/>
                    <a:pt x="23" y="1129"/>
                    <a:pt x="46" y="1311"/>
                  </a:cubicBezTo>
                  <a:cubicBezTo>
                    <a:pt x="69" y="1403"/>
                    <a:pt x="115" y="1494"/>
                    <a:pt x="160" y="1540"/>
                  </a:cubicBezTo>
                  <a:cubicBezTo>
                    <a:pt x="183" y="1562"/>
                    <a:pt x="206" y="1562"/>
                    <a:pt x="206" y="1585"/>
                  </a:cubicBezTo>
                  <a:cubicBezTo>
                    <a:pt x="206" y="1585"/>
                    <a:pt x="206" y="1608"/>
                    <a:pt x="206" y="1608"/>
                  </a:cubicBezTo>
                  <a:cubicBezTo>
                    <a:pt x="229" y="1631"/>
                    <a:pt x="251" y="1654"/>
                    <a:pt x="251" y="1676"/>
                  </a:cubicBezTo>
                  <a:cubicBezTo>
                    <a:pt x="320" y="1745"/>
                    <a:pt x="366" y="1813"/>
                    <a:pt x="411" y="1882"/>
                  </a:cubicBezTo>
                  <a:cubicBezTo>
                    <a:pt x="434" y="1905"/>
                    <a:pt x="434" y="1905"/>
                    <a:pt x="457" y="1905"/>
                  </a:cubicBezTo>
                  <a:cubicBezTo>
                    <a:pt x="571" y="2019"/>
                    <a:pt x="571" y="2019"/>
                    <a:pt x="685" y="2064"/>
                  </a:cubicBezTo>
                  <a:cubicBezTo>
                    <a:pt x="708" y="2064"/>
                    <a:pt x="754" y="2087"/>
                    <a:pt x="776" y="2110"/>
                  </a:cubicBezTo>
                  <a:cubicBezTo>
                    <a:pt x="845" y="2133"/>
                    <a:pt x="959" y="2133"/>
                    <a:pt x="1028" y="2133"/>
                  </a:cubicBezTo>
                  <a:cubicBezTo>
                    <a:pt x="1054" y="2140"/>
                    <a:pt x="1083" y="2142"/>
                    <a:pt x="1112" y="2142"/>
                  </a:cubicBezTo>
                  <a:cubicBezTo>
                    <a:pt x="1184" y="2142"/>
                    <a:pt x="1260" y="2126"/>
                    <a:pt x="1324" y="2110"/>
                  </a:cubicBezTo>
                  <a:cubicBezTo>
                    <a:pt x="1416" y="2087"/>
                    <a:pt x="1484" y="2042"/>
                    <a:pt x="1553" y="2019"/>
                  </a:cubicBezTo>
                  <a:cubicBezTo>
                    <a:pt x="1575" y="2019"/>
                    <a:pt x="1598" y="1996"/>
                    <a:pt x="1621" y="1996"/>
                  </a:cubicBezTo>
                  <a:cubicBezTo>
                    <a:pt x="1689" y="1950"/>
                    <a:pt x="1758" y="1882"/>
                    <a:pt x="1804" y="1836"/>
                  </a:cubicBezTo>
                  <a:cubicBezTo>
                    <a:pt x="1826" y="1813"/>
                    <a:pt x="1849" y="1813"/>
                    <a:pt x="1849" y="1791"/>
                  </a:cubicBezTo>
                  <a:cubicBezTo>
                    <a:pt x="1918" y="1722"/>
                    <a:pt x="1986" y="1631"/>
                    <a:pt x="2032" y="1540"/>
                  </a:cubicBezTo>
                  <a:cubicBezTo>
                    <a:pt x="2078" y="1471"/>
                    <a:pt x="2100" y="1380"/>
                    <a:pt x="2123" y="1311"/>
                  </a:cubicBezTo>
                  <a:cubicBezTo>
                    <a:pt x="2146" y="1288"/>
                    <a:pt x="2146" y="1266"/>
                    <a:pt x="2146" y="1243"/>
                  </a:cubicBezTo>
                  <a:cubicBezTo>
                    <a:pt x="2169" y="1174"/>
                    <a:pt x="2169" y="1083"/>
                    <a:pt x="2169" y="1015"/>
                  </a:cubicBezTo>
                  <a:cubicBezTo>
                    <a:pt x="2169" y="992"/>
                    <a:pt x="2169" y="992"/>
                    <a:pt x="2169" y="969"/>
                  </a:cubicBezTo>
                  <a:cubicBezTo>
                    <a:pt x="2169" y="900"/>
                    <a:pt x="2169" y="832"/>
                    <a:pt x="2146" y="763"/>
                  </a:cubicBezTo>
                  <a:cubicBezTo>
                    <a:pt x="2123" y="672"/>
                    <a:pt x="2078" y="604"/>
                    <a:pt x="2055" y="535"/>
                  </a:cubicBezTo>
                  <a:cubicBezTo>
                    <a:pt x="2055" y="512"/>
                    <a:pt x="2032" y="490"/>
                    <a:pt x="2032" y="467"/>
                  </a:cubicBezTo>
                  <a:cubicBezTo>
                    <a:pt x="1986" y="421"/>
                    <a:pt x="1941" y="375"/>
                    <a:pt x="1895" y="307"/>
                  </a:cubicBezTo>
                  <a:cubicBezTo>
                    <a:pt x="1895" y="307"/>
                    <a:pt x="1895" y="307"/>
                    <a:pt x="1872" y="284"/>
                  </a:cubicBezTo>
                  <a:cubicBezTo>
                    <a:pt x="1872" y="284"/>
                    <a:pt x="1872" y="284"/>
                    <a:pt x="1849" y="261"/>
                  </a:cubicBezTo>
                  <a:cubicBezTo>
                    <a:pt x="1804" y="216"/>
                    <a:pt x="1758" y="170"/>
                    <a:pt x="1689" y="147"/>
                  </a:cubicBezTo>
                  <a:cubicBezTo>
                    <a:pt x="1621" y="102"/>
                    <a:pt x="1553" y="79"/>
                    <a:pt x="1484" y="56"/>
                  </a:cubicBezTo>
                  <a:cubicBezTo>
                    <a:pt x="1461" y="33"/>
                    <a:pt x="1438" y="33"/>
                    <a:pt x="1416" y="33"/>
                  </a:cubicBezTo>
                  <a:cubicBezTo>
                    <a:pt x="1351" y="17"/>
                    <a:pt x="1275" y="1"/>
                    <a:pt x="1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7035500" y="1552750"/>
              <a:ext cx="55375" cy="58225"/>
            </a:xfrm>
            <a:custGeom>
              <a:avLst/>
              <a:gdLst/>
              <a:ahLst/>
              <a:cxnLst/>
              <a:rect l="l" t="t" r="r" b="b"/>
              <a:pathLst>
                <a:path w="2215" h="2329" extrusionOk="0">
                  <a:moveTo>
                    <a:pt x="976" y="0"/>
                  </a:moveTo>
                  <a:cubicBezTo>
                    <a:pt x="850" y="0"/>
                    <a:pt x="723" y="30"/>
                    <a:pt x="616" y="91"/>
                  </a:cubicBezTo>
                  <a:cubicBezTo>
                    <a:pt x="525" y="160"/>
                    <a:pt x="434" y="228"/>
                    <a:pt x="342" y="320"/>
                  </a:cubicBezTo>
                  <a:cubicBezTo>
                    <a:pt x="274" y="411"/>
                    <a:pt x="205" y="502"/>
                    <a:pt x="160" y="594"/>
                  </a:cubicBezTo>
                  <a:cubicBezTo>
                    <a:pt x="114" y="708"/>
                    <a:pt x="46" y="822"/>
                    <a:pt x="23" y="936"/>
                  </a:cubicBezTo>
                  <a:cubicBezTo>
                    <a:pt x="23" y="1004"/>
                    <a:pt x="0" y="1096"/>
                    <a:pt x="0" y="1187"/>
                  </a:cubicBezTo>
                  <a:cubicBezTo>
                    <a:pt x="0" y="1278"/>
                    <a:pt x="23" y="1370"/>
                    <a:pt x="46" y="1461"/>
                  </a:cubicBezTo>
                  <a:cubicBezTo>
                    <a:pt x="46" y="1484"/>
                    <a:pt x="46" y="1507"/>
                    <a:pt x="69" y="1529"/>
                  </a:cubicBezTo>
                  <a:cubicBezTo>
                    <a:pt x="91" y="1621"/>
                    <a:pt x="114" y="1689"/>
                    <a:pt x="160" y="1758"/>
                  </a:cubicBezTo>
                  <a:cubicBezTo>
                    <a:pt x="205" y="1826"/>
                    <a:pt x="251" y="1895"/>
                    <a:pt x="320" y="1963"/>
                  </a:cubicBezTo>
                  <a:cubicBezTo>
                    <a:pt x="320" y="1986"/>
                    <a:pt x="342" y="2009"/>
                    <a:pt x="365" y="2031"/>
                  </a:cubicBezTo>
                  <a:cubicBezTo>
                    <a:pt x="434" y="2077"/>
                    <a:pt x="502" y="2123"/>
                    <a:pt x="571" y="2168"/>
                  </a:cubicBezTo>
                  <a:cubicBezTo>
                    <a:pt x="639" y="2214"/>
                    <a:pt x="730" y="2237"/>
                    <a:pt x="799" y="2283"/>
                  </a:cubicBezTo>
                  <a:cubicBezTo>
                    <a:pt x="913" y="2305"/>
                    <a:pt x="1027" y="2328"/>
                    <a:pt x="1141" y="2328"/>
                  </a:cubicBezTo>
                  <a:lnTo>
                    <a:pt x="1210" y="2328"/>
                  </a:lnTo>
                  <a:cubicBezTo>
                    <a:pt x="1301" y="2328"/>
                    <a:pt x="1370" y="2328"/>
                    <a:pt x="1461" y="2283"/>
                  </a:cubicBezTo>
                  <a:cubicBezTo>
                    <a:pt x="1621" y="2237"/>
                    <a:pt x="1758" y="2168"/>
                    <a:pt x="1895" y="2054"/>
                  </a:cubicBezTo>
                  <a:cubicBezTo>
                    <a:pt x="1917" y="2009"/>
                    <a:pt x="1940" y="1963"/>
                    <a:pt x="1986" y="1940"/>
                  </a:cubicBezTo>
                  <a:cubicBezTo>
                    <a:pt x="2009" y="1895"/>
                    <a:pt x="2054" y="1849"/>
                    <a:pt x="2077" y="1803"/>
                  </a:cubicBezTo>
                  <a:cubicBezTo>
                    <a:pt x="2123" y="1712"/>
                    <a:pt x="2168" y="1621"/>
                    <a:pt x="2191" y="1507"/>
                  </a:cubicBezTo>
                  <a:cubicBezTo>
                    <a:pt x="2214" y="1301"/>
                    <a:pt x="2214" y="1210"/>
                    <a:pt x="2168" y="1004"/>
                  </a:cubicBezTo>
                  <a:cubicBezTo>
                    <a:pt x="2168" y="982"/>
                    <a:pt x="2168" y="959"/>
                    <a:pt x="2168" y="959"/>
                  </a:cubicBezTo>
                  <a:cubicBezTo>
                    <a:pt x="2146" y="867"/>
                    <a:pt x="2100" y="799"/>
                    <a:pt x="2054" y="730"/>
                  </a:cubicBezTo>
                  <a:cubicBezTo>
                    <a:pt x="2054" y="708"/>
                    <a:pt x="2054" y="708"/>
                    <a:pt x="2054" y="708"/>
                  </a:cubicBezTo>
                  <a:cubicBezTo>
                    <a:pt x="2009" y="639"/>
                    <a:pt x="1963" y="594"/>
                    <a:pt x="1917" y="548"/>
                  </a:cubicBezTo>
                  <a:cubicBezTo>
                    <a:pt x="1917" y="525"/>
                    <a:pt x="1895" y="525"/>
                    <a:pt x="1895" y="525"/>
                  </a:cubicBezTo>
                  <a:cubicBezTo>
                    <a:pt x="1849" y="479"/>
                    <a:pt x="1780" y="434"/>
                    <a:pt x="1735" y="388"/>
                  </a:cubicBezTo>
                  <a:cubicBezTo>
                    <a:pt x="1712" y="388"/>
                    <a:pt x="1712" y="365"/>
                    <a:pt x="1712" y="365"/>
                  </a:cubicBezTo>
                  <a:cubicBezTo>
                    <a:pt x="1643" y="342"/>
                    <a:pt x="1598" y="320"/>
                    <a:pt x="1529" y="297"/>
                  </a:cubicBezTo>
                  <a:cubicBezTo>
                    <a:pt x="1438" y="183"/>
                    <a:pt x="1324" y="69"/>
                    <a:pt x="1164" y="23"/>
                  </a:cubicBezTo>
                  <a:cubicBezTo>
                    <a:pt x="1103" y="8"/>
                    <a:pt x="1040" y="0"/>
                    <a:pt x="9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7147900" y="1679900"/>
              <a:ext cx="64500" cy="61400"/>
            </a:xfrm>
            <a:custGeom>
              <a:avLst/>
              <a:gdLst/>
              <a:ahLst/>
              <a:cxnLst/>
              <a:rect l="l" t="t" r="r" b="b"/>
              <a:pathLst>
                <a:path w="2580" h="2456" extrusionOk="0">
                  <a:moveTo>
                    <a:pt x="970" y="1"/>
                  </a:moveTo>
                  <a:cubicBezTo>
                    <a:pt x="951" y="1"/>
                    <a:pt x="932" y="2"/>
                    <a:pt x="914" y="4"/>
                  </a:cubicBezTo>
                  <a:cubicBezTo>
                    <a:pt x="868" y="4"/>
                    <a:pt x="800" y="27"/>
                    <a:pt x="731" y="27"/>
                  </a:cubicBezTo>
                  <a:cubicBezTo>
                    <a:pt x="617" y="50"/>
                    <a:pt x="503" y="118"/>
                    <a:pt x="434" y="210"/>
                  </a:cubicBezTo>
                  <a:cubicBezTo>
                    <a:pt x="411" y="232"/>
                    <a:pt x="389" y="255"/>
                    <a:pt x="366" y="278"/>
                  </a:cubicBezTo>
                  <a:cubicBezTo>
                    <a:pt x="297" y="346"/>
                    <a:pt x="252" y="415"/>
                    <a:pt x="206" y="483"/>
                  </a:cubicBezTo>
                  <a:cubicBezTo>
                    <a:pt x="138" y="575"/>
                    <a:pt x="92" y="689"/>
                    <a:pt x="69" y="826"/>
                  </a:cubicBezTo>
                  <a:cubicBezTo>
                    <a:pt x="1" y="1054"/>
                    <a:pt x="1" y="1305"/>
                    <a:pt x="69" y="1533"/>
                  </a:cubicBezTo>
                  <a:cubicBezTo>
                    <a:pt x="92" y="1625"/>
                    <a:pt x="138" y="1716"/>
                    <a:pt x="183" y="1784"/>
                  </a:cubicBezTo>
                  <a:cubicBezTo>
                    <a:pt x="183" y="1807"/>
                    <a:pt x="206" y="1853"/>
                    <a:pt x="229" y="1876"/>
                  </a:cubicBezTo>
                  <a:cubicBezTo>
                    <a:pt x="275" y="1944"/>
                    <a:pt x="320" y="2013"/>
                    <a:pt x="389" y="2081"/>
                  </a:cubicBezTo>
                  <a:cubicBezTo>
                    <a:pt x="434" y="2127"/>
                    <a:pt x="526" y="2195"/>
                    <a:pt x="594" y="2241"/>
                  </a:cubicBezTo>
                  <a:cubicBezTo>
                    <a:pt x="777" y="2378"/>
                    <a:pt x="1028" y="2424"/>
                    <a:pt x="1279" y="2446"/>
                  </a:cubicBezTo>
                  <a:cubicBezTo>
                    <a:pt x="1312" y="2453"/>
                    <a:pt x="1346" y="2456"/>
                    <a:pt x="1379" y="2456"/>
                  </a:cubicBezTo>
                  <a:cubicBezTo>
                    <a:pt x="1460" y="2456"/>
                    <a:pt x="1541" y="2440"/>
                    <a:pt x="1621" y="2424"/>
                  </a:cubicBezTo>
                  <a:cubicBezTo>
                    <a:pt x="1667" y="2424"/>
                    <a:pt x="1690" y="2401"/>
                    <a:pt x="1713" y="2401"/>
                  </a:cubicBezTo>
                  <a:cubicBezTo>
                    <a:pt x="1804" y="2378"/>
                    <a:pt x="1895" y="2332"/>
                    <a:pt x="1964" y="2287"/>
                  </a:cubicBezTo>
                  <a:cubicBezTo>
                    <a:pt x="2009" y="2264"/>
                    <a:pt x="2055" y="2218"/>
                    <a:pt x="2101" y="2195"/>
                  </a:cubicBezTo>
                  <a:cubicBezTo>
                    <a:pt x="2146" y="2150"/>
                    <a:pt x="2192" y="2127"/>
                    <a:pt x="2238" y="2081"/>
                  </a:cubicBezTo>
                  <a:cubicBezTo>
                    <a:pt x="2306" y="2013"/>
                    <a:pt x="2352" y="1944"/>
                    <a:pt x="2397" y="1876"/>
                  </a:cubicBezTo>
                  <a:cubicBezTo>
                    <a:pt x="2443" y="1807"/>
                    <a:pt x="2466" y="1716"/>
                    <a:pt x="2511" y="1647"/>
                  </a:cubicBezTo>
                  <a:cubicBezTo>
                    <a:pt x="2511" y="1602"/>
                    <a:pt x="2534" y="1579"/>
                    <a:pt x="2534" y="1556"/>
                  </a:cubicBezTo>
                  <a:cubicBezTo>
                    <a:pt x="2557" y="1465"/>
                    <a:pt x="2557" y="1374"/>
                    <a:pt x="2557" y="1282"/>
                  </a:cubicBezTo>
                  <a:cubicBezTo>
                    <a:pt x="2580" y="1100"/>
                    <a:pt x="2511" y="963"/>
                    <a:pt x="2443" y="780"/>
                  </a:cubicBezTo>
                  <a:cubicBezTo>
                    <a:pt x="2374" y="643"/>
                    <a:pt x="2238" y="506"/>
                    <a:pt x="2101" y="438"/>
                  </a:cubicBezTo>
                  <a:cubicBezTo>
                    <a:pt x="2101" y="415"/>
                    <a:pt x="2078" y="415"/>
                    <a:pt x="2078" y="415"/>
                  </a:cubicBezTo>
                  <a:cubicBezTo>
                    <a:pt x="2009" y="369"/>
                    <a:pt x="1941" y="346"/>
                    <a:pt x="1895" y="324"/>
                  </a:cubicBezTo>
                  <a:lnTo>
                    <a:pt x="1849" y="324"/>
                  </a:lnTo>
                  <a:cubicBezTo>
                    <a:pt x="1781" y="301"/>
                    <a:pt x="1713" y="301"/>
                    <a:pt x="1644" y="301"/>
                  </a:cubicBezTo>
                  <a:cubicBezTo>
                    <a:pt x="1598" y="301"/>
                    <a:pt x="1553" y="301"/>
                    <a:pt x="1507" y="324"/>
                  </a:cubicBezTo>
                  <a:cubicBezTo>
                    <a:pt x="1484" y="278"/>
                    <a:pt x="1439" y="232"/>
                    <a:pt x="1416" y="210"/>
                  </a:cubicBezTo>
                  <a:cubicBezTo>
                    <a:pt x="1293" y="87"/>
                    <a:pt x="1133" y="1"/>
                    <a:pt x="9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7300825" y="1652600"/>
              <a:ext cx="67375" cy="59600"/>
            </a:xfrm>
            <a:custGeom>
              <a:avLst/>
              <a:gdLst/>
              <a:ahLst/>
              <a:cxnLst/>
              <a:rect l="l" t="t" r="r" b="b"/>
              <a:pathLst>
                <a:path w="2695" h="2384" extrusionOk="0">
                  <a:moveTo>
                    <a:pt x="1530" y="0"/>
                  </a:moveTo>
                  <a:cubicBezTo>
                    <a:pt x="1439" y="0"/>
                    <a:pt x="1348" y="23"/>
                    <a:pt x="1279" y="46"/>
                  </a:cubicBezTo>
                  <a:cubicBezTo>
                    <a:pt x="1096" y="92"/>
                    <a:pt x="982" y="160"/>
                    <a:pt x="845" y="274"/>
                  </a:cubicBezTo>
                  <a:cubicBezTo>
                    <a:pt x="845" y="297"/>
                    <a:pt x="845" y="297"/>
                    <a:pt x="823" y="297"/>
                  </a:cubicBezTo>
                  <a:lnTo>
                    <a:pt x="708" y="297"/>
                  </a:lnTo>
                  <a:cubicBezTo>
                    <a:pt x="526" y="297"/>
                    <a:pt x="343" y="366"/>
                    <a:pt x="206" y="503"/>
                  </a:cubicBezTo>
                  <a:lnTo>
                    <a:pt x="115" y="640"/>
                  </a:lnTo>
                  <a:cubicBezTo>
                    <a:pt x="46" y="754"/>
                    <a:pt x="1" y="868"/>
                    <a:pt x="1" y="982"/>
                  </a:cubicBezTo>
                  <a:cubicBezTo>
                    <a:pt x="1" y="1050"/>
                    <a:pt x="1" y="1096"/>
                    <a:pt x="1" y="1165"/>
                  </a:cubicBezTo>
                  <a:cubicBezTo>
                    <a:pt x="24" y="1279"/>
                    <a:pt x="24" y="1393"/>
                    <a:pt x="69" y="1484"/>
                  </a:cubicBezTo>
                  <a:cubicBezTo>
                    <a:pt x="161" y="1690"/>
                    <a:pt x="252" y="1895"/>
                    <a:pt x="435" y="2032"/>
                  </a:cubicBezTo>
                  <a:cubicBezTo>
                    <a:pt x="594" y="2169"/>
                    <a:pt x="800" y="2306"/>
                    <a:pt x="1005" y="2351"/>
                  </a:cubicBezTo>
                  <a:cubicBezTo>
                    <a:pt x="1108" y="2372"/>
                    <a:pt x="1206" y="2383"/>
                    <a:pt x="1303" y="2383"/>
                  </a:cubicBezTo>
                  <a:cubicBezTo>
                    <a:pt x="1423" y="2383"/>
                    <a:pt x="1541" y="2366"/>
                    <a:pt x="1667" y="2329"/>
                  </a:cubicBezTo>
                  <a:cubicBezTo>
                    <a:pt x="2078" y="2192"/>
                    <a:pt x="2420" y="1872"/>
                    <a:pt x="2557" y="1438"/>
                  </a:cubicBezTo>
                  <a:cubicBezTo>
                    <a:pt x="2694" y="959"/>
                    <a:pt x="2512" y="388"/>
                    <a:pt x="2078" y="137"/>
                  </a:cubicBezTo>
                  <a:cubicBezTo>
                    <a:pt x="1918" y="46"/>
                    <a:pt x="1781" y="23"/>
                    <a:pt x="15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7346475" y="1317650"/>
              <a:ext cx="61650" cy="58225"/>
            </a:xfrm>
            <a:custGeom>
              <a:avLst/>
              <a:gdLst/>
              <a:ahLst/>
              <a:cxnLst/>
              <a:rect l="l" t="t" r="r" b="b"/>
              <a:pathLst>
                <a:path w="2466" h="2329" extrusionOk="0">
                  <a:moveTo>
                    <a:pt x="1096" y="0"/>
                  </a:moveTo>
                  <a:cubicBezTo>
                    <a:pt x="891" y="0"/>
                    <a:pt x="686" y="46"/>
                    <a:pt x="503" y="114"/>
                  </a:cubicBezTo>
                  <a:cubicBezTo>
                    <a:pt x="412" y="137"/>
                    <a:pt x="343" y="183"/>
                    <a:pt x="275" y="228"/>
                  </a:cubicBezTo>
                  <a:cubicBezTo>
                    <a:pt x="206" y="274"/>
                    <a:pt x="138" y="342"/>
                    <a:pt x="92" y="434"/>
                  </a:cubicBezTo>
                  <a:cubicBezTo>
                    <a:pt x="46" y="502"/>
                    <a:pt x="24" y="593"/>
                    <a:pt x="24" y="685"/>
                  </a:cubicBezTo>
                  <a:cubicBezTo>
                    <a:pt x="1" y="776"/>
                    <a:pt x="1" y="867"/>
                    <a:pt x="24" y="959"/>
                  </a:cubicBezTo>
                  <a:cubicBezTo>
                    <a:pt x="69" y="1141"/>
                    <a:pt x="183" y="1301"/>
                    <a:pt x="343" y="1392"/>
                  </a:cubicBezTo>
                  <a:lnTo>
                    <a:pt x="435" y="1415"/>
                  </a:lnTo>
                  <a:cubicBezTo>
                    <a:pt x="435" y="1461"/>
                    <a:pt x="457" y="1507"/>
                    <a:pt x="457" y="1552"/>
                  </a:cubicBezTo>
                  <a:cubicBezTo>
                    <a:pt x="480" y="1621"/>
                    <a:pt x="526" y="1689"/>
                    <a:pt x="549" y="1758"/>
                  </a:cubicBezTo>
                  <a:cubicBezTo>
                    <a:pt x="571" y="1780"/>
                    <a:pt x="571" y="1803"/>
                    <a:pt x="594" y="1826"/>
                  </a:cubicBezTo>
                  <a:cubicBezTo>
                    <a:pt x="640" y="1895"/>
                    <a:pt x="708" y="1986"/>
                    <a:pt x="777" y="2054"/>
                  </a:cubicBezTo>
                  <a:cubicBezTo>
                    <a:pt x="823" y="2100"/>
                    <a:pt x="891" y="2146"/>
                    <a:pt x="960" y="2191"/>
                  </a:cubicBezTo>
                  <a:cubicBezTo>
                    <a:pt x="1005" y="2214"/>
                    <a:pt x="1051" y="2214"/>
                    <a:pt x="1096" y="2237"/>
                  </a:cubicBezTo>
                  <a:cubicBezTo>
                    <a:pt x="1119" y="2260"/>
                    <a:pt x="1165" y="2283"/>
                    <a:pt x="1211" y="2305"/>
                  </a:cubicBezTo>
                  <a:lnTo>
                    <a:pt x="1348" y="2305"/>
                  </a:lnTo>
                  <a:cubicBezTo>
                    <a:pt x="1370" y="2305"/>
                    <a:pt x="1416" y="2328"/>
                    <a:pt x="1462" y="2328"/>
                  </a:cubicBezTo>
                  <a:lnTo>
                    <a:pt x="1484" y="2328"/>
                  </a:lnTo>
                  <a:cubicBezTo>
                    <a:pt x="1553" y="2328"/>
                    <a:pt x="1621" y="2305"/>
                    <a:pt x="1690" y="2305"/>
                  </a:cubicBezTo>
                  <a:cubicBezTo>
                    <a:pt x="1758" y="2283"/>
                    <a:pt x="1850" y="2237"/>
                    <a:pt x="1918" y="2214"/>
                  </a:cubicBezTo>
                  <a:cubicBezTo>
                    <a:pt x="1941" y="2191"/>
                    <a:pt x="1941" y="2191"/>
                    <a:pt x="1964" y="2168"/>
                  </a:cubicBezTo>
                  <a:cubicBezTo>
                    <a:pt x="2032" y="2123"/>
                    <a:pt x="2101" y="2077"/>
                    <a:pt x="2146" y="2031"/>
                  </a:cubicBezTo>
                  <a:cubicBezTo>
                    <a:pt x="2215" y="1963"/>
                    <a:pt x="2283" y="1872"/>
                    <a:pt x="2329" y="1780"/>
                  </a:cubicBezTo>
                  <a:cubicBezTo>
                    <a:pt x="2375" y="1712"/>
                    <a:pt x="2420" y="1598"/>
                    <a:pt x="2420" y="1507"/>
                  </a:cubicBezTo>
                  <a:cubicBezTo>
                    <a:pt x="2443" y="1415"/>
                    <a:pt x="2466" y="1301"/>
                    <a:pt x="2466" y="1187"/>
                  </a:cubicBezTo>
                  <a:cubicBezTo>
                    <a:pt x="2443" y="1096"/>
                    <a:pt x="2443" y="982"/>
                    <a:pt x="2398" y="890"/>
                  </a:cubicBezTo>
                  <a:cubicBezTo>
                    <a:pt x="2375" y="799"/>
                    <a:pt x="2352" y="730"/>
                    <a:pt x="2306" y="662"/>
                  </a:cubicBezTo>
                  <a:cubicBezTo>
                    <a:pt x="2306" y="639"/>
                    <a:pt x="2306" y="616"/>
                    <a:pt x="2283" y="593"/>
                  </a:cubicBezTo>
                  <a:cubicBezTo>
                    <a:pt x="2238" y="525"/>
                    <a:pt x="2192" y="479"/>
                    <a:pt x="2146" y="411"/>
                  </a:cubicBezTo>
                  <a:cubicBezTo>
                    <a:pt x="2124" y="388"/>
                    <a:pt x="2101" y="365"/>
                    <a:pt x="2101" y="365"/>
                  </a:cubicBezTo>
                  <a:cubicBezTo>
                    <a:pt x="2009" y="297"/>
                    <a:pt x="1918" y="205"/>
                    <a:pt x="1827" y="160"/>
                  </a:cubicBezTo>
                  <a:cubicBezTo>
                    <a:pt x="1713" y="114"/>
                    <a:pt x="1599" y="46"/>
                    <a:pt x="1462" y="46"/>
                  </a:cubicBezTo>
                  <a:cubicBezTo>
                    <a:pt x="1348" y="23"/>
                    <a:pt x="1233" y="0"/>
                    <a:pt x="10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7226650" y="1439075"/>
              <a:ext cx="57650" cy="66900"/>
            </a:xfrm>
            <a:custGeom>
              <a:avLst/>
              <a:gdLst/>
              <a:ahLst/>
              <a:cxnLst/>
              <a:rect l="l" t="t" r="r" b="b"/>
              <a:pathLst>
                <a:path w="2306" h="2676" extrusionOk="0">
                  <a:moveTo>
                    <a:pt x="1244" y="0"/>
                  </a:moveTo>
                  <a:cubicBezTo>
                    <a:pt x="1218" y="0"/>
                    <a:pt x="1192" y="2"/>
                    <a:pt x="1165" y="5"/>
                  </a:cubicBezTo>
                  <a:cubicBezTo>
                    <a:pt x="982" y="28"/>
                    <a:pt x="891" y="50"/>
                    <a:pt x="731" y="119"/>
                  </a:cubicBezTo>
                  <a:cubicBezTo>
                    <a:pt x="640" y="165"/>
                    <a:pt x="571" y="233"/>
                    <a:pt x="503" y="302"/>
                  </a:cubicBezTo>
                  <a:cubicBezTo>
                    <a:pt x="366" y="416"/>
                    <a:pt x="297" y="621"/>
                    <a:pt x="297" y="781"/>
                  </a:cubicBezTo>
                  <a:cubicBezTo>
                    <a:pt x="297" y="963"/>
                    <a:pt x="366" y="1169"/>
                    <a:pt x="503" y="1283"/>
                  </a:cubicBezTo>
                  <a:cubicBezTo>
                    <a:pt x="503" y="1283"/>
                    <a:pt x="526" y="1306"/>
                    <a:pt x="526" y="1306"/>
                  </a:cubicBezTo>
                  <a:cubicBezTo>
                    <a:pt x="411" y="1352"/>
                    <a:pt x="297" y="1397"/>
                    <a:pt x="229" y="1488"/>
                  </a:cubicBezTo>
                  <a:cubicBezTo>
                    <a:pt x="92" y="1603"/>
                    <a:pt x="1" y="1808"/>
                    <a:pt x="23" y="1991"/>
                  </a:cubicBezTo>
                  <a:cubicBezTo>
                    <a:pt x="23" y="2150"/>
                    <a:pt x="92" y="2356"/>
                    <a:pt x="229" y="2470"/>
                  </a:cubicBezTo>
                  <a:cubicBezTo>
                    <a:pt x="366" y="2607"/>
                    <a:pt x="526" y="2675"/>
                    <a:pt x="708" y="2675"/>
                  </a:cubicBezTo>
                  <a:cubicBezTo>
                    <a:pt x="1279" y="2675"/>
                    <a:pt x="1827" y="2379"/>
                    <a:pt x="2100" y="1876"/>
                  </a:cubicBezTo>
                  <a:cubicBezTo>
                    <a:pt x="2146" y="1831"/>
                    <a:pt x="2169" y="1762"/>
                    <a:pt x="2192" y="1694"/>
                  </a:cubicBezTo>
                  <a:cubicBezTo>
                    <a:pt x="2215" y="1625"/>
                    <a:pt x="2260" y="1557"/>
                    <a:pt x="2260" y="1488"/>
                  </a:cubicBezTo>
                  <a:cubicBezTo>
                    <a:pt x="2306" y="1306"/>
                    <a:pt x="2306" y="1146"/>
                    <a:pt x="2283" y="986"/>
                  </a:cubicBezTo>
                  <a:cubicBezTo>
                    <a:pt x="2260" y="804"/>
                    <a:pt x="2215" y="644"/>
                    <a:pt x="2123" y="507"/>
                  </a:cubicBezTo>
                  <a:cubicBezTo>
                    <a:pt x="2009" y="347"/>
                    <a:pt x="1895" y="210"/>
                    <a:pt x="1712" y="142"/>
                  </a:cubicBezTo>
                  <a:cubicBezTo>
                    <a:pt x="1574" y="62"/>
                    <a:pt x="1418" y="0"/>
                    <a:pt x="12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7148475" y="1550950"/>
              <a:ext cx="53675" cy="54750"/>
            </a:xfrm>
            <a:custGeom>
              <a:avLst/>
              <a:gdLst/>
              <a:ahLst/>
              <a:cxnLst/>
              <a:rect l="l" t="t" r="r" b="b"/>
              <a:pathLst>
                <a:path w="2147" h="2190" extrusionOk="0">
                  <a:moveTo>
                    <a:pt x="1245" y="1"/>
                  </a:moveTo>
                  <a:cubicBezTo>
                    <a:pt x="1162" y="1"/>
                    <a:pt x="1080" y="16"/>
                    <a:pt x="1005" y="49"/>
                  </a:cubicBezTo>
                  <a:cubicBezTo>
                    <a:pt x="936" y="49"/>
                    <a:pt x="868" y="95"/>
                    <a:pt x="822" y="118"/>
                  </a:cubicBezTo>
                  <a:cubicBezTo>
                    <a:pt x="799" y="118"/>
                    <a:pt x="754" y="118"/>
                    <a:pt x="731" y="95"/>
                  </a:cubicBezTo>
                  <a:cubicBezTo>
                    <a:pt x="594" y="95"/>
                    <a:pt x="480" y="141"/>
                    <a:pt x="366" y="209"/>
                  </a:cubicBezTo>
                  <a:cubicBezTo>
                    <a:pt x="229" y="300"/>
                    <a:pt x="115" y="437"/>
                    <a:pt x="46" y="620"/>
                  </a:cubicBezTo>
                  <a:cubicBezTo>
                    <a:pt x="46" y="643"/>
                    <a:pt x="46" y="688"/>
                    <a:pt x="23" y="711"/>
                  </a:cubicBezTo>
                  <a:cubicBezTo>
                    <a:pt x="23" y="802"/>
                    <a:pt x="0" y="894"/>
                    <a:pt x="0" y="985"/>
                  </a:cubicBezTo>
                  <a:cubicBezTo>
                    <a:pt x="0" y="1008"/>
                    <a:pt x="0" y="1054"/>
                    <a:pt x="0" y="1076"/>
                  </a:cubicBezTo>
                  <a:cubicBezTo>
                    <a:pt x="23" y="1168"/>
                    <a:pt x="23" y="1259"/>
                    <a:pt x="46" y="1350"/>
                  </a:cubicBezTo>
                  <a:cubicBezTo>
                    <a:pt x="46" y="1396"/>
                    <a:pt x="69" y="1419"/>
                    <a:pt x="69" y="1442"/>
                  </a:cubicBezTo>
                  <a:cubicBezTo>
                    <a:pt x="92" y="1533"/>
                    <a:pt x="137" y="1624"/>
                    <a:pt x="183" y="1693"/>
                  </a:cubicBezTo>
                  <a:cubicBezTo>
                    <a:pt x="183" y="1715"/>
                    <a:pt x="206" y="1761"/>
                    <a:pt x="229" y="1784"/>
                  </a:cubicBezTo>
                  <a:cubicBezTo>
                    <a:pt x="274" y="1852"/>
                    <a:pt x="343" y="1921"/>
                    <a:pt x="388" y="1989"/>
                  </a:cubicBezTo>
                  <a:cubicBezTo>
                    <a:pt x="480" y="2081"/>
                    <a:pt x="571" y="2149"/>
                    <a:pt x="708" y="2172"/>
                  </a:cubicBezTo>
                  <a:cubicBezTo>
                    <a:pt x="765" y="2183"/>
                    <a:pt x="822" y="2189"/>
                    <a:pt x="882" y="2189"/>
                  </a:cubicBezTo>
                  <a:cubicBezTo>
                    <a:pt x="942" y="2189"/>
                    <a:pt x="1005" y="2183"/>
                    <a:pt x="1073" y="2172"/>
                  </a:cubicBezTo>
                  <a:cubicBezTo>
                    <a:pt x="1210" y="2126"/>
                    <a:pt x="1324" y="2081"/>
                    <a:pt x="1461" y="2012"/>
                  </a:cubicBezTo>
                  <a:cubicBezTo>
                    <a:pt x="1575" y="1967"/>
                    <a:pt x="1667" y="1875"/>
                    <a:pt x="1781" y="1807"/>
                  </a:cubicBezTo>
                  <a:cubicBezTo>
                    <a:pt x="1804" y="1784"/>
                    <a:pt x="1826" y="1761"/>
                    <a:pt x="1849" y="1715"/>
                  </a:cubicBezTo>
                  <a:cubicBezTo>
                    <a:pt x="1895" y="1670"/>
                    <a:pt x="1963" y="1579"/>
                    <a:pt x="2009" y="1510"/>
                  </a:cubicBezTo>
                  <a:cubicBezTo>
                    <a:pt x="2100" y="1327"/>
                    <a:pt x="2146" y="1190"/>
                    <a:pt x="2146" y="985"/>
                  </a:cubicBezTo>
                  <a:cubicBezTo>
                    <a:pt x="2146" y="643"/>
                    <a:pt x="1963" y="277"/>
                    <a:pt x="1667" y="118"/>
                  </a:cubicBezTo>
                  <a:cubicBezTo>
                    <a:pt x="1537" y="45"/>
                    <a:pt x="1388" y="1"/>
                    <a:pt x="1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7282575" y="1538050"/>
              <a:ext cx="51375" cy="58650"/>
            </a:xfrm>
            <a:custGeom>
              <a:avLst/>
              <a:gdLst/>
              <a:ahLst/>
              <a:cxnLst/>
              <a:rect l="l" t="t" r="r" b="b"/>
              <a:pathLst>
                <a:path w="2055" h="2346" extrusionOk="0">
                  <a:moveTo>
                    <a:pt x="685" y="0"/>
                  </a:moveTo>
                  <a:cubicBezTo>
                    <a:pt x="640" y="0"/>
                    <a:pt x="594" y="6"/>
                    <a:pt x="548" y="17"/>
                  </a:cubicBezTo>
                  <a:cubicBezTo>
                    <a:pt x="457" y="40"/>
                    <a:pt x="388" y="86"/>
                    <a:pt x="320" y="154"/>
                  </a:cubicBezTo>
                  <a:cubicBezTo>
                    <a:pt x="229" y="200"/>
                    <a:pt x="183" y="268"/>
                    <a:pt x="137" y="337"/>
                  </a:cubicBezTo>
                  <a:cubicBezTo>
                    <a:pt x="46" y="497"/>
                    <a:pt x="0" y="702"/>
                    <a:pt x="69" y="885"/>
                  </a:cubicBezTo>
                  <a:cubicBezTo>
                    <a:pt x="92" y="930"/>
                    <a:pt x="115" y="976"/>
                    <a:pt x="137" y="1045"/>
                  </a:cubicBezTo>
                  <a:cubicBezTo>
                    <a:pt x="137" y="1067"/>
                    <a:pt x="115" y="1067"/>
                    <a:pt x="115" y="1090"/>
                  </a:cubicBezTo>
                  <a:cubicBezTo>
                    <a:pt x="115" y="1090"/>
                    <a:pt x="115" y="1113"/>
                    <a:pt x="92" y="1136"/>
                  </a:cubicBezTo>
                  <a:cubicBezTo>
                    <a:pt x="92" y="1204"/>
                    <a:pt x="69" y="1296"/>
                    <a:pt x="69" y="1364"/>
                  </a:cubicBezTo>
                  <a:cubicBezTo>
                    <a:pt x="69" y="1638"/>
                    <a:pt x="183" y="1866"/>
                    <a:pt x="343" y="2072"/>
                  </a:cubicBezTo>
                  <a:cubicBezTo>
                    <a:pt x="411" y="2140"/>
                    <a:pt x="480" y="2186"/>
                    <a:pt x="571" y="2231"/>
                  </a:cubicBezTo>
                  <a:cubicBezTo>
                    <a:pt x="708" y="2300"/>
                    <a:pt x="822" y="2346"/>
                    <a:pt x="959" y="2346"/>
                  </a:cubicBezTo>
                  <a:cubicBezTo>
                    <a:pt x="1050" y="2346"/>
                    <a:pt x="1142" y="2323"/>
                    <a:pt x="1233" y="2277"/>
                  </a:cubicBezTo>
                  <a:cubicBezTo>
                    <a:pt x="1324" y="2254"/>
                    <a:pt x="1393" y="2209"/>
                    <a:pt x="1461" y="2140"/>
                  </a:cubicBezTo>
                  <a:cubicBezTo>
                    <a:pt x="1461" y="2117"/>
                    <a:pt x="1484" y="2117"/>
                    <a:pt x="1507" y="2095"/>
                  </a:cubicBezTo>
                  <a:cubicBezTo>
                    <a:pt x="1621" y="2003"/>
                    <a:pt x="1735" y="1912"/>
                    <a:pt x="1849" y="1821"/>
                  </a:cubicBezTo>
                  <a:cubicBezTo>
                    <a:pt x="1941" y="1729"/>
                    <a:pt x="1986" y="1615"/>
                    <a:pt x="2032" y="1501"/>
                  </a:cubicBezTo>
                  <a:cubicBezTo>
                    <a:pt x="2055" y="1387"/>
                    <a:pt x="2055" y="1250"/>
                    <a:pt x="2032" y="1136"/>
                  </a:cubicBezTo>
                  <a:cubicBezTo>
                    <a:pt x="1963" y="999"/>
                    <a:pt x="1918" y="885"/>
                    <a:pt x="1849" y="771"/>
                  </a:cubicBezTo>
                  <a:cubicBezTo>
                    <a:pt x="1781" y="657"/>
                    <a:pt x="1689" y="542"/>
                    <a:pt x="1598" y="451"/>
                  </a:cubicBezTo>
                  <a:cubicBezTo>
                    <a:pt x="1507" y="360"/>
                    <a:pt x="1393" y="291"/>
                    <a:pt x="1301" y="200"/>
                  </a:cubicBezTo>
                  <a:cubicBezTo>
                    <a:pt x="1233" y="154"/>
                    <a:pt x="1165" y="132"/>
                    <a:pt x="1096" y="86"/>
                  </a:cubicBezTo>
                  <a:cubicBezTo>
                    <a:pt x="1005" y="40"/>
                    <a:pt x="913" y="17"/>
                    <a:pt x="822" y="17"/>
                  </a:cubicBezTo>
                  <a:cubicBezTo>
                    <a:pt x="776" y="6"/>
                    <a:pt x="731" y="0"/>
                    <a:pt x="6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7120525" y="1092800"/>
              <a:ext cx="57075" cy="68500"/>
            </a:xfrm>
            <a:custGeom>
              <a:avLst/>
              <a:gdLst/>
              <a:ahLst/>
              <a:cxnLst/>
              <a:rect l="l" t="t" r="r" b="b"/>
              <a:pathLst>
                <a:path w="2283" h="2740" extrusionOk="0">
                  <a:moveTo>
                    <a:pt x="714" y="1"/>
                  </a:moveTo>
                  <a:cubicBezTo>
                    <a:pt x="588" y="1"/>
                    <a:pt x="457" y="31"/>
                    <a:pt x="365" y="92"/>
                  </a:cubicBezTo>
                  <a:cubicBezTo>
                    <a:pt x="205" y="183"/>
                    <a:pt x="69" y="343"/>
                    <a:pt x="46" y="526"/>
                  </a:cubicBezTo>
                  <a:cubicBezTo>
                    <a:pt x="0" y="686"/>
                    <a:pt x="0" y="891"/>
                    <a:pt x="114" y="1051"/>
                  </a:cubicBezTo>
                  <a:cubicBezTo>
                    <a:pt x="137" y="1096"/>
                    <a:pt x="183" y="1142"/>
                    <a:pt x="228" y="1188"/>
                  </a:cubicBezTo>
                  <a:cubicBezTo>
                    <a:pt x="183" y="1256"/>
                    <a:pt x="137" y="1325"/>
                    <a:pt x="114" y="1416"/>
                  </a:cubicBezTo>
                  <a:cubicBezTo>
                    <a:pt x="114" y="1462"/>
                    <a:pt x="91" y="1507"/>
                    <a:pt x="91" y="1553"/>
                  </a:cubicBezTo>
                  <a:cubicBezTo>
                    <a:pt x="91" y="1599"/>
                    <a:pt x="69" y="1667"/>
                    <a:pt x="69" y="1713"/>
                  </a:cubicBezTo>
                  <a:cubicBezTo>
                    <a:pt x="91" y="1850"/>
                    <a:pt x="114" y="1941"/>
                    <a:pt x="160" y="2078"/>
                  </a:cubicBezTo>
                  <a:cubicBezTo>
                    <a:pt x="251" y="2283"/>
                    <a:pt x="411" y="2443"/>
                    <a:pt x="593" y="2557"/>
                  </a:cubicBezTo>
                  <a:cubicBezTo>
                    <a:pt x="753" y="2671"/>
                    <a:pt x="959" y="2717"/>
                    <a:pt x="1164" y="2740"/>
                  </a:cubicBezTo>
                  <a:cubicBezTo>
                    <a:pt x="1255" y="2740"/>
                    <a:pt x="1370" y="2717"/>
                    <a:pt x="1461" y="2694"/>
                  </a:cubicBezTo>
                  <a:cubicBezTo>
                    <a:pt x="1506" y="2694"/>
                    <a:pt x="1552" y="2671"/>
                    <a:pt x="1598" y="2649"/>
                  </a:cubicBezTo>
                  <a:cubicBezTo>
                    <a:pt x="1643" y="2626"/>
                    <a:pt x="1689" y="2603"/>
                    <a:pt x="1735" y="2580"/>
                  </a:cubicBezTo>
                  <a:cubicBezTo>
                    <a:pt x="1895" y="2466"/>
                    <a:pt x="2054" y="2329"/>
                    <a:pt x="2123" y="2146"/>
                  </a:cubicBezTo>
                  <a:cubicBezTo>
                    <a:pt x="2214" y="1941"/>
                    <a:pt x="2283" y="1758"/>
                    <a:pt x="2283" y="1553"/>
                  </a:cubicBezTo>
                  <a:cubicBezTo>
                    <a:pt x="2260" y="1165"/>
                    <a:pt x="2123" y="823"/>
                    <a:pt x="1849" y="549"/>
                  </a:cubicBezTo>
                  <a:cubicBezTo>
                    <a:pt x="1575" y="298"/>
                    <a:pt x="1233" y="138"/>
                    <a:pt x="890" y="24"/>
                  </a:cubicBezTo>
                  <a:cubicBezTo>
                    <a:pt x="837" y="8"/>
                    <a:pt x="776" y="1"/>
                    <a:pt x="7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6865450" y="1172575"/>
              <a:ext cx="58800" cy="61325"/>
            </a:xfrm>
            <a:custGeom>
              <a:avLst/>
              <a:gdLst/>
              <a:ahLst/>
              <a:cxnLst/>
              <a:rect l="l" t="t" r="r" b="b"/>
              <a:pathLst>
                <a:path w="2352" h="2453" extrusionOk="0">
                  <a:moveTo>
                    <a:pt x="1072" y="1"/>
                  </a:moveTo>
                  <a:cubicBezTo>
                    <a:pt x="1042" y="1"/>
                    <a:pt x="1012" y="2"/>
                    <a:pt x="982" y="5"/>
                  </a:cubicBezTo>
                  <a:cubicBezTo>
                    <a:pt x="890" y="5"/>
                    <a:pt x="799" y="28"/>
                    <a:pt x="731" y="51"/>
                  </a:cubicBezTo>
                  <a:cubicBezTo>
                    <a:pt x="639" y="97"/>
                    <a:pt x="548" y="142"/>
                    <a:pt x="502" y="211"/>
                  </a:cubicBezTo>
                  <a:cubicBezTo>
                    <a:pt x="411" y="302"/>
                    <a:pt x="342" y="416"/>
                    <a:pt x="320" y="530"/>
                  </a:cubicBezTo>
                  <a:cubicBezTo>
                    <a:pt x="297" y="553"/>
                    <a:pt x="297" y="553"/>
                    <a:pt x="297" y="553"/>
                  </a:cubicBezTo>
                  <a:cubicBezTo>
                    <a:pt x="183" y="713"/>
                    <a:pt x="137" y="781"/>
                    <a:pt x="69" y="941"/>
                  </a:cubicBezTo>
                  <a:cubicBezTo>
                    <a:pt x="23" y="1055"/>
                    <a:pt x="23" y="1147"/>
                    <a:pt x="0" y="1261"/>
                  </a:cubicBezTo>
                  <a:cubicBezTo>
                    <a:pt x="0" y="1466"/>
                    <a:pt x="69" y="1649"/>
                    <a:pt x="137" y="1831"/>
                  </a:cubicBezTo>
                  <a:cubicBezTo>
                    <a:pt x="206" y="1946"/>
                    <a:pt x="297" y="2083"/>
                    <a:pt x="388" y="2151"/>
                  </a:cubicBezTo>
                  <a:cubicBezTo>
                    <a:pt x="502" y="2265"/>
                    <a:pt x="571" y="2311"/>
                    <a:pt x="708" y="2356"/>
                  </a:cubicBezTo>
                  <a:cubicBezTo>
                    <a:pt x="845" y="2425"/>
                    <a:pt x="936" y="2425"/>
                    <a:pt x="1096" y="2448"/>
                  </a:cubicBezTo>
                  <a:cubicBezTo>
                    <a:pt x="1122" y="2451"/>
                    <a:pt x="1150" y="2452"/>
                    <a:pt x="1177" y="2452"/>
                  </a:cubicBezTo>
                  <a:cubicBezTo>
                    <a:pt x="1364" y="2452"/>
                    <a:pt x="1573" y="2387"/>
                    <a:pt x="1712" y="2288"/>
                  </a:cubicBezTo>
                  <a:cubicBezTo>
                    <a:pt x="1895" y="2174"/>
                    <a:pt x="2054" y="2014"/>
                    <a:pt x="2169" y="1831"/>
                  </a:cubicBezTo>
                  <a:cubicBezTo>
                    <a:pt x="2260" y="1649"/>
                    <a:pt x="2351" y="1421"/>
                    <a:pt x="2328" y="1215"/>
                  </a:cubicBezTo>
                  <a:cubicBezTo>
                    <a:pt x="2305" y="1010"/>
                    <a:pt x="2260" y="781"/>
                    <a:pt x="2146" y="599"/>
                  </a:cubicBezTo>
                  <a:cubicBezTo>
                    <a:pt x="2009" y="416"/>
                    <a:pt x="1849" y="256"/>
                    <a:pt x="1644" y="142"/>
                  </a:cubicBezTo>
                  <a:cubicBezTo>
                    <a:pt x="1465" y="63"/>
                    <a:pt x="1269" y="1"/>
                    <a:pt x="10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6754175" y="1444325"/>
              <a:ext cx="46800" cy="59575"/>
            </a:xfrm>
            <a:custGeom>
              <a:avLst/>
              <a:gdLst/>
              <a:ahLst/>
              <a:cxnLst/>
              <a:rect l="l" t="t" r="r" b="b"/>
              <a:pathLst>
                <a:path w="1872" h="2383" extrusionOk="0">
                  <a:moveTo>
                    <a:pt x="868" y="0"/>
                  </a:moveTo>
                  <a:cubicBezTo>
                    <a:pt x="685" y="0"/>
                    <a:pt x="525" y="69"/>
                    <a:pt x="388" y="206"/>
                  </a:cubicBezTo>
                  <a:cubicBezTo>
                    <a:pt x="228" y="365"/>
                    <a:pt x="137" y="525"/>
                    <a:pt x="69" y="708"/>
                  </a:cubicBezTo>
                  <a:cubicBezTo>
                    <a:pt x="23" y="845"/>
                    <a:pt x="0" y="1005"/>
                    <a:pt x="0" y="1164"/>
                  </a:cubicBezTo>
                  <a:cubicBezTo>
                    <a:pt x="0" y="1507"/>
                    <a:pt x="137" y="1849"/>
                    <a:pt x="365" y="2100"/>
                  </a:cubicBezTo>
                  <a:cubicBezTo>
                    <a:pt x="434" y="2169"/>
                    <a:pt x="525" y="2237"/>
                    <a:pt x="594" y="2283"/>
                  </a:cubicBezTo>
                  <a:cubicBezTo>
                    <a:pt x="714" y="2349"/>
                    <a:pt x="846" y="2383"/>
                    <a:pt x="975" y="2383"/>
                  </a:cubicBezTo>
                  <a:cubicBezTo>
                    <a:pt x="1114" y="2383"/>
                    <a:pt x="1251" y="2343"/>
                    <a:pt x="1370" y="2260"/>
                  </a:cubicBezTo>
                  <a:cubicBezTo>
                    <a:pt x="1507" y="2169"/>
                    <a:pt x="1644" y="2032"/>
                    <a:pt x="1735" y="1872"/>
                  </a:cubicBezTo>
                  <a:cubicBezTo>
                    <a:pt x="1826" y="1712"/>
                    <a:pt x="1872" y="1552"/>
                    <a:pt x="1872" y="1347"/>
                  </a:cubicBezTo>
                  <a:cubicBezTo>
                    <a:pt x="1872" y="1233"/>
                    <a:pt x="1849" y="1096"/>
                    <a:pt x="1803" y="959"/>
                  </a:cubicBezTo>
                  <a:cubicBezTo>
                    <a:pt x="1781" y="890"/>
                    <a:pt x="1735" y="776"/>
                    <a:pt x="1689" y="708"/>
                  </a:cubicBezTo>
                  <a:cubicBezTo>
                    <a:pt x="1644" y="639"/>
                    <a:pt x="1598" y="594"/>
                    <a:pt x="1552" y="525"/>
                  </a:cubicBezTo>
                  <a:cubicBezTo>
                    <a:pt x="1529" y="411"/>
                    <a:pt x="1461" y="274"/>
                    <a:pt x="1370" y="206"/>
                  </a:cubicBezTo>
                  <a:cubicBezTo>
                    <a:pt x="1233" y="92"/>
                    <a:pt x="1073" y="0"/>
                    <a:pt x="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6810100" y="1665450"/>
              <a:ext cx="54225" cy="53950"/>
            </a:xfrm>
            <a:custGeom>
              <a:avLst/>
              <a:gdLst/>
              <a:ahLst/>
              <a:cxnLst/>
              <a:rect l="l" t="t" r="r" b="b"/>
              <a:pathLst>
                <a:path w="2169" h="2158" extrusionOk="0">
                  <a:moveTo>
                    <a:pt x="947" y="0"/>
                  </a:moveTo>
                  <a:cubicBezTo>
                    <a:pt x="856" y="0"/>
                    <a:pt x="765" y="11"/>
                    <a:pt x="662" y="34"/>
                  </a:cubicBezTo>
                  <a:cubicBezTo>
                    <a:pt x="571" y="57"/>
                    <a:pt x="502" y="103"/>
                    <a:pt x="434" y="171"/>
                  </a:cubicBezTo>
                  <a:cubicBezTo>
                    <a:pt x="342" y="217"/>
                    <a:pt x="297" y="285"/>
                    <a:pt x="251" y="354"/>
                  </a:cubicBezTo>
                  <a:cubicBezTo>
                    <a:pt x="205" y="399"/>
                    <a:pt x="183" y="468"/>
                    <a:pt x="183" y="514"/>
                  </a:cubicBezTo>
                  <a:cubicBezTo>
                    <a:pt x="160" y="559"/>
                    <a:pt x="137" y="582"/>
                    <a:pt x="114" y="628"/>
                  </a:cubicBezTo>
                  <a:lnTo>
                    <a:pt x="46" y="788"/>
                  </a:lnTo>
                  <a:cubicBezTo>
                    <a:pt x="0" y="924"/>
                    <a:pt x="0" y="1039"/>
                    <a:pt x="46" y="1176"/>
                  </a:cubicBezTo>
                  <a:cubicBezTo>
                    <a:pt x="46" y="1198"/>
                    <a:pt x="46" y="1244"/>
                    <a:pt x="69" y="1290"/>
                  </a:cubicBezTo>
                  <a:cubicBezTo>
                    <a:pt x="91" y="1358"/>
                    <a:pt x="137" y="1449"/>
                    <a:pt x="183" y="1541"/>
                  </a:cubicBezTo>
                  <a:cubicBezTo>
                    <a:pt x="183" y="1564"/>
                    <a:pt x="205" y="1609"/>
                    <a:pt x="228" y="1632"/>
                  </a:cubicBezTo>
                  <a:cubicBezTo>
                    <a:pt x="274" y="1701"/>
                    <a:pt x="342" y="1792"/>
                    <a:pt x="411" y="1860"/>
                  </a:cubicBezTo>
                  <a:cubicBezTo>
                    <a:pt x="434" y="1883"/>
                    <a:pt x="457" y="1906"/>
                    <a:pt x="479" y="1929"/>
                  </a:cubicBezTo>
                  <a:cubicBezTo>
                    <a:pt x="594" y="2020"/>
                    <a:pt x="685" y="2111"/>
                    <a:pt x="822" y="2134"/>
                  </a:cubicBezTo>
                  <a:cubicBezTo>
                    <a:pt x="845" y="2134"/>
                    <a:pt x="890" y="2134"/>
                    <a:pt x="913" y="2157"/>
                  </a:cubicBezTo>
                  <a:cubicBezTo>
                    <a:pt x="1004" y="2157"/>
                    <a:pt x="1096" y="2157"/>
                    <a:pt x="1187" y="2134"/>
                  </a:cubicBezTo>
                  <a:lnTo>
                    <a:pt x="1233" y="2134"/>
                  </a:lnTo>
                  <a:cubicBezTo>
                    <a:pt x="1324" y="2089"/>
                    <a:pt x="1415" y="2066"/>
                    <a:pt x="1484" y="2020"/>
                  </a:cubicBezTo>
                  <a:cubicBezTo>
                    <a:pt x="1529" y="1997"/>
                    <a:pt x="1552" y="1974"/>
                    <a:pt x="1575" y="1952"/>
                  </a:cubicBezTo>
                  <a:cubicBezTo>
                    <a:pt x="1666" y="1906"/>
                    <a:pt x="1735" y="1860"/>
                    <a:pt x="1803" y="1792"/>
                  </a:cubicBezTo>
                  <a:cubicBezTo>
                    <a:pt x="1849" y="1746"/>
                    <a:pt x="1895" y="1701"/>
                    <a:pt x="1917" y="1632"/>
                  </a:cubicBezTo>
                  <a:cubicBezTo>
                    <a:pt x="1963" y="1586"/>
                    <a:pt x="2009" y="1541"/>
                    <a:pt x="2032" y="1495"/>
                  </a:cubicBezTo>
                  <a:cubicBezTo>
                    <a:pt x="2077" y="1427"/>
                    <a:pt x="2123" y="1335"/>
                    <a:pt x="2123" y="1290"/>
                  </a:cubicBezTo>
                  <a:cubicBezTo>
                    <a:pt x="2123" y="1244"/>
                    <a:pt x="2146" y="1221"/>
                    <a:pt x="2146" y="1176"/>
                  </a:cubicBezTo>
                  <a:cubicBezTo>
                    <a:pt x="2168" y="1084"/>
                    <a:pt x="2168" y="993"/>
                    <a:pt x="2123" y="902"/>
                  </a:cubicBezTo>
                  <a:cubicBezTo>
                    <a:pt x="2123" y="902"/>
                    <a:pt x="2123" y="879"/>
                    <a:pt x="2123" y="879"/>
                  </a:cubicBezTo>
                  <a:cubicBezTo>
                    <a:pt x="2054" y="582"/>
                    <a:pt x="1849" y="331"/>
                    <a:pt x="1598" y="171"/>
                  </a:cubicBezTo>
                  <a:cubicBezTo>
                    <a:pt x="1507" y="126"/>
                    <a:pt x="1415" y="80"/>
                    <a:pt x="1347" y="57"/>
                  </a:cubicBezTo>
                  <a:cubicBezTo>
                    <a:pt x="1301" y="34"/>
                    <a:pt x="1278" y="34"/>
                    <a:pt x="1233" y="34"/>
                  </a:cubicBezTo>
                  <a:cubicBezTo>
                    <a:pt x="1130" y="11"/>
                    <a:pt x="1039" y="0"/>
                    <a:pt x="9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6898525" y="1849475"/>
              <a:ext cx="62800" cy="61025"/>
            </a:xfrm>
            <a:custGeom>
              <a:avLst/>
              <a:gdLst/>
              <a:ahLst/>
              <a:cxnLst/>
              <a:rect l="l" t="t" r="r" b="b"/>
              <a:pathLst>
                <a:path w="2512" h="2441" extrusionOk="0">
                  <a:moveTo>
                    <a:pt x="1622" y="0"/>
                  </a:moveTo>
                  <a:cubicBezTo>
                    <a:pt x="1439" y="0"/>
                    <a:pt x="1234" y="69"/>
                    <a:pt x="1119" y="206"/>
                  </a:cubicBezTo>
                  <a:cubicBezTo>
                    <a:pt x="1119" y="206"/>
                    <a:pt x="1097" y="228"/>
                    <a:pt x="1097" y="228"/>
                  </a:cubicBezTo>
                  <a:cubicBezTo>
                    <a:pt x="993" y="184"/>
                    <a:pt x="879" y="149"/>
                    <a:pt x="768" y="149"/>
                  </a:cubicBezTo>
                  <a:cubicBezTo>
                    <a:pt x="709" y="149"/>
                    <a:pt x="650" y="159"/>
                    <a:pt x="594" y="183"/>
                  </a:cubicBezTo>
                  <a:cubicBezTo>
                    <a:pt x="412" y="228"/>
                    <a:pt x="275" y="343"/>
                    <a:pt x="161" y="502"/>
                  </a:cubicBezTo>
                  <a:cubicBezTo>
                    <a:pt x="47" y="662"/>
                    <a:pt x="1" y="890"/>
                    <a:pt x="1" y="1096"/>
                  </a:cubicBezTo>
                  <a:cubicBezTo>
                    <a:pt x="1" y="1324"/>
                    <a:pt x="47" y="1507"/>
                    <a:pt x="138" y="1712"/>
                  </a:cubicBezTo>
                  <a:cubicBezTo>
                    <a:pt x="206" y="1849"/>
                    <a:pt x="298" y="1963"/>
                    <a:pt x="412" y="2077"/>
                  </a:cubicBezTo>
                  <a:cubicBezTo>
                    <a:pt x="572" y="2214"/>
                    <a:pt x="731" y="2306"/>
                    <a:pt x="937" y="2397"/>
                  </a:cubicBezTo>
                  <a:cubicBezTo>
                    <a:pt x="1030" y="2428"/>
                    <a:pt x="1122" y="2440"/>
                    <a:pt x="1215" y="2440"/>
                  </a:cubicBezTo>
                  <a:cubicBezTo>
                    <a:pt x="1328" y="2440"/>
                    <a:pt x="1440" y="2422"/>
                    <a:pt x="1553" y="2397"/>
                  </a:cubicBezTo>
                  <a:cubicBezTo>
                    <a:pt x="1759" y="2351"/>
                    <a:pt x="1918" y="2237"/>
                    <a:pt x="2078" y="2123"/>
                  </a:cubicBezTo>
                  <a:cubicBezTo>
                    <a:pt x="2147" y="2054"/>
                    <a:pt x="2215" y="1963"/>
                    <a:pt x="2261" y="1895"/>
                  </a:cubicBezTo>
                  <a:cubicBezTo>
                    <a:pt x="2284" y="1849"/>
                    <a:pt x="2306" y="1826"/>
                    <a:pt x="2329" y="1781"/>
                  </a:cubicBezTo>
                  <a:cubicBezTo>
                    <a:pt x="2375" y="1689"/>
                    <a:pt x="2420" y="1598"/>
                    <a:pt x="2443" y="1507"/>
                  </a:cubicBezTo>
                  <a:cubicBezTo>
                    <a:pt x="2466" y="1415"/>
                    <a:pt x="2489" y="1301"/>
                    <a:pt x="2489" y="1210"/>
                  </a:cubicBezTo>
                  <a:cubicBezTo>
                    <a:pt x="2512" y="1141"/>
                    <a:pt x="2512" y="1096"/>
                    <a:pt x="2489" y="1050"/>
                  </a:cubicBezTo>
                  <a:cubicBezTo>
                    <a:pt x="2489" y="936"/>
                    <a:pt x="2466" y="822"/>
                    <a:pt x="2443" y="731"/>
                  </a:cubicBezTo>
                  <a:cubicBezTo>
                    <a:pt x="2375" y="548"/>
                    <a:pt x="2261" y="343"/>
                    <a:pt x="2101" y="206"/>
                  </a:cubicBezTo>
                  <a:cubicBezTo>
                    <a:pt x="2032" y="137"/>
                    <a:pt x="1964" y="91"/>
                    <a:pt x="1873" y="69"/>
                  </a:cubicBezTo>
                  <a:cubicBezTo>
                    <a:pt x="1804" y="23"/>
                    <a:pt x="1713" y="0"/>
                    <a:pt x="16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7147900" y="2001825"/>
              <a:ext cx="67925" cy="67550"/>
            </a:xfrm>
            <a:custGeom>
              <a:avLst/>
              <a:gdLst/>
              <a:ahLst/>
              <a:cxnLst/>
              <a:rect l="l" t="t" r="r" b="b"/>
              <a:pathLst>
                <a:path w="2717" h="2702" extrusionOk="0">
                  <a:moveTo>
                    <a:pt x="1232" y="1"/>
                  </a:moveTo>
                  <a:cubicBezTo>
                    <a:pt x="1172" y="1"/>
                    <a:pt x="1111" y="8"/>
                    <a:pt x="1051" y="23"/>
                  </a:cubicBezTo>
                  <a:cubicBezTo>
                    <a:pt x="914" y="46"/>
                    <a:pt x="800" y="115"/>
                    <a:pt x="685" y="183"/>
                  </a:cubicBezTo>
                  <a:cubicBezTo>
                    <a:pt x="571" y="252"/>
                    <a:pt x="480" y="320"/>
                    <a:pt x="389" y="434"/>
                  </a:cubicBezTo>
                  <a:cubicBezTo>
                    <a:pt x="297" y="526"/>
                    <a:pt x="229" y="617"/>
                    <a:pt x="183" y="754"/>
                  </a:cubicBezTo>
                  <a:cubicBezTo>
                    <a:pt x="138" y="822"/>
                    <a:pt x="92" y="914"/>
                    <a:pt x="69" y="1005"/>
                  </a:cubicBezTo>
                  <a:cubicBezTo>
                    <a:pt x="46" y="1096"/>
                    <a:pt x="46" y="1187"/>
                    <a:pt x="23" y="1302"/>
                  </a:cubicBezTo>
                  <a:cubicBezTo>
                    <a:pt x="1" y="1416"/>
                    <a:pt x="23" y="1553"/>
                    <a:pt x="46" y="1690"/>
                  </a:cubicBezTo>
                  <a:cubicBezTo>
                    <a:pt x="69" y="1804"/>
                    <a:pt x="138" y="1941"/>
                    <a:pt x="183" y="2055"/>
                  </a:cubicBezTo>
                  <a:cubicBezTo>
                    <a:pt x="229" y="2123"/>
                    <a:pt x="297" y="2192"/>
                    <a:pt x="366" y="2260"/>
                  </a:cubicBezTo>
                  <a:cubicBezTo>
                    <a:pt x="389" y="2283"/>
                    <a:pt x="411" y="2306"/>
                    <a:pt x="434" y="2352"/>
                  </a:cubicBezTo>
                  <a:cubicBezTo>
                    <a:pt x="503" y="2397"/>
                    <a:pt x="571" y="2466"/>
                    <a:pt x="663" y="2511"/>
                  </a:cubicBezTo>
                  <a:cubicBezTo>
                    <a:pt x="731" y="2557"/>
                    <a:pt x="822" y="2580"/>
                    <a:pt x="914" y="2625"/>
                  </a:cubicBezTo>
                  <a:cubicBezTo>
                    <a:pt x="1061" y="2679"/>
                    <a:pt x="1216" y="2701"/>
                    <a:pt x="1369" y="2701"/>
                  </a:cubicBezTo>
                  <a:cubicBezTo>
                    <a:pt x="1478" y="2701"/>
                    <a:pt x="1586" y="2690"/>
                    <a:pt x="1690" y="2671"/>
                  </a:cubicBezTo>
                  <a:cubicBezTo>
                    <a:pt x="1804" y="2648"/>
                    <a:pt x="1941" y="2603"/>
                    <a:pt x="2055" y="2534"/>
                  </a:cubicBezTo>
                  <a:cubicBezTo>
                    <a:pt x="2078" y="2511"/>
                    <a:pt x="2101" y="2511"/>
                    <a:pt x="2146" y="2488"/>
                  </a:cubicBezTo>
                  <a:cubicBezTo>
                    <a:pt x="2215" y="2420"/>
                    <a:pt x="2283" y="2374"/>
                    <a:pt x="2352" y="2306"/>
                  </a:cubicBezTo>
                  <a:cubicBezTo>
                    <a:pt x="2580" y="2078"/>
                    <a:pt x="2717" y="1735"/>
                    <a:pt x="2717" y="1416"/>
                  </a:cubicBezTo>
                  <a:cubicBezTo>
                    <a:pt x="2717" y="1279"/>
                    <a:pt x="2717" y="1119"/>
                    <a:pt x="2648" y="1005"/>
                  </a:cubicBezTo>
                  <a:cubicBezTo>
                    <a:pt x="2580" y="822"/>
                    <a:pt x="2511" y="640"/>
                    <a:pt x="2352" y="526"/>
                  </a:cubicBezTo>
                  <a:cubicBezTo>
                    <a:pt x="2215" y="389"/>
                    <a:pt x="2055" y="297"/>
                    <a:pt x="1872" y="252"/>
                  </a:cubicBezTo>
                  <a:lnTo>
                    <a:pt x="1758" y="252"/>
                  </a:lnTo>
                  <a:cubicBezTo>
                    <a:pt x="1713" y="183"/>
                    <a:pt x="1644" y="137"/>
                    <a:pt x="1576" y="92"/>
                  </a:cubicBezTo>
                  <a:cubicBezTo>
                    <a:pt x="1469" y="31"/>
                    <a:pt x="1352" y="1"/>
                    <a:pt x="12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8" name="Google Shape;408;p9"/>
          <p:cNvGrpSpPr/>
          <p:nvPr/>
        </p:nvGrpSpPr>
        <p:grpSpPr>
          <a:xfrm>
            <a:off x="8679950" y="976150"/>
            <a:ext cx="416575" cy="426150"/>
            <a:chOff x="5045125" y="2936525"/>
            <a:chExt cx="416575" cy="426150"/>
          </a:xfrm>
        </p:grpSpPr>
        <p:sp>
          <p:nvSpPr>
            <p:cNvPr id="409" name="Google Shape;409;p9"/>
            <p:cNvSpPr/>
            <p:nvPr/>
          </p:nvSpPr>
          <p:spPr>
            <a:xfrm>
              <a:off x="5045125" y="3118075"/>
              <a:ext cx="292750" cy="244600"/>
            </a:xfrm>
            <a:custGeom>
              <a:avLst/>
              <a:gdLst/>
              <a:ahLst/>
              <a:cxnLst/>
              <a:rect l="l" t="t" r="r" b="b"/>
              <a:pathLst>
                <a:path w="11710" h="9784" extrusionOk="0">
                  <a:moveTo>
                    <a:pt x="5469" y="0"/>
                  </a:moveTo>
                  <a:cubicBezTo>
                    <a:pt x="4761" y="0"/>
                    <a:pt x="4052" y="132"/>
                    <a:pt x="3379" y="416"/>
                  </a:cubicBezTo>
                  <a:cubicBezTo>
                    <a:pt x="1827" y="1078"/>
                    <a:pt x="1073" y="2516"/>
                    <a:pt x="571" y="4045"/>
                  </a:cubicBezTo>
                  <a:cubicBezTo>
                    <a:pt x="183" y="5232"/>
                    <a:pt x="1" y="6647"/>
                    <a:pt x="548" y="7766"/>
                  </a:cubicBezTo>
                  <a:cubicBezTo>
                    <a:pt x="571" y="7834"/>
                    <a:pt x="571" y="7880"/>
                    <a:pt x="594" y="7926"/>
                  </a:cubicBezTo>
                  <a:cubicBezTo>
                    <a:pt x="1187" y="9181"/>
                    <a:pt x="2511" y="9660"/>
                    <a:pt x="3812" y="9752"/>
                  </a:cubicBezTo>
                  <a:cubicBezTo>
                    <a:pt x="4057" y="9773"/>
                    <a:pt x="4305" y="9783"/>
                    <a:pt x="4554" y="9783"/>
                  </a:cubicBezTo>
                  <a:cubicBezTo>
                    <a:pt x="5907" y="9783"/>
                    <a:pt x="7307" y="9480"/>
                    <a:pt x="8560" y="8998"/>
                  </a:cubicBezTo>
                  <a:cubicBezTo>
                    <a:pt x="9907" y="8450"/>
                    <a:pt x="11253" y="7697"/>
                    <a:pt x="11505" y="6145"/>
                  </a:cubicBezTo>
                  <a:cubicBezTo>
                    <a:pt x="11710" y="4867"/>
                    <a:pt x="11208" y="3520"/>
                    <a:pt x="10432" y="2493"/>
                  </a:cubicBezTo>
                  <a:cubicBezTo>
                    <a:pt x="9283" y="961"/>
                    <a:pt x="7380" y="0"/>
                    <a:pt x="54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5271100" y="2936525"/>
              <a:ext cx="190600" cy="157350"/>
            </a:xfrm>
            <a:custGeom>
              <a:avLst/>
              <a:gdLst/>
              <a:ahLst/>
              <a:cxnLst/>
              <a:rect l="l" t="t" r="r" b="b"/>
              <a:pathLst>
                <a:path w="7624" h="6294" extrusionOk="0">
                  <a:moveTo>
                    <a:pt x="3401" y="0"/>
                  </a:moveTo>
                  <a:cubicBezTo>
                    <a:pt x="2602" y="0"/>
                    <a:pt x="1803" y="274"/>
                    <a:pt x="1233" y="868"/>
                  </a:cubicBezTo>
                  <a:cubicBezTo>
                    <a:pt x="639" y="1484"/>
                    <a:pt x="343" y="2328"/>
                    <a:pt x="92" y="3127"/>
                  </a:cubicBezTo>
                  <a:cubicBezTo>
                    <a:pt x="0" y="3424"/>
                    <a:pt x="137" y="3652"/>
                    <a:pt x="343" y="3766"/>
                  </a:cubicBezTo>
                  <a:cubicBezTo>
                    <a:pt x="411" y="4246"/>
                    <a:pt x="594" y="4702"/>
                    <a:pt x="913" y="5113"/>
                  </a:cubicBezTo>
                  <a:cubicBezTo>
                    <a:pt x="1559" y="5920"/>
                    <a:pt x="2506" y="6293"/>
                    <a:pt x="3470" y="6293"/>
                  </a:cubicBezTo>
                  <a:cubicBezTo>
                    <a:pt x="4006" y="6293"/>
                    <a:pt x="4547" y="6178"/>
                    <a:pt x="5045" y="5958"/>
                  </a:cubicBezTo>
                  <a:cubicBezTo>
                    <a:pt x="6437" y="5341"/>
                    <a:pt x="7624" y="3812"/>
                    <a:pt x="7122" y="2237"/>
                  </a:cubicBezTo>
                  <a:cubicBezTo>
                    <a:pt x="6665" y="799"/>
                    <a:pt x="4816" y="23"/>
                    <a:pt x="3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1" name="Google Shape;411;p9"/>
          <p:cNvSpPr/>
          <p:nvPr/>
        </p:nvSpPr>
        <p:spPr>
          <a:xfrm>
            <a:off x="4431175" y="4739775"/>
            <a:ext cx="1028079" cy="292585"/>
          </a:xfrm>
          <a:custGeom>
            <a:avLst/>
            <a:gdLst/>
            <a:ahLst/>
            <a:cxnLst/>
            <a:rect l="l" t="t" r="r" b="b"/>
            <a:pathLst>
              <a:path w="48927" h="13926" extrusionOk="0">
                <a:moveTo>
                  <a:pt x="11396" y="756"/>
                </a:moveTo>
                <a:cubicBezTo>
                  <a:pt x="12294" y="756"/>
                  <a:pt x="11286" y="2679"/>
                  <a:pt x="11059" y="3132"/>
                </a:cubicBezTo>
                <a:cubicBezTo>
                  <a:pt x="10534" y="4114"/>
                  <a:pt x="9918" y="5073"/>
                  <a:pt x="9210" y="5963"/>
                </a:cubicBezTo>
                <a:cubicBezTo>
                  <a:pt x="8320" y="7058"/>
                  <a:pt x="7293" y="8085"/>
                  <a:pt x="6152" y="8930"/>
                </a:cubicBezTo>
                <a:cubicBezTo>
                  <a:pt x="6152" y="8679"/>
                  <a:pt x="6175" y="8405"/>
                  <a:pt x="6220" y="8154"/>
                </a:cubicBezTo>
                <a:cubicBezTo>
                  <a:pt x="6334" y="7150"/>
                  <a:pt x="6608" y="6145"/>
                  <a:pt x="6996" y="5209"/>
                </a:cubicBezTo>
                <a:cubicBezTo>
                  <a:pt x="7727" y="3429"/>
                  <a:pt x="9119" y="1466"/>
                  <a:pt x="11036" y="827"/>
                </a:cubicBezTo>
                <a:cubicBezTo>
                  <a:pt x="11181" y="778"/>
                  <a:pt x="11299" y="756"/>
                  <a:pt x="11396" y="756"/>
                </a:cubicBezTo>
                <a:close/>
                <a:moveTo>
                  <a:pt x="20369" y="1722"/>
                </a:moveTo>
                <a:cubicBezTo>
                  <a:pt x="20636" y="1722"/>
                  <a:pt x="20825" y="1863"/>
                  <a:pt x="20851" y="2242"/>
                </a:cubicBezTo>
                <a:cubicBezTo>
                  <a:pt x="20897" y="2676"/>
                  <a:pt x="20669" y="3132"/>
                  <a:pt x="20463" y="3498"/>
                </a:cubicBezTo>
                <a:cubicBezTo>
                  <a:pt x="20189" y="3977"/>
                  <a:pt x="19893" y="4456"/>
                  <a:pt x="19573" y="4913"/>
                </a:cubicBezTo>
                <a:cubicBezTo>
                  <a:pt x="18980" y="5780"/>
                  <a:pt x="18272" y="6602"/>
                  <a:pt x="17519" y="7355"/>
                </a:cubicBezTo>
                <a:cubicBezTo>
                  <a:pt x="16697" y="8177"/>
                  <a:pt x="15807" y="8907"/>
                  <a:pt x="14848" y="9569"/>
                </a:cubicBezTo>
                <a:cubicBezTo>
                  <a:pt x="14848" y="9021"/>
                  <a:pt x="14940" y="8496"/>
                  <a:pt x="15054" y="7994"/>
                </a:cubicBezTo>
                <a:cubicBezTo>
                  <a:pt x="15282" y="7013"/>
                  <a:pt x="15670" y="6054"/>
                  <a:pt x="16195" y="5187"/>
                </a:cubicBezTo>
                <a:cubicBezTo>
                  <a:pt x="16743" y="4296"/>
                  <a:pt x="17450" y="3520"/>
                  <a:pt x="18249" y="2858"/>
                </a:cubicBezTo>
                <a:cubicBezTo>
                  <a:pt x="18559" y="2598"/>
                  <a:pt x="19705" y="1722"/>
                  <a:pt x="20369" y="1722"/>
                </a:cubicBezTo>
                <a:close/>
                <a:moveTo>
                  <a:pt x="28109" y="3492"/>
                </a:moveTo>
                <a:cubicBezTo>
                  <a:pt x="28377" y="3492"/>
                  <a:pt x="28558" y="3695"/>
                  <a:pt x="28543" y="4114"/>
                </a:cubicBezTo>
                <a:cubicBezTo>
                  <a:pt x="28498" y="4616"/>
                  <a:pt x="28224" y="5095"/>
                  <a:pt x="27996" y="5552"/>
                </a:cubicBezTo>
                <a:cubicBezTo>
                  <a:pt x="27493" y="6511"/>
                  <a:pt x="26923" y="7401"/>
                  <a:pt x="26238" y="8222"/>
                </a:cubicBezTo>
                <a:cubicBezTo>
                  <a:pt x="25690" y="8907"/>
                  <a:pt x="25074" y="9523"/>
                  <a:pt x="24435" y="10117"/>
                </a:cubicBezTo>
                <a:cubicBezTo>
                  <a:pt x="24389" y="9843"/>
                  <a:pt x="24389" y="9592"/>
                  <a:pt x="24389" y="9318"/>
                </a:cubicBezTo>
                <a:cubicBezTo>
                  <a:pt x="24435" y="8200"/>
                  <a:pt x="24869" y="7081"/>
                  <a:pt x="25439" y="6100"/>
                </a:cubicBezTo>
                <a:cubicBezTo>
                  <a:pt x="25964" y="5209"/>
                  <a:pt x="26717" y="4205"/>
                  <a:pt x="27630" y="3657"/>
                </a:cubicBezTo>
                <a:cubicBezTo>
                  <a:pt x="27803" y="3547"/>
                  <a:pt x="27968" y="3492"/>
                  <a:pt x="28109" y="3492"/>
                </a:cubicBezTo>
                <a:close/>
                <a:moveTo>
                  <a:pt x="36360" y="3657"/>
                </a:moveTo>
                <a:cubicBezTo>
                  <a:pt x="36925" y="3657"/>
                  <a:pt x="37034" y="4237"/>
                  <a:pt x="36989" y="4685"/>
                </a:cubicBezTo>
                <a:cubicBezTo>
                  <a:pt x="36875" y="5666"/>
                  <a:pt x="36304" y="6670"/>
                  <a:pt x="35779" y="7492"/>
                </a:cubicBezTo>
                <a:cubicBezTo>
                  <a:pt x="35231" y="8359"/>
                  <a:pt x="34592" y="9113"/>
                  <a:pt x="33839" y="9820"/>
                </a:cubicBezTo>
                <a:cubicBezTo>
                  <a:pt x="33679" y="9957"/>
                  <a:pt x="33519" y="10094"/>
                  <a:pt x="33337" y="10254"/>
                </a:cubicBezTo>
                <a:cubicBezTo>
                  <a:pt x="33108" y="9341"/>
                  <a:pt x="33154" y="8337"/>
                  <a:pt x="33382" y="7446"/>
                </a:cubicBezTo>
                <a:cubicBezTo>
                  <a:pt x="33656" y="6351"/>
                  <a:pt x="34204" y="5301"/>
                  <a:pt x="35003" y="4479"/>
                </a:cubicBezTo>
                <a:cubicBezTo>
                  <a:pt x="35345" y="4137"/>
                  <a:pt x="35802" y="3657"/>
                  <a:pt x="36327" y="3657"/>
                </a:cubicBezTo>
                <a:cubicBezTo>
                  <a:pt x="36338" y="3657"/>
                  <a:pt x="36349" y="3657"/>
                  <a:pt x="36360" y="3657"/>
                </a:cubicBezTo>
                <a:close/>
                <a:moveTo>
                  <a:pt x="11386" y="0"/>
                </a:moveTo>
                <a:cubicBezTo>
                  <a:pt x="11346" y="0"/>
                  <a:pt x="11305" y="2"/>
                  <a:pt x="11265" y="5"/>
                </a:cubicBezTo>
                <a:cubicBezTo>
                  <a:pt x="10169" y="97"/>
                  <a:pt x="9028" y="1055"/>
                  <a:pt x="8297" y="1809"/>
                </a:cubicBezTo>
                <a:cubicBezTo>
                  <a:pt x="6608" y="3543"/>
                  <a:pt x="5695" y="5940"/>
                  <a:pt x="5444" y="8314"/>
                </a:cubicBezTo>
                <a:cubicBezTo>
                  <a:pt x="5399" y="8679"/>
                  <a:pt x="5376" y="9067"/>
                  <a:pt x="5399" y="9455"/>
                </a:cubicBezTo>
                <a:cubicBezTo>
                  <a:pt x="4988" y="9729"/>
                  <a:pt x="4554" y="9980"/>
                  <a:pt x="4120" y="10185"/>
                </a:cubicBezTo>
                <a:cubicBezTo>
                  <a:pt x="3339" y="10585"/>
                  <a:pt x="2484" y="10850"/>
                  <a:pt x="1618" y="10850"/>
                </a:cubicBezTo>
                <a:cubicBezTo>
                  <a:pt x="1296" y="10850"/>
                  <a:pt x="973" y="10814"/>
                  <a:pt x="651" y="10733"/>
                </a:cubicBezTo>
                <a:cubicBezTo>
                  <a:pt x="616" y="10725"/>
                  <a:pt x="583" y="10721"/>
                  <a:pt x="552" y="10721"/>
                </a:cubicBezTo>
                <a:cubicBezTo>
                  <a:pt x="146" y="10721"/>
                  <a:pt x="1" y="11358"/>
                  <a:pt x="445" y="11464"/>
                </a:cubicBezTo>
                <a:cubicBezTo>
                  <a:pt x="848" y="11567"/>
                  <a:pt x="1247" y="11614"/>
                  <a:pt x="1643" y="11614"/>
                </a:cubicBezTo>
                <a:cubicBezTo>
                  <a:pt x="3000" y="11614"/>
                  <a:pt x="4311" y="11059"/>
                  <a:pt x="5513" y="10300"/>
                </a:cubicBezTo>
                <a:cubicBezTo>
                  <a:pt x="5604" y="10779"/>
                  <a:pt x="5787" y="11235"/>
                  <a:pt x="6060" y="11623"/>
                </a:cubicBezTo>
                <a:cubicBezTo>
                  <a:pt x="6680" y="12456"/>
                  <a:pt x="7646" y="12796"/>
                  <a:pt x="8649" y="12796"/>
                </a:cubicBezTo>
                <a:cubicBezTo>
                  <a:pt x="8828" y="12796"/>
                  <a:pt x="9008" y="12785"/>
                  <a:pt x="9188" y="12765"/>
                </a:cubicBezTo>
                <a:cubicBezTo>
                  <a:pt x="10397" y="12628"/>
                  <a:pt x="11584" y="12171"/>
                  <a:pt x="12680" y="11646"/>
                </a:cubicBezTo>
                <a:cubicBezTo>
                  <a:pt x="13205" y="11418"/>
                  <a:pt x="13707" y="11144"/>
                  <a:pt x="14186" y="10870"/>
                </a:cubicBezTo>
                <a:cubicBezTo>
                  <a:pt x="14278" y="11349"/>
                  <a:pt x="14460" y="11783"/>
                  <a:pt x="14711" y="12194"/>
                </a:cubicBezTo>
                <a:cubicBezTo>
                  <a:pt x="15373" y="13175"/>
                  <a:pt x="16492" y="13746"/>
                  <a:pt x="17633" y="13883"/>
                </a:cubicBezTo>
                <a:cubicBezTo>
                  <a:pt x="17852" y="13912"/>
                  <a:pt x="18071" y="13925"/>
                  <a:pt x="18290" y="13925"/>
                </a:cubicBezTo>
                <a:cubicBezTo>
                  <a:pt x="20353" y="13925"/>
                  <a:pt x="22394" y="12720"/>
                  <a:pt x="24024" y="11441"/>
                </a:cubicBezTo>
                <a:cubicBezTo>
                  <a:pt x="24184" y="11738"/>
                  <a:pt x="24389" y="12034"/>
                  <a:pt x="24663" y="12285"/>
                </a:cubicBezTo>
                <a:cubicBezTo>
                  <a:pt x="25460" y="13071"/>
                  <a:pt x="26493" y="13363"/>
                  <a:pt x="27566" y="13363"/>
                </a:cubicBezTo>
                <a:cubicBezTo>
                  <a:pt x="28800" y="13363"/>
                  <a:pt x="30085" y="12977"/>
                  <a:pt x="31123" y="12514"/>
                </a:cubicBezTo>
                <a:cubicBezTo>
                  <a:pt x="31785" y="12217"/>
                  <a:pt x="32424" y="11852"/>
                  <a:pt x="33017" y="11441"/>
                </a:cubicBezTo>
                <a:cubicBezTo>
                  <a:pt x="33291" y="11897"/>
                  <a:pt x="33656" y="12308"/>
                  <a:pt x="34136" y="12628"/>
                </a:cubicBezTo>
                <a:cubicBezTo>
                  <a:pt x="34966" y="13163"/>
                  <a:pt x="35990" y="13340"/>
                  <a:pt x="36979" y="13340"/>
                </a:cubicBezTo>
                <a:cubicBezTo>
                  <a:pt x="37214" y="13340"/>
                  <a:pt x="37446" y="13330"/>
                  <a:pt x="37674" y="13312"/>
                </a:cubicBezTo>
                <a:cubicBezTo>
                  <a:pt x="40413" y="13084"/>
                  <a:pt x="42946" y="11852"/>
                  <a:pt x="45206" y="10368"/>
                </a:cubicBezTo>
                <a:cubicBezTo>
                  <a:pt x="46370" y="9592"/>
                  <a:pt x="47488" y="8747"/>
                  <a:pt x="48607" y="7903"/>
                </a:cubicBezTo>
                <a:cubicBezTo>
                  <a:pt x="48926" y="7677"/>
                  <a:pt x="48720" y="7189"/>
                  <a:pt x="48420" y="7189"/>
                </a:cubicBezTo>
                <a:cubicBezTo>
                  <a:pt x="48356" y="7189"/>
                  <a:pt x="48287" y="7211"/>
                  <a:pt x="48219" y="7264"/>
                </a:cubicBezTo>
                <a:cubicBezTo>
                  <a:pt x="46393" y="8656"/>
                  <a:pt x="44544" y="10048"/>
                  <a:pt x="42490" y="11076"/>
                </a:cubicBezTo>
                <a:cubicBezTo>
                  <a:pt x="40877" y="11911"/>
                  <a:pt x="38964" y="12604"/>
                  <a:pt x="37105" y="12604"/>
                </a:cubicBezTo>
                <a:cubicBezTo>
                  <a:pt x="36728" y="12604"/>
                  <a:pt x="36354" y="12575"/>
                  <a:pt x="35984" y="12514"/>
                </a:cubicBezTo>
                <a:cubicBezTo>
                  <a:pt x="34980" y="12331"/>
                  <a:pt x="34113" y="11852"/>
                  <a:pt x="33633" y="10984"/>
                </a:cubicBezTo>
                <a:cubicBezTo>
                  <a:pt x="34798" y="10071"/>
                  <a:pt x="35779" y="8953"/>
                  <a:pt x="36555" y="7697"/>
                </a:cubicBezTo>
                <a:cubicBezTo>
                  <a:pt x="37126" y="6762"/>
                  <a:pt x="37765" y="5575"/>
                  <a:pt x="37765" y="4456"/>
                </a:cubicBezTo>
                <a:cubicBezTo>
                  <a:pt x="37747" y="3536"/>
                  <a:pt x="37144" y="2901"/>
                  <a:pt x="36351" y="2901"/>
                </a:cubicBezTo>
                <a:cubicBezTo>
                  <a:pt x="36141" y="2901"/>
                  <a:pt x="35917" y="2945"/>
                  <a:pt x="35688" y="3041"/>
                </a:cubicBezTo>
                <a:cubicBezTo>
                  <a:pt x="34546" y="3498"/>
                  <a:pt x="33679" y="4753"/>
                  <a:pt x="33177" y="5826"/>
                </a:cubicBezTo>
                <a:cubicBezTo>
                  <a:pt x="32606" y="6967"/>
                  <a:pt x="32332" y="8291"/>
                  <a:pt x="32469" y="9569"/>
                </a:cubicBezTo>
                <a:cubicBezTo>
                  <a:pt x="32492" y="9980"/>
                  <a:pt x="32583" y="10368"/>
                  <a:pt x="32720" y="10733"/>
                </a:cubicBezTo>
                <a:cubicBezTo>
                  <a:pt x="31442" y="11646"/>
                  <a:pt x="29959" y="12331"/>
                  <a:pt x="28406" y="12536"/>
                </a:cubicBezTo>
                <a:cubicBezTo>
                  <a:pt x="28144" y="12575"/>
                  <a:pt x="27870" y="12597"/>
                  <a:pt x="27594" y="12597"/>
                </a:cubicBezTo>
                <a:cubicBezTo>
                  <a:pt x="26888" y="12597"/>
                  <a:pt x="26167" y="12451"/>
                  <a:pt x="25576" y="12057"/>
                </a:cubicBezTo>
                <a:cubicBezTo>
                  <a:pt x="25142" y="11760"/>
                  <a:pt x="24846" y="11372"/>
                  <a:pt x="24663" y="10916"/>
                </a:cubicBezTo>
                <a:cubicBezTo>
                  <a:pt x="24709" y="10870"/>
                  <a:pt x="24777" y="10802"/>
                  <a:pt x="24846" y="10756"/>
                </a:cubicBezTo>
                <a:cubicBezTo>
                  <a:pt x="25827" y="9911"/>
                  <a:pt x="26672" y="8953"/>
                  <a:pt x="27425" y="7903"/>
                </a:cubicBezTo>
                <a:cubicBezTo>
                  <a:pt x="28133" y="6944"/>
                  <a:pt x="28931" y="5780"/>
                  <a:pt x="29228" y="4616"/>
                </a:cubicBezTo>
                <a:cubicBezTo>
                  <a:pt x="29432" y="3758"/>
                  <a:pt x="29088" y="2699"/>
                  <a:pt x="28146" y="2699"/>
                </a:cubicBezTo>
                <a:cubicBezTo>
                  <a:pt x="28036" y="2699"/>
                  <a:pt x="27917" y="2713"/>
                  <a:pt x="27790" y="2744"/>
                </a:cubicBezTo>
                <a:cubicBezTo>
                  <a:pt x="27197" y="2904"/>
                  <a:pt x="26717" y="3361"/>
                  <a:pt x="26307" y="3771"/>
                </a:cubicBezTo>
                <a:cubicBezTo>
                  <a:pt x="25850" y="4228"/>
                  <a:pt x="25439" y="4730"/>
                  <a:pt x="25074" y="5255"/>
                </a:cubicBezTo>
                <a:cubicBezTo>
                  <a:pt x="24115" y="6716"/>
                  <a:pt x="23271" y="8884"/>
                  <a:pt x="23750" y="10688"/>
                </a:cubicBezTo>
                <a:cubicBezTo>
                  <a:pt x="22951" y="11304"/>
                  <a:pt x="22107" y="11874"/>
                  <a:pt x="21194" y="12331"/>
                </a:cubicBezTo>
                <a:cubicBezTo>
                  <a:pt x="20316" y="12775"/>
                  <a:pt x="19170" y="13127"/>
                  <a:pt x="18089" y="13127"/>
                </a:cubicBezTo>
                <a:cubicBezTo>
                  <a:pt x="16894" y="13127"/>
                  <a:pt x="15778" y="12697"/>
                  <a:pt x="15191" y="11486"/>
                </a:cubicBezTo>
                <a:cubicBezTo>
                  <a:pt x="15031" y="11167"/>
                  <a:pt x="14940" y="10802"/>
                  <a:pt x="14894" y="10436"/>
                </a:cubicBezTo>
                <a:cubicBezTo>
                  <a:pt x="15259" y="10208"/>
                  <a:pt x="15647" y="9934"/>
                  <a:pt x="16012" y="9683"/>
                </a:cubicBezTo>
                <a:cubicBezTo>
                  <a:pt x="18021" y="8154"/>
                  <a:pt x="19756" y="6259"/>
                  <a:pt x="21011" y="4068"/>
                </a:cubicBezTo>
                <a:cubicBezTo>
                  <a:pt x="21468" y="3269"/>
                  <a:pt x="22061" y="1923"/>
                  <a:pt x="21125" y="1215"/>
                </a:cubicBezTo>
                <a:cubicBezTo>
                  <a:pt x="20879" y="1025"/>
                  <a:pt x="20608" y="947"/>
                  <a:pt x="20328" y="947"/>
                </a:cubicBezTo>
                <a:cubicBezTo>
                  <a:pt x="19464" y="947"/>
                  <a:pt x="18510" y="1686"/>
                  <a:pt x="17907" y="2151"/>
                </a:cubicBezTo>
                <a:cubicBezTo>
                  <a:pt x="15967" y="3657"/>
                  <a:pt x="14597" y="5917"/>
                  <a:pt x="14209" y="8359"/>
                </a:cubicBezTo>
                <a:cubicBezTo>
                  <a:pt x="14118" y="8907"/>
                  <a:pt x="14072" y="9478"/>
                  <a:pt x="14095" y="10048"/>
                </a:cubicBezTo>
                <a:cubicBezTo>
                  <a:pt x="13547" y="10368"/>
                  <a:pt x="12954" y="10688"/>
                  <a:pt x="12360" y="10961"/>
                </a:cubicBezTo>
                <a:cubicBezTo>
                  <a:pt x="11399" y="11407"/>
                  <a:pt x="9909" y="12075"/>
                  <a:pt x="8620" y="12075"/>
                </a:cubicBezTo>
                <a:cubicBezTo>
                  <a:pt x="7798" y="12075"/>
                  <a:pt x="7057" y="11803"/>
                  <a:pt x="6585" y="11030"/>
                </a:cubicBezTo>
                <a:cubicBezTo>
                  <a:pt x="6380" y="10665"/>
                  <a:pt x="6243" y="10254"/>
                  <a:pt x="6197" y="9843"/>
                </a:cubicBezTo>
                <a:cubicBezTo>
                  <a:pt x="6745" y="9455"/>
                  <a:pt x="7247" y="9021"/>
                  <a:pt x="7727" y="8610"/>
                </a:cubicBezTo>
                <a:cubicBezTo>
                  <a:pt x="9690" y="6876"/>
                  <a:pt x="11310" y="4662"/>
                  <a:pt x="12315" y="2242"/>
                </a:cubicBezTo>
                <a:cubicBezTo>
                  <a:pt x="12497" y="1763"/>
                  <a:pt x="12657" y="1215"/>
                  <a:pt x="12474" y="713"/>
                </a:cubicBezTo>
                <a:cubicBezTo>
                  <a:pt x="12306" y="250"/>
                  <a:pt x="11865" y="0"/>
                  <a:pt x="113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ONLY_1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3"/>
          <p:cNvSpPr/>
          <p:nvPr/>
        </p:nvSpPr>
        <p:spPr>
          <a:xfrm>
            <a:off x="-23550" y="0"/>
            <a:ext cx="4718504" cy="1017753"/>
          </a:xfrm>
          <a:custGeom>
            <a:avLst/>
            <a:gdLst/>
            <a:ahLst/>
            <a:cxnLst/>
            <a:rect l="l" t="t" r="r" b="b"/>
            <a:pathLst>
              <a:path w="254504" h="54895" extrusionOk="0">
                <a:moveTo>
                  <a:pt x="254503" y="0"/>
                </a:moveTo>
                <a:cubicBezTo>
                  <a:pt x="254503" y="0"/>
                  <a:pt x="244837" y="54895"/>
                  <a:pt x="153954" y="52159"/>
                </a:cubicBezTo>
                <a:cubicBezTo>
                  <a:pt x="75898" y="49788"/>
                  <a:pt x="63922" y="14529"/>
                  <a:pt x="821" y="32280"/>
                </a:cubicBezTo>
                <a:lnTo>
                  <a:pt x="0" y="517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3"/>
          <p:cNvSpPr txBox="1">
            <a:spLocks noGrp="1"/>
          </p:cNvSpPr>
          <p:nvPr>
            <p:ph type="subTitle" idx="1"/>
          </p:nvPr>
        </p:nvSpPr>
        <p:spPr>
          <a:xfrm>
            <a:off x="1427225" y="2072175"/>
            <a:ext cx="29484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1" name="Google Shape;531;p13"/>
          <p:cNvSpPr txBox="1">
            <a:spLocks noGrp="1"/>
          </p:cNvSpPr>
          <p:nvPr>
            <p:ph type="subTitle" idx="2"/>
          </p:nvPr>
        </p:nvSpPr>
        <p:spPr>
          <a:xfrm>
            <a:off x="1427225" y="1474175"/>
            <a:ext cx="31770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endParaRPr/>
          </a:p>
        </p:txBody>
      </p:sp>
      <p:sp>
        <p:nvSpPr>
          <p:cNvPr id="532" name="Google Shape;532;p13"/>
          <p:cNvSpPr txBox="1">
            <a:spLocks noGrp="1"/>
          </p:cNvSpPr>
          <p:nvPr>
            <p:ph type="title" hasCustomPrompt="1"/>
          </p:nvPr>
        </p:nvSpPr>
        <p:spPr>
          <a:xfrm>
            <a:off x="713225" y="1800838"/>
            <a:ext cx="7113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r>
              <a:t>xx%</a:t>
            </a:r>
          </a:p>
        </p:txBody>
      </p:sp>
      <p:sp>
        <p:nvSpPr>
          <p:cNvPr id="533" name="Google Shape;533;p13"/>
          <p:cNvSpPr txBox="1">
            <a:spLocks noGrp="1"/>
          </p:cNvSpPr>
          <p:nvPr>
            <p:ph type="subTitle" idx="3"/>
          </p:nvPr>
        </p:nvSpPr>
        <p:spPr>
          <a:xfrm>
            <a:off x="1427225" y="3558125"/>
            <a:ext cx="29484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4" name="Google Shape;534;p13"/>
          <p:cNvSpPr txBox="1">
            <a:spLocks noGrp="1"/>
          </p:cNvSpPr>
          <p:nvPr>
            <p:ph type="subTitle" idx="4"/>
          </p:nvPr>
        </p:nvSpPr>
        <p:spPr>
          <a:xfrm>
            <a:off x="1427225" y="2960125"/>
            <a:ext cx="31770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endParaRPr/>
          </a:p>
        </p:txBody>
      </p:sp>
      <p:sp>
        <p:nvSpPr>
          <p:cNvPr id="535" name="Google Shape;535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3297693"/>
            <a:ext cx="7113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r>
              <a:t>xx%</a:t>
            </a:r>
          </a:p>
        </p:txBody>
      </p:sp>
      <p:sp>
        <p:nvSpPr>
          <p:cNvPr id="536" name="Google Shape;536;p13"/>
          <p:cNvSpPr txBox="1">
            <a:spLocks noGrp="1"/>
          </p:cNvSpPr>
          <p:nvPr>
            <p:ph type="subTitle" idx="6"/>
          </p:nvPr>
        </p:nvSpPr>
        <p:spPr>
          <a:xfrm>
            <a:off x="5318350" y="2072175"/>
            <a:ext cx="29484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7" name="Google Shape;537;p13"/>
          <p:cNvSpPr txBox="1">
            <a:spLocks noGrp="1"/>
          </p:cNvSpPr>
          <p:nvPr>
            <p:ph type="subTitle" idx="7"/>
          </p:nvPr>
        </p:nvSpPr>
        <p:spPr>
          <a:xfrm>
            <a:off x="5318350" y="1474175"/>
            <a:ext cx="31770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title" idx="8" hasCustomPrompt="1"/>
          </p:nvPr>
        </p:nvSpPr>
        <p:spPr>
          <a:xfrm>
            <a:off x="4604350" y="1800838"/>
            <a:ext cx="7113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r>
              <a:t>xx%</a:t>
            </a:r>
          </a:p>
        </p:txBody>
      </p:sp>
      <p:sp>
        <p:nvSpPr>
          <p:cNvPr id="539" name="Google Shape;539;p13"/>
          <p:cNvSpPr txBox="1">
            <a:spLocks noGrp="1"/>
          </p:cNvSpPr>
          <p:nvPr>
            <p:ph type="subTitle" idx="9"/>
          </p:nvPr>
        </p:nvSpPr>
        <p:spPr>
          <a:xfrm>
            <a:off x="5318350" y="3558125"/>
            <a:ext cx="29484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13"/>
          </p:nvPr>
        </p:nvSpPr>
        <p:spPr>
          <a:xfrm>
            <a:off x="5318350" y="2960125"/>
            <a:ext cx="31770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 Alternates"/>
              <a:buNone/>
              <a:defRPr sz="22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title" idx="14" hasCustomPrompt="1"/>
          </p:nvPr>
        </p:nvSpPr>
        <p:spPr>
          <a:xfrm>
            <a:off x="4604350" y="3297693"/>
            <a:ext cx="7113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ontserrat Alternates"/>
              <a:buNone/>
              <a:defRPr sz="2200" b="1">
                <a:solidFill>
                  <a:schemeClr val="l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r>
              <a:t>xx%</a:t>
            </a:r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15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13"/>
          <p:cNvSpPr/>
          <p:nvPr/>
        </p:nvSpPr>
        <p:spPr>
          <a:xfrm rot="10800000">
            <a:off x="5708083" y="4408411"/>
            <a:ext cx="3480342" cy="750689"/>
          </a:xfrm>
          <a:custGeom>
            <a:avLst/>
            <a:gdLst/>
            <a:ahLst/>
            <a:cxnLst/>
            <a:rect l="l" t="t" r="r" b="b"/>
            <a:pathLst>
              <a:path w="254504" h="54895" extrusionOk="0">
                <a:moveTo>
                  <a:pt x="254503" y="0"/>
                </a:moveTo>
                <a:cubicBezTo>
                  <a:pt x="254503" y="0"/>
                  <a:pt x="244837" y="54895"/>
                  <a:pt x="153954" y="52159"/>
                </a:cubicBezTo>
                <a:cubicBezTo>
                  <a:pt x="75898" y="49788"/>
                  <a:pt x="63922" y="14529"/>
                  <a:pt x="821" y="32280"/>
                </a:cubicBezTo>
                <a:lnTo>
                  <a:pt x="0" y="517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4" name="Google Shape;544;p13"/>
          <p:cNvGrpSpPr/>
          <p:nvPr/>
        </p:nvGrpSpPr>
        <p:grpSpPr>
          <a:xfrm>
            <a:off x="-117450" y="-64200"/>
            <a:ext cx="999200" cy="990975"/>
            <a:chOff x="3102700" y="494350"/>
            <a:chExt cx="999200" cy="990975"/>
          </a:xfrm>
        </p:grpSpPr>
        <p:sp>
          <p:nvSpPr>
            <p:cNvPr id="545" name="Google Shape;545;p13"/>
            <p:cNvSpPr/>
            <p:nvPr/>
          </p:nvSpPr>
          <p:spPr>
            <a:xfrm>
              <a:off x="3363475" y="639725"/>
              <a:ext cx="70200" cy="69650"/>
            </a:xfrm>
            <a:custGeom>
              <a:avLst/>
              <a:gdLst/>
              <a:ahLst/>
              <a:cxnLst/>
              <a:rect l="l" t="t" r="r" b="b"/>
              <a:pathLst>
                <a:path w="2808" h="2786" extrusionOk="0">
                  <a:moveTo>
                    <a:pt x="1530" y="1"/>
                  </a:moveTo>
                  <a:cubicBezTo>
                    <a:pt x="1432" y="1"/>
                    <a:pt x="1335" y="12"/>
                    <a:pt x="1233" y="46"/>
                  </a:cubicBezTo>
                  <a:cubicBezTo>
                    <a:pt x="1027" y="92"/>
                    <a:pt x="845" y="206"/>
                    <a:pt x="685" y="366"/>
                  </a:cubicBezTo>
                  <a:cubicBezTo>
                    <a:pt x="639" y="366"/>
                    <a:pt x="616" y="389"/>
                    <a:pt x="594" y="411"/>
                  </a:cubicBezTo>
                  <a:cubicBezTo>
                    <a:pt x="411" y="526"/>
                    <a:pt x="274" y="640"/>
                    <a:pt x="183" y="822"/>
                  </a:cubicBezTo>
                  <a:cubicBezTo>
                    <a:pt x="69" y="1005"/>
                    <a:pt x="46" y="1188"/>
                    <a:pt x="23" y="1393"/>
                  </a:cubicBezTo>
                  <a:cubicBezTo>
                    <a:pt x="0" y="1530"/>
                    <a:pt x="23" y="1667"/>
                    <a:pt x="46" y="1804"/>
                  </a:cubicBezTo>
                  <a:cubicBezTo>
                    <a:pt x="69" y="1895"/>
                    <a:pt x="114" y="1986"/>
                    <a:pt x="160" y="2078"/>
                  </a:cubicBezTo>
                  <a:cubicBezTo>
                    <a:pt x="183" y="2123"/>
                    <a:pt x="206" y="2169"/>
                    <a:pt x="228" y="2192"/>
                  </a:cubicBezTo>
                  <a:cubicBezTo>
                    <a:pt x="343" y="2374"/>
                    <a:pt x="480" y="2511"/>
                    <a:pt x="662" y="2603"/>
                  </a:cubicBezTo>
                  <a:cubicBezTo>
                    <a:pt x="868" y="2717"/>
                    <a:pt x="1027" y="2762"/>
                    <a:pt x="1256" y="2785"/>
                  </a:cubicBezTo>
                  <a:cubicBezTo>
                    <a:pt x="1415" y="2785"/>
                    <a:pt x="1575" y="2762"/>
                    <a:pt x="1712" y="2740"/>
                  </a:cubicBezTo>
                  <a:cubicBezTo>
                    <a:pt x="1872" y="2694"/>
                    <a:pt x="2009" y="2648"/>
                    <a:pt x="2146" y="2557"/>
                  </a:cubicBezTo>
                  <a:cubicBezTo>
                    <a:pt x="2306" y="2443"/>
                    <a:pt x="2420" y="2329"/>
                    <a:pt x="2557" y="2169"/>
                  </a:cubicBezTo>
                  <a:cubicBezTo>
                    <a:pt x="2625" y="2055"/>
                    <a:pt x="2694" y="1918"/>
                    <a:pt x="2716" y="1781"/>
                  </a:cubicBezTo>
                  <a:cubicBezTo>
                    <a:pt x="2808" y="1530"/>
                    <a:pt x="2808" y="1210"/>
                    <a:pt x="2739" y="959"/>
                  </a:cubicBezTo>
                  <a:cubicBezTo>
                    <a:pt x="2716" y="822"/>
                    <a:pt x="2671" y="685"/>
                    <a:pt x="2602" y="594"/>
                  </a:cubicBezTo>
                  <a:cubicBezTo>
                    <a:pt x="2488" y="411"/>
                    <a:pt x="2374" y="297"/>
                    <a:pt x="2191" y="183"/>
                  </a:cubicBezTo>
                  <a:cubicBezTo>
                    <a:pt x="2169" y="160"/>
                    <a:pt x="2123" y="138"/>
                    <a:pt x="2100" y="115"/>
                  </a:cubicBezTo>
                  <a:cubicBezTo>
                    <a:pt x="2009" y="92"/>
                    <a:pt x="1918" y="46"/>
                    <a:pt x="1826" y="23"/>
                  </a:cubicBezTo>
                  <a:cubicBezTo>
                    <a:pt x="1724" y="12"/>
                    <a:pt x="1627" y="1"/>
                    <a:pt x="15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3252775" y="766400"/>
              <a:ext cx="62775" cy="62225"/>
            </a:xfrm>
            <a:custGeom>
              <a:avLst/>
              <a:gdLst/>
              <a:ahLst/>
              <a:cxnLst/>
              <a:rect l="l" t="t" r="r" b="b"/>
              <a:pathLst>
                <a:path w="2511" h="2489" extrusionOk="0">
                  <a:moveTo>
                    <a:pt x="1301" y="1"/>
                  </a:moveTo>
                  <a:cubicBezTo>
                    <a:pt x="1164" y="1"/>
                    <a:pt x="1050" y="24"/>
                    <a:pt x="913" y="46"/>
                  </a:cubicBezTo>
                  <a:cubicBezTo>
                    <a:pt x="822" y="69"/>
                    <a:pt x="731" y="115"/>
                    <a:pt x="639" y="206"/>
                  </a:cubicBezTo>
                  <a:cubicBezTo>
                    <a:pt x="548" y="229"/>
                    <a:pt x="457" y="275"/>
                    <a:pt x="388" y="343"/>
                  </a:cubicBezTo>
                  <a:cubicBezTo>
                    <a:pt x="342" y="389"/>
                    <a:pt x="320" y="435"/>
                    <a:pt x="274" y="480"/>
                  </a:cubicBezTo>
                  <a:cubicBezTo>
                    <a:pt x="251" y="526"/>
                    <a:pt x="206" y="549"/>
                    <a:pt x="183" y="594"/>
                  </a:cubicBezTo>
                  <a:cubicBezTo>
                    <a:pt x="137" y="686"/>
                    <a:pt x="114" y="754"/>
                    <a:pt x="91" y="823"/>
                  </a:cubicBezTo>
                  <a:cubicBezTo>
                    <a:pt x="69" y="845"/>
                    <a:pt x="69" y="891"/>
                    <a:pt x="69" y="914"/>
                  </a:cubicBezTo>
                  <a:cubicBezTo>
                    <a:pt x="0" y="1119"/>
                    <a:pt x="23" y="1348"/>
                    <a:pt x="69" y="1576"/>
                  </a:cubicBezTo>
                  <a:cubicBezTo>
                    <a:pt x="91" y="1667"/>
                    <a:pt x="137" y="1781"/>
                    <a:pt x="183" y="1873"/>
                  </a:cubicBezTo>
                  <a:cubicBezTo>
                    <a:pt x="228" y="1964"/>
                    <a:pt x="297" y="2055"/>
                    <a:pt x="388" y="2124"/>
                  </a:cubicBezTo>
                  <a:cubicBezTo>
                    <a:pt x="388" y="2146"/>
                    <a:pt x="411" y="2169"/>
                    <a:pt x="434" y="2192"/>
                  </a:cubicBezTo>
                  <a:cubicBezTo>
                    <a:pt x="502" y="2238"/>
                    <a:pt x="571" y="2283"/>
                    <a:pt x="639" y="2329"/>
                  </a:cubicBezTo>
                  <a:cubicBezTo>
                    <a:pt x="708" y="2375"/>
                    <a:pt x="776" y="2397"/>
                    <a:pt x="867" y="2420"/>
                  </a:cubicBezTo>
                  <a:cubicBezTo>
                    <a:pt x="890" y="2443"/>
                    <a:pt x="913" y="2443"/>
                    <a:pt x="936" y="2443"/>
                  </a:cubicBezTo>
                  <a:cubicBezTo>
                    <a:pt x="1050" y="2466"/>
                    <a:pt x="1164" y="2489"/>
                    <a:pt x="1278" y="2489"/>
                  </a:cubicBezTo>
                  <a:cubicBezTo>
                    <a:pt x="1392" y="2466"/>
                    <a:pt x="1507" y="2466"/>
                    <a:pt x="1598" y="2420"/>
                  </a:cubicBezTo>
                  <a:cubicBezTo>
                    <a:pt x="1712" y="2397"/>
                    <a:pt x="1826" y="2352"/>
                    <a:pt x="1917" y="2283"/>
                  </a:cubicBezTo>
                  <a:cubicBezTo>
                    <a:pt x="2009" y="2215"/>
                    <a:pt x="2100" y="2146"/>
                    <a:pt x="2169" y="2078"/>
                  </a:cubicBezTo>
                  <a:cubicBezTo>
                    <a:pt x="2237" y="1987"/>
                    <a:pt x="2305" y="1895"/>
                    <a:pt x="2351" y="1804"/>
                  </a:cubicBezTo>
                  <a:cubicBezTo>
                    <a:pt x="2397" y="1736"/>
                    <a:pt x="2420" y="1667"/>
                    <a:pt x="2442" y="1576"/>
                  </a:cubicBezTo>
                  <a:cubicBezTo>
                    <a:pt x="2465" y="1530"/>
                    <a:pt x="2465" y="1462"/>
                    <a:pt x="2488" y="1416"/>
                  </a:cubicBezTo>
                  <a:cubicBezTo>
                    <a:pt x="2511" y="1256"/>
                    <a:pt x="2488" y="1119"/>
                    <a:pt x="2465" y="982"/>
                  </a:cubicBezTo>
                  <a:cubicBezTo>
                    <a:pt x="2465" y="937"/>
                    <a:pt x="2442" y="914"/>
                    <a:pt x="2442" y="891"/>
                  </a:cubicBezTo>
                  <a:cubicBezTo>
                    <a:pt x="2397" y="800"/>
                    <a:pt x="2374" y="731"/>
                    <a:pt x="2328" y="640"/>
                  </a:cubicBezTo>
                  <a:cubicBezTo>
                    <a:pt x="2283" y="571"/>
                    <a:pt x="2237" y="503"/>
                    <a:pt x="2169" y="435"/>
                  </a:cubicBezTo>
                  <a:cubicBezTo>
                    <a:pt x="2146" y="412"/>
                    <a:pt x="2123" y="389"/>
                    <a:pt x="2100" y="366"/>
                  </a:cubicBezTo>
                  <a:cubicBezTo>
                    <a:pt x="2032" y="298"/>
                    <a:pt x="1963" y="252"/>
                    <a:pt x="1895" y="206"/>
                  </a:cubicBezTo>
                  <a:cubicBezTo>
                    <a:pt x="1872" y="183"/>
                    <a:pt x="1849" y="161"/>
                    <a:pt x="1803" y="161"/>
                  </a:cubicBezTo>
                  <a:cubicBezTo>
                    <a:pt x="1735" y="115"/>
                    <a:pt x="1644" y="69"/>
                    <a:pt x="1575" y="46"/>
                  </a:cubicBezTo>
                  <a:cubicBezTo>
                    <a:pt x="1484" y="24"/>
                    <a:pt x="1392" y="24"/>
                    <a:pt x="13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3244200" y="916975"/>
              <a:ext cx="41125" cy="53175"/>
            </a:xfrm>
            <a:custGeom>
              <a:avLst/>
              <a:gdLst/>
              <a:ahLst/>
              <a:cxnLst/>
              <a:rect l="l" t="t" r="r" b="b"/>
              <a:pathLst>
                <a:path w="1645" h="2127" extrusionOk="0">
                  <a:moveTo>
                    <a:pt x="901" y="0"/>
                  </a:moveTo>
                  <a:cubicBezTo>
                    <a:pt x="883" y="0"/>
                    <a:pt x="864" y="1"/>
                    <a:pt x="845" y="4"/>
                  </a:cubicBezTo>
                  <a:cubicBezTo>
                    <a:pt x="777" y="4"/>
                    <a:pt x="708" y="27"/>
                    <a:pt x="640" y="27"/>
                  </a:cubicBezTo>
                  <a:cubicBezTo>
                    <a:pt x="526" y="49"/>
                    <a:pt x="434" y="118"/>
                    <a:pt x="343" y="209"/>
                  </a:cubicBezTo>
                  <a:cubicBezTo>
                    <a:pt x="206" y="323"/>
                    <a:pt x="115" y="506"/>
                    <a:pt x="46" y="688"/>
                  </a:cubicBezTo>
                  <a:cubicBezTo>
                    <a:pt x="24" y="780"/>
                    <a:pt x="1" y="894"/>
                    <a:pt x="1" y="962"/>
                  </a:cubicBezTo>
                  <a:cubicBezTo>
                    <a:pt x="1" y="1008"/>
                    <a:pt x="1" y="1031"/>
                    <a:pt x="1" y="1054"/>
                  </a:cubicBezTo>
                  <a:cubicBezTo>
                    <a:pt x="1" y="1054"/>
                    <a:pt x="1" y="1076"/>
                    <a:pt x="1" y="1076"/>
                  </a:cubicBezTo>
                  <a:cubicBezTo>
                    <a:pt x="1" y="1099"/>
                    <a:pt x="1" y="1145"/>
                    <a:pt x="1" y="1168"/>
                  </a:cubicBezTo>
                  <a:cubicBezTo>
                    <a:pt x="1" y="1259"/>
                    <a:pt x="24" y="1350"/>
                    <a:pt x="46" y="1442"/>
                  </a:cubicBezTo>
                  <a:cubicBezTo>
                    <a:pt x="69" y="1487"/>
                    <a:pt x="115" y="1533"/>
                    <a:pt x="138" y="1579"/>
                  </a:cubicBezTo>
                  <a:cubicBezTo>
                    <a:pt x="138" y="1601"/>
                    <a:pt x="138" y="1624"/>
                    <a:pt x="160" y="1624"/>
                  </a:cubicBezTo>
                  <a:cubicBezTo>
                    <a:pt x="252" y="1784"/>
                    <a:pt x="389" y="1944"/>
                    <a:pt x="549" y="2035"/>
                  </a:cubicBezTo>
                  <a:cubicBezTo>
                    <a:pt x="663" y="2104"/>
                    <a:pt x="777" y="2126"/>
                    <a:pt x="914" y="2126"/>
                  </a:cubicBezTo>
                  <a:cubicBezTo>
                    <a:pt x="1005" y="2126"/>
                    <a:pt x="1096" y="2104"/>
                    <a:pt x="1165" y="2058"/>
                  </a:cubicBezTo>
                  <a:cubicBezTo>
                    <a:pt x="1256" y="2035"/>
                    <a:pt x="1347" y="1990"/>
                    <a:pt x="1393" y="1921"/>
                  </a:cubicBezTo>
                  <a:cubicBezTo>
                    <a:pt x="1484" y="1830"/>
                    <a:pt x="1553" y="1738"/>
                    <a:pt x="1576" y="1624"/>
                  </a:cubicBezTo>
                  <a:cubicBezTo>
                    <a:pt x="1621" y="1510"/>
                    <a:pt x="1621" y="1373"/>
                    <a:pt x="1644" y="1282"/>
                  </a:cubicBezTo>
                  <a:cubicBezTo>
                    <a:pt x="1644" y="1168"/>
                    <a:pt x="1621" y="1031"/>
                    <a:pt x="1598" y="917"/>
                  </a:cubicBezTo>
                  <a:cubicBezTo>
                    <a:pt x="1598" y="848"/>
                    <a:pt x="1553" y="780"/>
                    <a:pt x="1530" y="711"/>
                  </a:cubicBezTo>
                  <a:cubicBezTo>
                    <a:pt x="1530" y="711"/>
                    <a:pt x="1530" y="711"/>
                    <a:pt x="1530" y="688"/>
                  </a:cubicBezTo>
                  <a:cubicBezTo>
                    <a:pt x="1530" y="597"/>
                    <a:pt x="1507" y="506"/>
                    <a:pt x="1462" y="437"/>
                  </a:cubicBezTo>
                  <a:cubicBezTo>
                    <a:pt x="1439" y="346"/>
                    <a:pt x="1393" y="278"/>
                    <a:pt x="1325" y="209"/>
                  </a:cubicBezTo>
                  <a:cubicBezTo>
                    <a:pt x="1202" y="86"/>
                    <a:pt x="1061" y="0"/>
                    <a:pt x="9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3302975" y="1072850"/>
              <a:ext cx="55950" cy="61775"/>
            </a:xfrm>
            <a:custGeom>
              <a:avLst/>
              <a:gdLst/>
              <a:ahLst/>
              <a:cxnLst/>
              <a:rect l="l" t="t" r="r" b="b"/>
              <a:pathLst>
                <a:path w="2238" h="2471" extrusionOk="0">
                  <a:moveTo>
                    <a:pt x="959" y="0"/>
                  </a:moveTo>
                  <a:cubicBezTo>
                    <a:pt x="777" y="23"/>
                    <a:pt x="594" y="68"/>
                    <a:pt x="457" y="205"/>
                  </a:cubicBezTo>
                  <a:cubicBezTo>
                    <a:pt x="389" y="297"/>
                    <a:pt x="320" y="388"/>
                    <a:pt x="252" y="479"/>
                  </a:cubicBezTo>
                  <a:cubicBezTo>
                    <a:pt x="183" y="571"/>
                    <a:pt x="138" y="685"/>
                    <a:pt x="92" y="799"/>
                  </a:cubicBezTo>
                  <a:cubicBezTo>
                    <a:pt x="69" y="845"/>
                    <a:pt x="69" y="890"/>
                    <a:pt x="46" y="959"/>
                  </a:cubicBezTo>
                  <a:cubicBezTo>
                    <a:pt x="24" y="1073"/>
                    <a:pt x="1" y="1187"/>
                    <a:pt x="24" y="1324"/>
                  </a:cubicBezTo>
                  <a:cubicBezTo>
                    <a:pt x="46" y="1529"/>
                    <a:pt x="92" y="1758"/>
                    <a:pt x="229" y="1940"/>
                  </a:cubicBezTo>
                  <a:cubicBezTo>
                    <a:pt x="275" y="2009"/>
                    <a:pt x="343" y="2100"/>
                    <a:pt x="434" y="2168"/>
                  </a:cubicBezTo>
                  <a:cubicBezTo>
                    <a:pt x="571" y="2283"/>
                    <a:pt x="663" y="2351"/>
                    <a:pt x="845" y="2419"/>
                  </a:cubicBezTo>
                  <a:cubicBezTo>
                    <a:pt x="948" y="2454"/>
                    <a:pt x="1062" y="2471"/>
                    <a:pt x="1173" y="2471"/>
                  </a:cubicBezTo>
                  <a:cubicBezTo>
                    <a:pt x="1285" y="2471"/>
                    <a:pt x="1393" y="2454"/>
                    <a:pt x="1484" y="2419"/>
                  </a:cubicBezTo>
                  <a:cubicBezTo>
                    <a:pt x="1667" y="2351"/>
                    <a:pt x="1758" y="2305"/>
                    <a:pt x="1895" y="2168"/>
                  </a:cubicBezTo>
                  <a:cubicBezTo>
                    <a:pt x="1987" y="2100"/>
                    <a:pt x="2055" y="2009"/>
                    <a:pt x="2101" y="1917"/>
                  </a:cubicBezTo>
                  <a:cubicBezTo>
                    <a:pt x="2146" y="1826"/>
                    <a:pt x="2192" y="1735"/>
                    <a:pt x="2215" y="1643"/>
                  </a:cubicBezTo>
                  <a:cubicBezTo>
                    <a:pt x="2238" y="1575"/>
                    <a:pt x="2238" y="1461"/>
                    <a:pt x="2238" y="1392"/>
                  </a:cubicBezTo>
                  <a:cubicBezTo>
                    <a:pt x="2238" y="1301"/>
                    <a:pt x="2238" y="1210"/>
                    <a:pt x="2215" y="1141"/>
                  </a:cubicBezTo>
                  <a:cubicBezTo>
                    <a:pt x="2123" y="913"/>
                    <a:pt x="1964" y="685"/>
                    <a:pt x="1758" y="571"/>
                  </a:cubicBezTo>
                  <a:cubicBezTo>
                    <a:pt x="1713" y="548"/>
                    <a:pt x="1667" y="548"/>
                    <a:pt x="1621" y="525"/>
                  </a:cubicBezTo>
                  <a:cubicBezTo>
                    <a:pt x="1598" y="411"/>
                    <a:pt x="1530" y="297"/>
                    <a:pt x="1439" y="205"/>
                  </a:cubicBezTo>
                  <a:cubicBezTo>
                    <a:pt x="1325" y="91"/>
                    <a:pt x="1142" y="0"/>
                    <a:pt x="9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3420525" y="1243525"/>
              <a:ext cx="57675" cy="69800"/>
            </a:xfrm>
            <a:custGeom>
              <a:avLst/>
              <a:gdLst/>
              <a:ahLst/>
              <a:cxnLst/>
              <a:rect l="l" t="t" r="r" b="b"/>
              <a:pathLst>
                <a:path w="2307" h="2792" extrusionOk="0">
                  <a:moveTo>
                    <a:pt x="1090" y="0"/>
                  </a:moveTo>
                  <a:cubicBezTo>
                    <a:pt x="987" y="0"/>
                    <a:pt x="886" y="23"/>
                    <a:pt x="800" y="66"/>
                  </a:cubicBezTo>
                  <a:cubicBezTo>
                    <a:pt x="708" y="89"/>
                    <a:pt x="640" y="135"/>
                    <a:pt x="571" y="203"/>
                  </a:cubicBezTo>
                  <a:cubicBezTo>
                    <a:pt x="480" y="294"/>
                    <a:pt x="434" y="386"/>
                    <a:pt x="389" y="500"/>
                  </a:cubicBezTo>
                  <a:cubicBezTo>
                    <a:pt x="320" y="683"/>
                    <a:pt x="252" y="865"/>
                    <a:pt x="183" y="1048"/>
                  </a:cubicBezTo>
                  <a:cubicBezTo>
                    <a:pt x="183" y="1093"/>
                    <a:pt x="161" y="1116"/>
                    <a:pt x="161" y="1162"/>
                  </a:cubicBezTo>
                  <a:cubicBezTo>
                    <a:pt x="115" y="1230"/>
                    <a:pt x="69" y="1322"/>
                    <a:pt x="46" y="1413"/>
                  </a:cubicBezTo>
                  <a:cubicBezTo>
                    <a:pt x="24" y="1504"/>
                    <a:pt x="1" y="1618"/>
                    <a:pt x="24" y="1710"/>
                  </a:cubicBezTo>
                  <a:cubicBezTo>
                    <a:pt x="24" y="1915"/>
                    <a:pt x="92" y="2098"/>
                    <a:pt x="206" y="2257"/>
                  </a:cubicBezTo>
                  <a:cubicBezTo>
                    <a:pt x="320" y="2440"/>
                    <a:pt x="434" y="2577"/>
                    <a:pt x="617" y="2668"/>
                  </a:cubicBezTo>
                  <a:cubicBezTo>
                    <a:pt x="788" y="2746"/>
                    <a:pt x="958" y="2792"/>
                    <a:pt x="1136" y="2792"/>
                  </a:cubicBezTo>
                  <a:cubicBezTo>
                    <a:pt x="1220" y="2792"/>
                    <a:pt x="1305" y="2782"/>
                    <a:pt x="1393" y="2760"/>
                  </a:cubicBezTo>
                  <a:cubicBezTo>
                    <a:pt x="1576" y="2714"/>
                    <a:pt x="1758" y="2600"/>
                    <a:pt x="1895" y="2463"/>
                  </a:cubicBezTo>
                  <a:cubicBezTo>
                    <a:pt x="2032" y="2349"/>
                    <a:pt x="2123" y="2189"/>
                    <a:pt x="2192" y="2029"/>
                  </a:cubicBezTo>
                  <a:cubicBezTo>
                    <a:pt x="2260" y="1847"/>
                    <a:pt x="2306" y="1687"/>
                    <a:pt x="2306" y="1504"/>
                  </a:cubicBezTo>
                  <a:cubicBezTo>
                    <a:pt x="2306" y="1276"/>
                    <a:pt x="2238" y="1071"/>
                    <a:pt x="2146" y="865"/>
                  </a:cubicBezTo>
                  <a:cubicBezTo>
                    <a:pt x="2009" y="546"/>
                    <a:pt x="1713" y="294"/>
                    <a:pt x="1416" y="89"/>
                  </a:cubicBezTo>
                  <a:cubicBezTo>
                    <a:pt x="1320" y="29"/>
                    <a:pt x="1204" y="0"/>
                    <a:pt x="10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3569475" y="1294525"/>
              <a:ext cx="75350" cy="59100"/>
            </a:xfrm>
            <a:custGeom>
              <a:avLst/>
              <a:gdLst/>
              <a:ahLst/>
              <a:cxnLst/>
              <a:rect l="l" t="t" r="r" b="b"/>
              <a:pathLst>
                <a:path w="3014" h="2364" extrusionOk="0">
                  <a:moveTo>
                    <a:pt x="1977" y="1"/>
                  </a:moveTo>
                  <a:cubicBezTo>
                    <a:pt x="1889" y="1"/>
                    <a:pt x="1803" y="12"/>
                    <a:pt x="1735" y="35"/>
                  </a:cubicBezTo>
                  <a:cubicBezTo>
                    <a:pt x="1552" y="103"/>
                    <a:pt x="1415" y="195"/>
                    <a:pt x="1301" y="354"/>
                  </a:cubicBezTo>
                  <a:cubicBezTo>
                    <a:pt x="1301" y="354"/>
                    <a:pt x="1301" y="354"/>
                    <a:pt x="1301" y="377"/>
                  </a:cubicBezTo>
                  <a:cubicBezTo>
                    <a:pt x="1233" y="286"/>
                    <a:pt x="1119" y="217"/>
                    <a:pt x="1004" y="195"/>
                  </a:cubicBezTo>
                  <a:cubicBezTo>
                    <a:pt x="951" y="187"/>
                    <a:pt x="890" y="182"/>
                    <a:pt x="828" y="182"/>
                  </a:cubicBezTo>
                  <a:cubicBezTo>
                    <a:pt x="703" y="182"/>
                    <a:pt x="571" y="202"/>
                    <a:pt x="479" y="263"/>
                  </a:cubicBezTo>
                  <a:cubicBezTo>
                    <a:pt x="343" y="377"/>
                    <a:pt x="251" y="446"/>
                    <a:pt x="137" y="605"/>
                  </a:cubicBezTo>
                  <a:cubicBezTo>
                    <a:pt x="114" y="674"/>
                    <a:pt x="91" y="742"/>
                    <a:pt x="46" y="811"/>
                  </a:cubicBezTo>
                  <a:cubicBezTo>
                    <a:pt x="46" y="834"/>
                    <a:pt x="46" y="879"/>
                    <a:pt x="23" y="902"/>
                  </a:cubicBezTo>
                  <a:cubicBezTo>
                    <a:pt x="0" y="994"/>
                    <a:pt x="0" y="1108"/>
                    <a:pt x="0" y="1222"/>
                  </a:cubicBezTo>
                  <a:cubicBezTo>
                    <a:pt x="23" y="1404"/>
                    <a:pt x="46" y="1518"/>
                    <a:pt x="137" y="1701"/>
                  </a:cubicBezTo>
                  <a:cubicBezTo>
                    <a:pt x="343" y="2135"/>
                    <a:pt x="822" y="2340"/>
                    <a:pt x="1278" y="2363"/>
                  </a:cubicBezTo>
                  <a:cubicBezTo>
                    <a:pt x="1461" y="2363"/>
                    <a:pt x="1666" y="2340"/>
                    <a:pt x="1849" y="2295"/>
                  </a:cubicBezTo>
                  <a:cubicBezTo>
                    <a:pt x="2032" y="2249"/>
                    <a:pt x="2191" y="2180"/>
                    <a:pt x="2351" y="2112"/>
                  </a:cubicBezTo>
                  <a:cubicBezTo>
                    <a:pt x="2557" y="1998"/>
                    <a:pt x="2716" y="1838"/>
                    <a:pt x="2830" y="1655"/>
                  </a:cubicBezTo>
                  <a:cubicBezTo>
                    <a:pt x="2899" y="1564"/>
                    <a:pt x="2945" y="1450"/>
                    <a:pt x="2967" y="1359"/>
                  </a:cubicBezTo>
                  <a:cubicBezTo>
                    <a:pt x="3013" y="1199"/>
                    <a:pt x="3013" y="1085"/>
                    <a:pt x="2990" y="925"/>
                  </a:cubicBezTo>
                  <a:cubicBezTo>
                    <a:pt x="2967" y="674"/>
                    <a:pt x="2853" y="446"/>
                    <a:pt x="2648" y="263"/>
                  </a:cubicBezTo>
                  <a:cubicBezTo>
                    <a:pt x="2534" y="149"/>
                    <a:pt x="2397" y="58"/>
                    <a:pt x="2237" y="35"/>
                  </a:cubicBezTo>
                  <a:cubicBezTo>
                    <a:pt x="2157" y="12"/>
                    <a:pt x="2066" y="1"/>
                    <a:pt x="19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3708125" y="1187100"/>
              <a:ext cx="66225" cy="64950"/>
            </a:xfrm>
            <a:custGeom>
              <a:avLst/>
              <a:gdLst/>
              <a:ahLst/>
              <a:cxnLst/>
              <a:rect l="l" t="t" r="r" b="b"/>
              <a:pathLst>
                <a:path w="2649" h="2598" extrusionOk="0">
                  <a:moveTo>
                    <a:pt x="1618" y="1"/>
                  </a:moveTo>
                  <a:cubicBezTo>
                    <a:pt x="1570" y="1"/>
                    <a:pt x="1519" y="6"/>
                    <a:pt x="1462" y="18"/>
                  </a:cubicBezTo>
                  <a:cubicBezTo>
                    <a:pt x="1370" y="18"/>
                    <a:pt x="1302" y="41"/>
                    <a:pt x="1210" y="86"/>
                  </a:cubicBezTo>
                  <a:cubicBezTo>
                    <a:pt x="1096" y="178"/>
                    <a:pt x="959" y="315"/>
                    <a:pt x="914" y="452"/>
                  </a:cubicBezTo>
                  <a:cubicBezTo>
                    <a:pt x="843" y="434"/>
                    <a:pt x="769" y="423"/>
                    <a:pt x="695" y="423"/>
                  </a:cubicBezTo>
                  <a:cubicBezTo>
                    <a:pt x="579" y="423"/>
                    <a:pt x="464" y="450"/>
                    <a:pt x="366" y="520"/>
                  </a:cubicBezTo>
                  <a:cubicBezTo>
                    <a:pt x="229" y="611"/>
                    <a:pt x="92" y="748"/>
                    <a:pt x="46" y="931"/>
                  </a:cubicBezTo>
                  <a:cubicBezTo>
                    <a:pt x="1" y="1159"/>
                    <a:pt x="1" y="1387"/>
                    <a:pt x="69" y="1593"/>
                  </a:cubicBezTo>
                  <a:cubicBezTo>
                    <a:pt x="138" y="1798"/>
                    <a:pt x="229" y="1981"/>
                    <a:pt x="389" y="2141"/>
                  </a:cubicBezTo>
                  <a:cubicBezTo>
                    <a:pt x="457" y="2232"/>
                    <a:pt x="548" y="2278"/>
                    <a:pt x="617" y="2346"/>
                  </a:cubicBezTo>
                  <a:cubicBezTo>
                    <a:pt x="663" y="2392"/>
                    <a:pt x="708" y="2415"/>
                    <a:pt x="777" y="2437"/>
                  </a:cubicBezTo>
                  <a:cubicBezTo>
                    <a:pt x="868" y="2483"/>
                    <a:pt x="959" y="2529"/>
                    <a:pt x="1073" y="2551"/>
                  </a:cubicBezTo>
                  <a:cubicBezTo>
                    <a:pt x="1188" y="2574"/>
                    <a:pt x="1302" y="2597"/>
                    <a:pt x="1416" y="2597"/>
                  </a:cubicBezTo>
                  <a:cubicBezTo>
                    <a:pt x="1621" y="2574"/>
                    <a:pt x="1827" y="2529"/>
                    <a:pt x="2009" y="2415"/>
                  </a:cubicBezTo>
                  <a:cubicBezTo>
                    <a:pt x="2192" y="2300"/>
                    <a:pt x="2329" y="2163"/>
                    <a:pt x="2420" y="1981"/>
                  </a:cubicBezTo>
                  <a:cubicBezTo>
                    <a:pt x="2603" y="1661"/>
                    <a:pt x="2648" y="1296"/>
                    <a:pt x="2580" y="954"/>
                  </a:cubicBezTo>
                  <a:cubicBezTo>
                    <a:pt x="2534" y="794"/>
                    <a:pt x="2466" y="634"/>
                    <a:pt x="2375" y="520"/>
                  </a:cubicBezTo>
                  <a:cubicBezTo>
                    <a:pt x="2329" y="429"/>
                    <a:pt x="2260" y="337"/>
                    <a:pt x="2169" y="269"/>
                  </a:cubicBezTo>
                  <a:cubicBezTo>
                    <a:pt x="2123" y="223"/>
                    <a:pt x="2055" y="178"/>
                    <a:pt x="1986" y="132"/>
                  </a:cubicBezTo>
                  <a:cubicBezTo>
                    <a:pt x="1918" y="86"/>
                    <a:pt x="1827" y="64"/>
                    <a:pt x="1758" y="18"/>
                  </a:cubicBezTo>
                  <a:cubicBezTo>
                    <a:pt x="1713" y="6"/>
                    <a:pt x="1667" y="1"/>
                    <a:pt x="1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3825100" y="989275"/>
              <a:ext cx="63375" cy="71075"/>
            </a:xfrm>
            <a:custGeom>
              <a:avLst/>
              <a:gdLst/>
              <a:ahLst/>
              <a:cxnLst/>
              <a:rect l="l" t="t" r="r" b="b"/>
              <a:pathLst>
                <a:path w="2535" h="2843" extrusionOk="0">
                  <a:moveTo>
                    <a:pt x="1148" y="0"/>
                  </a:moveTo>
                  <a:cubicBezTo>
                    <a:pt x="1023" y="0"/>
                    <a:pt x="891" y="41"/>
                    <a:pt x="800" y="102"/>
                  </a:cubicBezTo>
                  <a:cubicBezTo>
                    <a:pt x="640" y="170"/>
                    <a:pt x="503" y="353"/>
                    <a:pt x="480" y="513"/>
                  </a:cubicBezTo>
                  <a:cubicBezTo>
                    <a:pt x="435" y="672"/>
                    <a:pt x="457" y="809"/>
                    <a:pt x="503" y="946"/>
                  </a:cubicBezTo>
                  <a:cubicBezTo>
                    <a:pt x="366" y="1015"/>
                    <a:pt x="252" y="1129"/>
                    <a:pt x="161" y="1266"/>
                  </a:cubicBezTo>
                  <a:cubicBezTo>
                    <a:pt x="1" y="1563"/>
                    <a:pt x="47" y="1928"/>
                    <a:pt x="183" y="2225"/>
                  </a:cubicBezTo>
                  <a:cubicBezTo>
                    <a:pt x="402" y="2596"/>
                    <a:pt x="809" y="2842"/>
                    <a:pt x="1224" y="2842"/>
                  </a:cubicBezTo>
                  <a:cubicBezTo>
                    <a:pt x="1243" y="2842"/>
                    <a:pt x="1261" y="2842"/>
                    <a:pt x="1279" y="2841"/>
                  </a:cubicBezTo>
                  <a:cubicBezTo>
                    <a:pt x="1507" y="2841"/>
                    <a:pt x="1736" y="2795"/>
                    <a:pt x="1918" y="2658"/>
                  </a:cubicBezTo>
                  <a:cubicBezTo>
                    <a:pt x="2101" y="2521"/>
                    <a:pt x="2261" y="2362"/>
                    <a:pt x="2375" y="2156"/>
                  </a:cubicBezTo>
                  <a:cubicBezTo>
                    <a:pt x="2466" y="1951"/>
                    <a:pt x="2534" y="1745"/>
                    <a:pt x="2534" y="1517"/>
                  </a:cubicBezTo>
                  <a:cubicBezTo>
                    <a:pt x="2534" y="1266"/>
                    <a:pt x="2466" y="1060"/>
                    <a:pt x="2352" y="832"/>
                  </a:cubicBezTo>
                  <a:cubicBezTo>
                    <a:pt x="2146" y="444"/>
                    <a:pt x="1736" y="147"/>
                    <a:pt x="1325" y="33"/>
                  </a:cubicBezTo>
                  <a:cubicBezTo>
                    <a:pt x="1271" y="11"/>
                    <a:pt x="1211" y="0"/>
                    <a:pt x="1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3"/>
            <p:cNvSpPr/>
            <p:nvPr/>
          </p:nvSpPr>
          <p:spPr>
            <a:xfrm>
              <a:off x="3880450" y="813200"/>
              <a:ext cx="55950" cy="57100"/>
            </a:xfrm>
            <a:custGeom>
              <a:avLst/>
              <a:gdLst/>
              <a:ahLst/>
              <a:cxnLst/>
              <a:rect l="l" t="t" r="r" b="b"/>
              <a:pathLst>
                <a:path w="2238" h="2284" extrusionOk="0">
                  <a:moveTo>
                    <a:pt x="1051" y="1"/>
                  </a:moveTo>
                  <a:cubicBezTo>
                    <a:pt x="960" y="1"/>
                    <a:pt x="868" y="1"/>
                    <a:pt x="777" y="23"/>
                  </a:cubicBezTo>
                  <a:cubicBezTo>
                    <a:pt x="731" y="23"/>
                    <a:pt x="709" y="46"/>
                    <a:pt x="663" y="46"/>
                  </a:cubicBezTo>
                  <a:cubicBezTo>
                    <a:pt x="594" y="92"/>
                    <a:pt x="480" y="115"/>
                    <a:pt x="412" y="183"/>
                  </a:cubicBezTo>
                  <a:cubicBezTo>
                    <a:pt x="343" y="229"/>
                    <a:pt x="252" y="274"/>
                    <a:pt x="206" y="366"/>
                  </a:cubicBezTo>
                  <a:cubicBezTo>
                    <a:pt x="138" y="411"/>
                    <a:pt x="92" y="503"/>
                    <a:pt x="47" y="571"/>
                  </a:cubicBezTo>
                  <a:cubicBezTo>
                    <a:pt x="24" y="662"/>
                    <a:pt x="1" y="754"/>
                    <a:pt x="1" y="845"/>
                  </a:cubicBezTo>
                  <a:cubicBezTo>
                    <a:pt x="1" y="936"/>
                    <a:pt x="24" y="1028"/>
                    <a:pt x="47" y="1119"/>
                  </a:cubicBezTo>
                  <a:cubicBezTo>
                    <a:pt x="92" y="1210"/>
                    <a:pt x="138" y="1279"/>
                    <a:pt x="206" y="1347"/>
                  </a:cubicBezTo>
                  <a:cubicBezTo>
                    <a:pt x="206" y="1484"/>
                    <a:pt x="229" y="1621"/>
                    <a:pt x="252" y="1758"/>
                  </a:cubicBezTo>
                  <a:cubicBezTo>
                    <a:pt x="275" y="1872"/>
                    <a:pt x="343" y="1986"/>
                    <a:pt x="435" y="2055"/>
                  </a:cubicBezTo>
                  <a:cubicBezTo>
                    <a:pt x="526" y="2146"/>
                    <a:pt x="617" y="2215"/>
                    <a:pt x="731" y="2237"/>
                  </a:cubicBezTo>
                  <a:cubicBezTo>
                    <a:pt x="834" y="2272"/>
                    <a:pt x="931" y="2283"/>
                    <a:pt x="1025" y="2283"/>
                  </a:cubicBezTo>
                  <a:cubicBezTo>
                    <a:pt x="1119" y="2283"/>
                    <a:pt x="1211" y="2272"/>
                    <a:pt x="1302" y="2260"/>
                  </a:cubicBezTo>
                  <a:cubicBezTo>
                    <a:pt x="1393" y="2237"/>
                    <a:pt x="1485" y="2192"/>
                    <a:pt x="1553" y="2146"/>
                  </a:cubicBezTo>
                  <a:cubicBezTo>
                    <a:pt x="1599" y="2123"/>
                    <a:pt x="1644" y="2123"/>
                    <a:pt x="1667" y="2078"/>
                  </a:cubicBezTo>
                  <a:cubicBezTo>
                    <a:pt x="1736" y="2032"/>
                    <a:pt x="1827" y="1986"/>
                    <a:pt x="1873" y="1918"/>
                  </a:cubicBezTo>
                  <a:cubicBezTo>
                    <a:pt x="1941" y="1849"/>
                    <a:pt x="2010" y="1758"/>
                    <a:pt x="2055" y="1690"/>
                  </a:cubicBezTo>
                  <a:cubicBezTo>
                    <a:pt x="2147" y="1507"/>
                    <a:pt x="2192" y="1347"/>
                    <a:pt x="2215" y="1142"/>
                  </a:cubicBezTo>
                  <a:cubicBezTo>
                    <a:pt x="2238" y="959"/>
                    <a:pt x="2169" y="777"/>
                    <a:pt x="2078" y="617"/>
                  </a:cubicBezTo>
                  <a:cubicBezTo>
                    <a:pt x="2078" y="571"/>
                    <a:pt x="2055" y="548"/>
                    <a:pt x="2032" y="525"/>
                  </a:cubicBezTo>
                  <a:cubicBezTo>
                    <a:pt x="1987" y="457"/>
                    <a:pt x="1941" y="366"/>
                    <a:pt x="1873" y="320"/>
                  </a:cubicBezTo>
                  <a:cubicBezTo>
                    <a:pt x="1804" y="274"/>
                    <a:pt x="1736" y="206"/>
                    <a:pt x="1667" y="160"/>
                  </a:cubicBezTo>
                  <a:cubicBezTo>
                    <a:pt x="1599" y="115"/>
                    <a:pt x="1507" y="92"/>
                    <a:pt x="1416" y="46"/>
                  </a:cubicBezTo>
                  <a:cubicBezTo>
                    <a:pt x="1393" y="46"/>
                    <a:pt x="1348" y="46"/>
                    <a:pt x="1325" y="23"/>
                  </a:cubicBezTo>
                  <a:cubicBezTo>
                    <a:pt x="1233" y="23"/>
                    <a:pt x="1142" y="1"/>
                    <a:pt x="10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3822825" y="620900"/>
              <a:ext cx="59950" cy="65075"/>
            </a:xfrm>
            <a:custGeom>
              <a:avLst/>
              <a:gdLst/>
              <a:ahLst/>
              <a:cxnLst/>
              <a:rect l="l" t="t" r="r" b="b"/>
              <a:pathLst>
                <a:path w="2398" h="2603" extrusionOk="0">
                  <a:moveTo>
                    <a:pt x="708" y="0"/>
                  </a:moveTo>
                  <a:cubicBezTo>
                    <a:pt x="586" y="0"/>
                    <a:pt x="465" y="31"/>
                    <a:pt x="343" y="92"/>
                  </a:cubicBezTo>
                  <a:cubicBezTo>
                    <a:pt x="206" y="183"/>
                    <a:pt x="69" y="343"/>
                    <a:pt x="23" y="503"/>
                  </a:cubicBezTo>
                  <a:cubicBezTo>
                    <a:pt x="1" y="685"/>
                    <a:pt x="1" y="891"/>
                    <a:pt x="92" y="1050"/>
                  </a:cubicBezTo>
                  <a:cubicBezTo>
                    <a:pt x="115" y="1073"/>
                    <a:pt x="138" y="1096"/>
                    <a:pt x="160" y="1119"/>
                  </a:cubicBezTo>
                  <a:cubicBezTo>
                    <a:pt x="138" y="1210"/>
                    <a:pt x="138" y="1279"/>
                    <a:pt x="138" y="1370"/>
                  </a:cubicBezTo>
                  <a:cubicBezTo>
                    <a:pt x="138" y="1484"/>
                    <a:pt x="160" y="1598"/>
                    <a:pt x="183" y="1712"/>
                  </a:cubicBezTo>
                  <a:cubicBezTo>
                    <a:pt x="229" y="1804"/>
                    <a:pt x="252" y="1872"/>
                    <a:pt x="297" y="1963"/>
                  </a:cubicBezTo>
                  <a:cubicBezTo>
                    <a:pt x="297" y="1986"/>
                    <a:pt x="320" y="2009"/>
                    <a:pt x="343" y="2055"/>
                  </a:cubicBezTo>
                  <a:cubicBezTo>
                    <a:pt x="411" y="2146"/>
                    <a:pt x="480" y="2214"/>
                    <a:pt x="548" y="2283"/>
                  </a:cubicBezTo>
                  <a:cubicBezTo>
                    <a:pt x="708" y="2420"/>
                    <a:pt x="799" y="2466"/>
                    <a:pt x="982" y="2534"/>
                  </a:cubicBezTo>
                  <a:cubicBezTo>
                    <a:pt x="1028" y="2557"/>
                    <a:pt x="1051" y="2557"/>
                    <a:pt x="1073" y="2557"/>
                  </a:cubicBezTo>
                  <a:cubicBezTo>
                    <a:pt x="1142" y="2580"/>
                    <a:pt x="1233" y="2602"/>
                    <a:pt x="1324" y="2602"/>
                  </a:cubicBezTo>
                  <a:cubicBezTo>
                    <a:pt x="1507" y="2602"/>
                    <a:pt x="1644" y="2557"/>
                    <a:pt x="1804" y="2466"/>
                  </a:cubicBezTo>
                  <a:cubicBezTo>
                    <a:pt x="1895" y="2443"/>
                    <a:pt x="1986" y="2374"/>
                    <a:pt x="2055" y="2306"/>
                  </a:cubicBezTo>
                  <a:cubicBezTo>
                    <a:pt x="2055" y="2283"/>
                    <a:pt x="2078" y="2283"/>
                    <a:pt x="2101" y="2260"/>
                  </a:cubicBezTo>
                  <a:cubicBezTo>
                    <a:pt x="2146" y="2192"/>
                    <a:pt x="2192" y="2123"/>
                    <a:pt x="2237" y="2077"/>
                  </a:cubicBezTo>
                  <a:cubicBezTo>
                    <a:pt x="2329" y="1895"/>
                    <a:pt x="2374" y="1689"/>
                    <a:pt x="2397" y="1484"/>
                  </a:cubicBezTo>
                  <a:cubicBezTo>
                    <a:pt x="2397" y="1119"/>
                    <a:pt x="2237" y="731"/>
                    <a:pt x="1964" y="503"/>
                  </a:cubicBezTo>
                  <a:cubicBezTo>
                    <a:pt x="1849" y="411"/>
                    <a:pt x="1758" y="343"/>
                    <a:pt x="1667" y="274"/>
                  </a:cubicBezTo>
                  <a:cubicBezTo>
                    <a:pt x="1553" y="229"/>
                    <a:pt x="1439" y="183"/>
                    <a:pt x="1324" y="137"/>
                  </a:cubicBezTo>
                  <a:cubicBezTo>
                    <a:pt x="1187" y="92"/>
                    <a:pt x="1028" y="46"/>
                    <a:pt x="891" y="23"/>
                  </a:cubicBezTo>
                  <a:cubicBezTo>
                    <a:pt x="830" y="8"/>
                    <a:pt x="769" y="0"/>
                    <a:pt x="7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3623675" y="556425"/>
              <a:ext cx="63375" cy="66325"/>
            </a:xfrm>
            <a:custGeom>
              <a:avLst/>
              <a:gdLst/>
              <a:ahLst/>
              <a:cxnLst/>
              <a:rect l="l" t="t" r="r" b="b"/>
              <a:pathLst>
                <a:path w="2535" h="2653" extrusionOk="0">
                  <a:moveTo>
                    <a:pt x="1119" y="0"/>
                  </a:moveTo>
                  <a:cubicBezTo>
                    <a:pt x="868" y="0"/>
                    <a:pt x="617" y="69"/>
                    <a:pt x="411" y="206"/>
                  </a:cubicBezTo>
                  <a:cubicBezTo>
                    <a:pt x="252" y="297"/>
                    <a:pt x="137" y="434"/>
                    <a:pt x="92" y="616"/>
                  </a:cubicBezTo>
                  <a:cubicBezTo>
                    <a:pt x="46" y="753"/>
                    <a:pt x="69" y="913"/>
                    <a:pt x="115" y="1050"/>
                  </a:cubicBezTo>
                  <a:cubicBezTo>
                    <a:pt x="46" y="1141"/>
                    <a:pt x="1" y="1278"/>
                    <a:pt x="1" y="1415"/>
                  </a:cubicBezTo>
                  <a:cubicBezTo>
                    <a:pt x="1" y="1621"/>
                    <a:pt x="69" y="1872"/>
                    <a:pt x="183" y="2054"/>
                  </a:cubicBezTo>
                  <a:cubicBezTo>
                    <a:pt x="320" y="2237"/>
                    <a:pt x="480" y="2397"/>
                    <a:pt x="685" y="2488"/>
                  </a:cubicBezTo>
                  <a:cubicBezTo>
                    <a:pt x="864" y="2587"/>
                    <a:pt x="1043" y="2652"/>
                    <a:pt x="1252" y="2652"/>
                  </a:cubicBezTo>
                  <a:cubicBezTo>
                    <a:pt x="1283" y="2652"/>
                    <a:pt x="1315" y="2651"/>
                    <a:pt x="1347" y="2648"/>
                  </a:cubicBezTo>
                  <a:cubicBezTo>
                    <a:pt x="1439" y="2648"/>
                    <a:pt x="1553" y="2625"/>
                    <a:pt x="1667" y="2579"/>
                  </a:cubicBezTo>
                  <a:cubicBezTo>
                    <a:pt x="1849" y="2511"/>
                    <a:pt x="1941" y="2465"/>
                    <a:pt x="2100" y="2328"/>
                  </a:cubicBezTo>
                  <a:cubicBezTo>
                    <a:pt x="2260" y="2191"/>
                    <a:pt x="2374" y="1986"/>
                    <a:pt x="2443" y="1781"/>
                  </a:cubicBezTo>
                  <a:cubicBezTo>
                    <a:pt x="2466" y="1735"/>
                    <a:pt x="2489" y="1689"/>
                    <a:pt x="2489" y="1621"/>
                  </a:cubicBezTo>
                  <a:cubicBezTo>
                    <a:pt x="2511" y="1507"/>
                    <a:pt x="2534" y="1392"/>
                    <a:pt x="2534" y="1278"/>
                  </a:cubicBezTo>
                  <a:cubicBezTo>
                    <a:pt x="2511" y="1050"/>
                    <a:pt x="2466" y="822"/>
                    <a:pt x="2329" y="639"/>
                  </a:cubicBezTo>
                  <a:cubicBezTo>
                    <a:pt x="2215" y="457"/>
                    <a:pt x="2055" y="274"/>
                    <a:pt x="1827" y="183"/>
                  </a:cubicBezTo>
                  <a:cubicBezTo>
                    <a:pt x="1621" y="69"/>
                    <a:pt x="1370" y="0"/>
                    <a:pt x="1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3"/>
            <p:cNvSpPr/>
            <p:nvPr/>
          </p:nvSpPr>
          <p:spPr>
            <a:xfrm>
              <a:off x="3507275" y="709350"/>
              <a:ext cx="53650" cy="54800"/>
            </a:xfrm>
            <a:custGeom>
              <a:avLst/>
              <a:gdLst/>
              <a:ahLst/>
              <a:cxnLst/>
              <a:rect l="l" t="t" r="r" b="b"/>
              <a:pathLst>
                <a:path w="2146" h="2192" extrusionOk="0">
                  <a:moveTo>
                    <a:pt x="685" y="0"/>
                  </a:moveTo>
                  <a:cubicBezTo>
                    <a:pt x="594" y="0"/>
                    <a:pt x="502" y="23"/>
                    <a:pt x="411" y="69"/>
                  </a:cubicBezTo>
                  <a:cubicBezTo>
                    <a:pt x="343" y="92"/>
                    <a:pt x="251" y="137"/>
                    <a:pt x="206" y="206"/>
                  </a:cubicBezTo>
                  <a:cubicBezTo>
                    <a:pt x="137" y="274"/>
                    <a:pt x="91" y="343"/>
                    <a:pt x="46" y="434"/>
                  </a:cubicBezTo>
                  <a:cubicBezTo>
                    <a:pt x="0" y="525"/>
                    <a:pt x="0" y="617"/>
                    <a:pt x="0" y="708"/>
                  </a:cubicBezTo>
                  <a:cubicBezTo>
                    <a:pt x="0" y="890"/>
                    <a:pt x="69" y="1073"/>
                    <a:pt x="206" y="1187"/>
                  </a:cubicBezTo>
                  <a:cubicBezTo>
                    <a:pt x="206" y="1210"/>
                    <a:pt x="228" y="1210"/>
                    <a:pt x="228" y="1210"/>
                  </a:cubicBezTo>
                  <a:cubicBezTo>
                    <a:pt x="228" y="1301"/>
                    <a:pt x="251" y="1370"/>
                    <a:pt x="251" y="1461"/>
                  </a:cubicBezTo>
                  <a:cubicBezTo>
                    <a:pt x="274" y="1484"/>
                    <a:pt x="274" y="1507"/>
                    <a:pt x="274" y="1507"/>
                  </a:cubicBezTo>
                  <a:cubicBezTo>
                    <a:pt x="297" y="1575"/>
                    <a:pt x="320" y="1667"/>
                    <a:pt x="365" y="1712"/>
                  </a:cubicBezTo>
                  <a:cubicBezTo>
                    <a:pt x="365" y="1735"/>
                    <a:pt x="388" y="1758"/>
                    <a:pt x="388" y="1758"/>
                  </a:cubicBezTo>
                  <a:cubicBezTo>
                    <a:pt x="434" y="1826"/>
                    <a:pt x="480" y="1895"/>
                    <a:pt x="525" y="1940"/>
                  </a:cubicBezTo>
                  <a:cubicBezTo>
                    <a:pt x="639" y="2032"/>
                    <a:pt x="753" y="2100"/>
                    <a:pt x="913" y="2146"/>
                  </a:cubicBezTo>
                  <a:cubicBezTo>
                    <a:pt x="913" y="2169"/>
                    <a:pt x="936" y="2169"/>
                    <a:pt x="959" y="2169"/>
                  </a:cubicBezTo>
                  <a:cubicBezTo>
                    <a:pt x="1027" y="2192"/>
                    <a:pt x="1119" y="2192"/>
                    <a:pt x="1187" y="2192"/>
                  </a:cubicBezTo>
                  <a:cubicBezTo>
                    <a:pt x="1256" y="2192"/>
                    <a:pt x="1347" y="2169"/>
                    <a:pt x="1393" y="2169"/>
                  </a:cubicBezTo>
                  <a:lnTo>
                    <a:pt x="1415" y="2169"/>
                  </a:lnTo>
                  <a:cubicBezTo>
                    <a:pt x="1461" y="2146"/>
                    <a:pt x="1507" y="2123"/>
                    <a:pt x="1529" y="2123"/>
                  </a:cubicBezTo>
                  <a:cubicBezTo>
                    <a:pt x="1552" y="2100"/>
                    <a:pt x="1598" y="2100"/>
                    <a:pt x="1644" y="2077"/>
                  </a:cubicBezTo>
                  <a:cubicBezTo>
                    <a:pt x="1644" y="2077"/>
                    <a:pt x="1644" y="2055"/>
                    <a:pt x="1666" y="2055"/>
                  </a:cubicBezTo>
                  <a:cubicBezTo>
                    <a:pt x="1712" y="2032"/>
                    <a:pt x="1758" y="1986"/>
                    <a:pt x="1803" y="1940"/>
                  </a:cubicBezTo>
                  <a:cubicBezTo>
                    <a:pt x="1826" y="1918"/>
                    <a:pt x="1826" y="1918"/>
                    <a:pt x="1849" y="1895"/>
                  </a:cubicBezTo>
                  <a:cubicBezTo>
                    <a:pt x="1963" y="1758"/>
                    <a:pt x="2009" y="1689"/>
                    <a:pt x="2077" y="1507"/>
                  </a:cubicBezTo>
                  <a:cubicBezTo>
                    <a:pt x="2123" y="1415"/>
                    <a:pt x="2123" y="1301"/>
                    <a:pt x="2123" y="1210"/>
                  </a:cubicBezTo>
                  <a:cubicBezTo>
                    <a:pt x="2146" y="1119"/>
                    <a:pt x="2123" y="1005"/>
                    <a:pt x="2100" y="913"/>
                  </a:cubicBezTo>
                  <a:cubicBezTo>
                    <a:pt x="2100" y="890"/>
                    <a:pt x="2100" y="890"/>
                    <a:pt x="2100" y="868"/>
                  </a:cubicBezTo>
                  <a:cubicBezTo>
                    <a:pt x="2077" y="799"/>
                    <a:pt x="2032" y="708"/>
                    <a:pt x="2009" y="639"/>
                  </a:cubicBezTo>
                  <a:cubicBezTo>
                    <a:pt x="1986" y="594"/>
                    <a:pt x="1940" y="571"/>
                    <a:pt x="1918" y="525"/>
                  </a:cubicBezTo>
                  <a:cubicBezTo>
                    <a:pt x="1895" y="480"/>
                    <a:pt x="1849" y="434"/>
                    <a:pt x="1826" y="411"/>
                  </a:cubicBezTo>
                  <a:cubicBezTo>
                    <a:pt x="1758" y="343"/>
                    <a:pt x="1689" y="297"/>
                    <a:pt x="1621" y="251"/>
                  </a:cubicBezTo>
                  <a:cubicBezTo>
                    <a:pt x="1598" y="229"/>
                    <a:pt x="1575" y="229"/>
                    <a:pt x="1552" y="206"/>
                  </a:cubicBezTo>
                  <a:cubicBezTo>
                    <a:pt x="1529" y="206"/>
                    <a:pt x="1529" y="183"/>
                    <a:pt x="1507" y="183"/>
                  </a:cubicBezTo>
                  <a:cubicBezTo>
                    <a:pt x="1484" y="160"/>
                    <a:pt x="1461" y="114"/>
                    <a:pt x="1415" y="92"/>
                  </a:cubicBezTo>
                  <a:cubicBezTo>
                    <a:pt x="1300" y="42"/>
                    <a:pt x="1173" y="5"/>
                    <a:pt x="1051" y="5"/>
                  </a:cubicBezTo>
                  <a:cubicBezTo>
                    <a:pt x="1004" y="5"/>
                    <a:pt x="958" y="10"/>
                    <a:pt x="913" y="23"/>
                  </a:cubicBezTo>
                  <a:lnTo>
                    <a:pt x="868" y="23"/>
                  </a:lnTo>
                  <a:cubicBezTo>
                    <a:pt x="822" y="0"/>
                    <a:pt x="753" y="0"/>
                    <a:pt x="6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3"/>
            <p:cNvSpPr/>
            <p:nvPr/>
          </p:nvSpPr>
          <p:spPr>
            <a:xfrm>
              <a:off x="3382875" y="814350"/>
              <a:ext cx="54800" cy="53900"/>
            </a:xfrm>
            <a:custGeom>
              <a:avLst/>
              <a:gdLst/>
              <a:ahLst/>
              <a:cxnLst/>
              <a:rect l="l" t="t" r="r" b="b"/>
              <a:pathLst>
                <a:path w="2192" h="2156" extrusionOk="0">
                  <a:moveTo>
                    <a:pt x="1119" y="0"/>
                  </a:moveTo>
                  <a:cubicBezTo>
                    <a:pt x="1050" y="23"/>
                    <a:pt x="959" y="23"/>
                    <a:pt x="868" y="46"/>
                  </a:cubicBezTo>
                  <a:cubicBezTo>
                    <a:pt x="845" y="46"/>
                    <a:pt x="845" y="46"/>
                    <a:pt x="822" y="69"/>
                  </a:cubicBezTo>
                  <a:cubicBezTo>
                    <a:pt x="799" y="69"/>
                    <a:pt x="776" y="91"/>
                    <a:pt x="754" y="91"/>
                  </a:cubicBezTo>
                  <a:cubicBezTo>
                    <a:pt x="639" y="91"/>
                    <a:pt x="548" y="114"/>
                    <a:pt x="434" y="183"/>
                  </a:cubicBezTo>
                  <a:cubicBezTo>
                    <a:pt x="388" y="206"/>
                    <a:pt x="343" y="251"/>
                    <a:pt x="297" y="297"/>
                  </a:cubicBezTo>
                  <a:cubicBezTo>
                    <a:pt x="229" y="365"/>
                    <a:pt x="160" y="479"/>
                    <a:pt x="114" y="594"/>
                  </a:cubicBezTo>
                  <a:cubicBezTo>
                    <a:pt x="114" y="616"/>
                    <a:pt x="114" y="639"/>
                    <a:pt x="92" y="685"/>
                  </a:cubicBezTo>
                  <a:cubicBezTo>
                    <a:pt x="92" y="685"/>
                    <a:pt x="92" y="708"/>
                    <a:pt x="92" y="731"/>
                  </a:cubicBezTo>
                  <a:cubicBezTo>
                    <a:pt x="92" y="753"/>
                    <a:pt x="69" y="776"/>
                    <a:pt x="69" y="799"/>
                  </a:cubicBezTo>
                  <a:cubicBezTo>
                    <a:pt x="69" y="799"/>
                    <a:pt x="46" y="799"/>
                    <a:pt x="46" y="822"/>
                  </a:cubicBezTo>
                  <a:cubicBezTo>
                    <a:pt x="0" y="1004"/>
                    <a:pt x="23" y="1141"/>
                    <a:pt x="46" y="1324"/>
                  </a:cubicBezTo>
                  <a:cubicBezTo>
                    <a:pt x="69" y="1415"/>
                    <a:pt x="114" y="1484"/>
                    <a:pt x="183" y="1552"/>
                  </a:cubicBezTo>
                  <a:cubicBezTo>
                    <a:pt x="183" y="1575"/>
                    <a:pt x="206" y="1575"/>
                    <a:pt x="206" y="1598"/>
                  </a:cubicBezTo>
                  <a:cubicBezTo>
                    <a:pt x="206" y="1598"/>
                    <a:pt x="206" y="1598"/>
                    <a:pt x="229" y="1621"/>
                  </a:cubicBezTo>
                  <a:cubicBezTo>
                    <a:pt x="229" y="1644"/>
                    <a:pt x="251" y="1666"/>
                    <a:pt x="274" y="1689"/>
                  </a:cubicBezTo>
                  <a:cubicBezTo>
                    <a:pt x="320" y="1758"/>
                    <a:pt x="365" y="1826"/>
                    <a:pt x="434" y="1895"/>
                  </a:cubicBezTo>
                  <a:cubicBezTo>
                    <a:pt x="434" y="1895"/>
                    <a:pt x="457" y="1917"/>
                    <a:pt x="457" y="1917"/>
                  </a:cubicBezTo>
                  <a:cubicBezTo>
                    <a:pt x="571" y="2009"/>
                    <a:pt x="571" y="2032"/>
                    <a:pt x="685" y="2077"/>
                  </a:cubicBezTo>
                  <a:cubicBezTo>
                    <a:pt x="708" y="2077"/>
                    <a:pt x="754" y="2100"/>
                    <a:pt x="776" y="2100"/>
                  </a:cubicBezTo>
                  <a:cubicBezTo>
                    <a:pt x="868" y="2146"/>
                    <a:pt x="959" y="2146"/>
                    <a:pt x="1027" y="2146"/>
                  </a:cubicBezTo>
                  <a:cubicBezTo>
                    <a:pt x="1061" y="2152"/>
                    <a:pt x="1092" y="2155"/>
                    <a:pt x="1123" y="2155"/>
                  </a:cubicBezTo>
                  <a:cubicBezTo>
                    <a:pt x="1197" y="2155"/>
                    <a:pt x="1266" y="2139"/>
                    <a:pt x="1347" y="2123"/>
                  </a:cubicBezTo>
                  <a:cubicBezTo>
                    <a:pt x="1415" y="2100"/>
                    <a:pt x="1484" y="2054"/>
                    <a:pt x="1552" y="2032"/>
                  </a:cubicBezTo>
                  <a:cubicBezTo>
                    <a:pt x="1575" y="2009"/>
                    <a:pt x="1598" y="2009"/>
                    <a:pt x="1621" y="1986"/>
                  </a:cubicBezTo>
                  <a:cubicBezTo>
                    <a:pt x="1689" y="1940"/>
                    <a:pt x="1758" y="1895"/>
                    <a:pt x="1803" y="1849"/>
                  </a:cubicBezTo>
                  <a:cubicBezTo>
                    <a:pt x="1826" y="1826"/>
                    <a:pt x="1849" y="1803"/>
                    <a:pt x="1872" y="1803"/>
                  </a:cubicBezTo>
                  <a:cubicBezTo>
                    <a:pt x="1918" y="1712"/>
                    <a:pt x="2009" y="1644"/>
                    <a:pt x="2055" y="1552"/>
                  </a:cubicBezTo>
                  <a:cubicBezTo>
                    <a:pt x="2077" y="1461"/>
                    <a:pt x="2123" y="1392"/>
                    <a:pt x="2146" y="1324"/>
                  </a:cubicBezTo>
                  <a:cubicBezTo>
                    <a:pt x="2146" y="1301"/>
                    <a:pt x="2146" y="1278"/>
                    <a:pt x="2146" y="1256"/>
                  </a:cubicBezTo>
                  <a:cubicBezTo>
                    <a:pt x="2169" y="1187"/>
                    <a:pt x="2191" y="1096"/>
                    <a:pt x="2191" y="1004"/>
                  </a:cubicBezTo>
                  <a:cubicBezTo>
                    <a:pt x="2191" y="1004"/>
                    <a:pt x="2191" y="982"/>
                    <a:pt x="2191" y="982"/>
                  </a:cubicBezTo>
                  <a:cubicBezTo>
                    <a:pt x="2169" y="913"/>
                    <a:pt x="2169" y="845"/>
                    <a:pt x="2146" y="776"/>
                  </a:cubicBezTo>
                  <a:cubicBezTo>
                    <a:pt x="2146" y="685"/>
                    <a:pt x="2100" y="594"/>
                    <a:pt x="2055" y="548"/>
                  </a:cubicBezTo>
                  <a:cubicBezTo>
                    <a:pt x="2055" y="525"/>
                    <a:pt x="2055" y="502"/>
                    <a:pt x="2032" y="479"/>
                  </a:cubicBezTo>
                  <a:cubicBezTo>
                    <a:pt x="1986" y="434"/>
                    <a:pt x="1940" y="365"/>
                    <a:pt x="1918" y="320"/>
                  </a:cubicBezTo>
                  <a:cubicBezTo>
                    <a:pt x="1895" y="320"/>
                    <a:pt x="1895" y="297"/>
                    <a:pt x="1895" y="297"/>
                  </a:cubicBezTo>
                  <a:cubicBezTo>
                    <a:pt x="1872" y="297"/>
                    <a:pt x="1872" y="274"/>
                    <a:pt x="1849" y="274"/>
                  </a:cubicBezTo>
                  <a:cubicBezTo>
                    <a:pt x="1803" y="228"/>
                    <a:pt x="1758" y="183"/>
                    <a:pt x="1689" y="160"/>
                  </a:cubicBezTo>
                  <a:cubicBezTo>
                    <a:pt x="1621" y="114"/>
                    <a:pt x="1552" y="91"/>
                    <a:pt x="1484" y="46"/>
                  </a:cubicBezTo>
                  <a:lnTo>
                    <a:pt x="1415" y="46"/>
                  </a:lnTo>
                  <a:cubicBezTo>
                    <a:pt x="1324" y="23"/>
                    <a:pt x="1210" y="0"/>
                    <a:pt x="1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3"/>
            <p:cNvSpPr/>
            <p:nvPr/>
          </p:nvSpPr>
          <p:spPr>
            <a:xfrm>
              <a:off x="3384000" y="968850"/>
              <a:ext cx="55375" cy="58350"/>
            </a:xfrm>
            <a:custGeom>
              <a:avLst/>
              <a:gdLst/>
              <a:ahLst/>
              <a:cxnLst/>
              <a:rect l="l" t="t" r="r" b="b"/>
              <a:pathLst>
                <a:path w="2215" h="2334" extrusionOk="0">
                  <a:moveTo>
                    <a:pt x="946" y="0"/>
                  </a:moveTo>
                  <a:cubicBezTo>
                    <a:pt x="830" y="0"/>
                    <a:pt x="715" y="27"/>
                    <a:pt x="617" y="97"/>
                  </a:cubicBezTo>
                  <a:cubicBezTo>
                    <a:pt x="526" y="166"/>
                    <a:pt x="435" y="234"/>
                    <a:pt x="366" y="303"/>
                  </a:cubicBezTo>
                  <a:cubicBezTo>
                    <a:pt x="275" y="394"/>
                    <a:pt x="206" y="485"/>
                    <a:pt x="161" y="599"/>
                  </a:cubicBezTo>
                  <a:cubicBezTo>
                    <a:pt x="115" y="713"/>
                    <a:pt x="47" y="805"/>
                    <a:pt x="47" y="919"/>
                  </a:cubicBezTo>
                  <a:cubicBezTo>
                    <a:pt x="24" y="1010"/>
                    <a:pt x="1" y="1101"/>
                    <a:pt x="1" y="1193"/>
                  </a:cubicBezTo>
                  <a:cubicBezTo>
                    <a:pt x="1" y="1284"/>
                    <a:pt x="24" y="1375"/>
                    <a:pt x="47" y="1444"/>
                  </a:cubicBezTo>
                  <a:cubicBezTo>
                    <a:pt x="47" y="1489"/>
                    <a:pt x="47" y="1512"/>
                    <a:pt x="69" y="1535"/>
                  </a:cubicBezTo>
                  <a:cubicBezTo>
                    <a:pt x="92" y="1604"/>
                    <a:pt x="115" y="1695"/>
                    <a:pt x="161" y="1763"/>
                  </a:cubicBezTo>
                  <a:cubicBezTo>
                    <a:pt x="206" y="1832"/>
                    <a:pt x="275" y="1900"/>
                    <a:pt x="320" y="1969"/>
                  </a:cubicBezTo>
                  <a:cubicBezTo>
                    <a:pt x="343" y="1992"/>
                    <a:pt x="343" y="1992"/>
                    <a:pt x="366" y="2014"/>
                  </a:cubicBezTo>
                  <a:cubicBezTo>
                    <a:pt x="435" y="2083"/>
                    <a:pt x="503" y="2129"/>
                    <a:pt x="572" y="2174"/>
                  </a:cubicBezTo>
                  <a:cubicBezTo>
                    <a:pt x="640" y="2220"/>
                    <a:pt x="731" y="2243"/>
                    <a:pt x="800" y="2266"/>
                  </a:cubicBezTo>
                  <a:cubicBezTo>
                    <a:pt x="914" y="2311"/>
                    <a:pt x="1028" y="2334"/>
                    <a:pt x="1142" y="2334"/>
                  </a:cubicBezTo>
                  <a:lnTo>
                    <a:pt x="1211" y="2334"/>
                  </a:lnTo>
                  <a:cubicBezTo>
                    <a:pt x="1302" y="2334"/>
                    <a:pt x="1393" y="2311"/>
                    <a:pt x="1462" y="2288"/>
                  </a:cubicBezTo>
                  <a:cubicBezTo>
                    <a:pt x="1644" y="2243"/>
                    <a:pt x="1758" y="2174"/>
                    <a:pt x="1895" y="2037"/>
                  </a:cubicBezTo>
                  <a:cubicBezTo>
                    <a:pt x="1918" y="2014"/>
                    <a:pt x="1964" y="1969"/>
                    <a:pt x="1987" y="1923"/>
                  </a:cubicBezTo>
                  <a:cubicBezTo>
                    <a:pt x="2010" y="1900"/>
                    <a:pt x="2055" y="1855"/>
                    <a:pt x="2078" y="1809"/>
                  </a:cubicBezTo>
                  <a:cubicBezTo>
                    <a:pt x="2124" y="1718"/>
                    <a:pt x="2169" y="1604"/>
                    <a:pt x="2192" y="1512"/>
                  </a:cubicBezTo>
                  <a:cubicBezTo>
                    <a:pt x="2215" y="1307"/>
                    <a:pt x="2215" y="1216"/>
                    <a:pt x="2192" y="1010"/>
                  </a:cubicBezTo>
                  <a:cubicBezTo>
                    <a:pt x="2169" y="987"/>
                    <a:pt x="2169" y="964"/>
                    <a:pt x="2169" y="942"/>
                  </a:cubicBezTo>
                  <a:cubicBezTo>
                    <a:pt x="2146" y="873"/>
                    <a:pt x="2101" y="805"/>
                    <a:pt x="2078" y="736"/>
                  </a:cubicBezTo>
                  <a:cubicBezTo>
                    <a:pt x="2055" y="713"/>
                    <a:pt x="2055" y="713"/>
                    <a:pt x="2055" y="691"/>
                  </a:cubicBezTo>
                  <a:cubicBezTo>
                    <a:pt x="2010" y="645"/>
                    <a:pt x="1964" y="576"/>
                    <a:pt x="1918" y="531"/>
                  </a:cubicBezTo>
                  <a:cubicBezTo>
                    <a:pt x="1918" y="531"/>
                    <a:pt x="1918" y="531"/>
                    <a:pt x="1895" y="508"/>
                  </a:cubicBezTo>
                  <a:cubicBezTo>
                    <a:pt x="1850" y="462"/>
                    <a:pt x="1781" y="417"/>
                    <a:pt x="1736" y="394"/>
                  </a:cubicBezTo>
                  <a:cubicBezTo>
                    <a:pt x="1736" y="371"/>
                    <a:pt x="1713" y="371"/>
                    <a:pt x="1713" y="371"/>
                  </a:cubicBezTo>
                  <a:cubicBezTo>
                    <a:pt x="1667" y="348"/>
                    <a:pt x="1599" y="325"/>
                    <a:pt x="1553" y="303"/>
                  </a:cubicBezTo>
                  <a:cubicBezTo>
                    <a:pt x="1439" y="166"/>
                    <a:pt x="1325" y="51"/>
                    <a:pt x="1165" y="29"/>
                  </a:cubicBezTo>
                  <a:cubicBezTo>
                    <a:pt x="1094" y="11"/>
                    <a:pt x="1020" y="0"/>
                    <a:pt x="9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3496425" y="1096150"/>
              <a:ext cx="64500" cy="61400"/>
            </a:xfrm>
            <a:custGeom>
              <a:avLst/>
              <a:gdLst/>
              <a:ahLst/>
              <a:cxnLst/>
              <a:rect l="l" t="t" r="r" b="b"/>
              <a:pathLst>
                <a:path w="2580" h="2456" extrusionOk="0">
                  <a:moveTo>
                    <a:pt x="976" y="0"/>
                  </a:moveTo>
                  <a:cubicBezTo>
                    <a:pt x="956" y="0"/>
                    <a:pt x="935" y="1"/>
                    <a:pt x="914" y="4"/>
                  </a:cubicBezTo>
                  <a:cubicBezTo>
                    <a:pt x="868" y="4"/>
                    <a:pt x="799" y="4"/>
                    <a:pt x="731" y="27"/>
                  </a:cubicBezTo>
                  <a:cubicBezTo>
                    <a:pt x="617" y="49"/>
                    <a:pt x="525" y="118"/>
                    <a:pt x="434" y="186"/>
                  </a:cubicBezTo>
                  <a:cubicBezTo>
                    <a:pt x="411" y="209"/>
                    <a:pt x="389" y="232"/>
                    <a:pt x="366" y="278"/>
                  </a:cubicBezTo>
                  <a:cubicBezTo>
                    <a:pt x="320" y="323"/>
                    <a:pt x="252" y="392"/>
                    <a:pt x="206" y="483"/>
                  </a:cubicBezTo>
                  <a:cubicBezTo>
                    <a:pt x="137" y="574"/>
                    <a:pt x="92" y="689"/>
                    <a:pt x="69" y="803"/>
                  </a:cubicBezTo>
                  <a:cubicBezTo>
                    <a:pt x="1" y="1031"/>
                    <a:pt x="1" y="1305"/>
                    <a:pt x="69" y="1533"/>
                  </a:cubicBezTo>
                  <a:cubicBezTo>
                    <a:pt x="115" y="1624"/>
                    <a:pt x="137" y="1693"/>
                    <a:pt x="183" y="1784"/>
                  </a:cubicBezTo>
                  <a:cubicBezTo>
                    <a:pt x="183" y="1807"/>
                    <a:pt x="206" y="1830"/>
                    <a:pt x="229" y="1853"/>
                  </a:cubicBezTo>
                  <a:cubicBezTo>
                    <a:pt x="274" y="1921"/>
                    <a:pt x="320" y="2012"/>
                    <a:pt x="389" y="2058"/>
                  </a:cubicBezTo>
                  <a:cubicBezTo>
                    <a:pt x="457" y="2127"/>
                    <a:pt x="525" y="2172"/>
                    <a:pt x="594" y="2218"/>
                  </a:cubicBezTo>
                  <a:cubicBezTo>
                    <a:pt x="799" y="2378"/>
                    <a:pt x="1028" y="2423"/>
                    <a:pt x="1279" y="2446"/>
                  </a:cubicBezTo>
                  <a:cubicBezTo>
                    <a:pt x="1312" y="2453"/>
                    <a:pt x="1348" y="2456"/>
                    <a:pt x="1384" y="2456"/>
                  </a:cubicBezTo>
                  <a:cubicBezTo>
                    <a:pt x="1471" y="2456"/>
                    <a:pt x="1563" y="2439"/>
                    <a:pt x="1644" y="2423"/>
                  </a:cubicBezTo>
                  <a:cubicBezTo>
                    <a:pt x="1667" y="2400"/>
                    <a:pt x="1690" y="2400"/>
                    <a:pt x="1735" y="2400"/>
                  </a:cubicBezTo>
                  <a:cubicBezTo>
                    <a:pt x="1804" y="2355"/>
                    <a:pt x="1895" y="2332"/>
                    <a:pt x="1963" y="2286"/>
                  </a:cubicBezTo>
                  <a:cubicBezTo>
                    <a:pt x="2032" y="2264"/>
                    <a:pt x="2055" y="2218"/>
                    <a:pt x="2123" y="2195"/>
                  </a:cubicBezTo>
                  <a:cubicBezTo>
                    <a:pt x="2169" y="2149"/>
                    <a:pt x="2215" y="2127"/>
                    <a:pt x="2237" y="2081"/>
                  </a:cubicBezTo>
                  <a:cubicBezTo>
                    <a:pt x="2306" y="2012"/>
                    <a:pt x="2352" y="1944"/>
                    <a:pt x="2397" y="1876"/>
                  </a:cubicBezTo>
                  <a:cubicBezTo>
                    <a:pt x="2443" y="1784"/>
                    <a:pt x="2488" y="1716"/>
                    <a:pt x="2511" y="1624"/>
                  </a:cubicBezTo>
                  <a:cubicBezTo>
                    <a:pt x="2511" y="1602"/>
                    <a:pt x="2534" y="1579"/>
                    <a:pt x="2534" y="1533"/>
                  </a:cubicBezTo>
                  <a:cubicBezTo>
                    <a:pt x="2557" y="1465"/>
                    <a:pt x="2580" y="1373"/>
                    <a:pt x="2580" y="1282"/>
                  </a:cubicBezTo>
                  <a:cubicBezTo>
                    <a:pt x="2580" y="1099"/>
                    <a:pt x="2534" y="940"/>
                    <a:pt x="2443" y="780"/>
                  </a:cubicBezTo>
                  <a:cubicBezTo>
                    <a:pt x="2374" y="643"/>
                    <a:pt x="2260" y="506"/>
                    <a:pt x="2123" y="415"/>
                  </a:cubicBezTo>
                  <a:cubicBezTo>
                    <a:pt x="2100" y="415"/>
                    <a:pt x="2100" y="415"/>
                    <a:pt x="2078" y="392"/>
                  </a:cubicBezTo>
                  <a:cubicBezTo>
                    <a:pt x="2032" y="369"/>
                    <a:pt x="1963" y="346"/>
                    <a:pt x="1895" y="323"/>
                  </a:cubicBezTo>
                  <a:lnTo>
                    <a:pt x="1872" y="323"/>
                  </a:lnTo>
                  <a:cubicBezTo>
                    <a:pt x="1804" y="301"/>
                    <a:pt x="1712" y="301"/>
                    <a:pt x="1644" y="301"/>
                  </a:cubicBezTo>
                  <a:cubicBezTo>
                    <a:pt x="1598" y="301"/>
                    <a:pt x="1553" y="301"/>
                    <a:pt x="1507" y="323"/>
                  </a:cubicBezTo>
                  <a:cubicBezTo>
                    <a:pt x="1484" y="278"/>
                    <a:pt x="1461" y="232"/>
                    <a:pt x="1416" y="186"/>
                  </a:cubicBezTo>
                  <a:cubicBezTo>
                    <a:pt x="1293" y="84"/>
                    <a:pt x="1152" y="0"/>
                    <a:pt x="9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3649350" y="1068850"/>
              <a:ext cx="67375" cy="59375"/>
            </a:xfrm>
            <a:custGeom>
              <a:avLst/>
              <a:gdLst/>
              <a:ahLst/>
              <a:cxnLst/>
              <a:rect l="l" t="t" r="r" b="b"/>
              <a:pathLst>
                <a:path w="2695" h="2375" extrusionOk="0">
                  <a:moveTo>
                    <a:pt x="1530" y="0"/>
                  </a:moveTo>
                  <a:cubicBezTo>
                    <a:pt x="1439" y="0"/>
                    <a:pt x="1347" y="0"/>
                    <a:pt x="1279" y="46"/>
                  </a:cubicBezTo>
                  <a:cubicBezTo>
                    <a:pt x="1119" y="92"/>
                    <a:pt x="982" y="160"/>
                    <a:pt x="868" y="274"/>
                  </a:cubicBezTo>
                  <a:cubicBezTo>
                    <a:pt x="845" y="274"/>
                    <a:pt x="845" y="297"/>
                    <a:pt x="845" y="297"/>
                  </a:cubicBezTo>
                  <a:lnTo>
                    <a:pt x="708" y="297"/>
                  </a:lnTo>
                  <a:cubicBezTo>
                    <a:pt x="526" y="297"/>
                    <a:pt x="343" y="365"/>
                    <a:pt x="229" y="502"/>
                  </a:cubicBezTo>
                  <a:lnTo>
                    <a:pt x="115" y="639"/>
                  </a:lnTo>
                  <a:cubicBezTo>
                    <a:pt x="46" y="753"/>
                    <a:pt x="24" y="868"/>
                    <a:pt x="24" y="982"/>
                  </a:cubicBezTo>
                  <a:cubicBezTo>
                    <a:pt x="1" y="1050"/>
                    <a:pt x="1" y="1096"/>
                    <a:pt x="24" y="1141"/>
                  </a:cubicBezTo>
                  <a:cubicBezTo>
                    <a:pt x="24" y="1278"/>
                    <a:pt x="46" y="1370"/>
                    <a:pt x="92" y="1484"/>
                  </a:cubicBezTo>
                  <a:cubicBezTo>
                    <a:pt x="160" y="1689"/>
                    <a:pt x="275" y="1872"/>
                    <a:pt x="434" y="2032"/>
                  </a:cubicBezTo>
                  <a:cubicBezTo>
                    <a:pt x="594" y="2169"/>
                    <a:pt x="800" y="2306"/>
                    <a:pt x="1005" y="2351"/>
                  </a:cubicBezTo>
                  <a:cubicBezTo>
                    <a:pt x="1119" y="2363"/>
                    <a:pt x="1233" y="2374"/>
                    <a:pt x="1345" y="2374"/>
                  </a:cubicBezTo>
                  <a:cubicBezTo>
                    <a:pt x="1456" y="2374"/>
                    <a:pt x="1564" y="2363"/>
                    <a:pt x="1667" y="2328"/>
                  </a:cubicBezTo>
                  <a:cubicBezTo>
                    <a:pt x="2101" y="2191"/>
                    <a:pt x="2420" y="1872"/>
                    <a:pt x="2557" y="1438"/>
                  </a:cubicBezTo>
                  <a:cubicBezTo>
                    <a:pt x="2694" y="959"/>
                    <a:pt x="2511" y="388"/>
                    <a:pt x="2078" y="137"/>
                  </a:cubicBezTo>
                  <a:cubicBezTo>
                    <a:pt x="1918" y="46"/>
                    <a:pt x="1781" y="23"/>
                    <a:pt x="15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3726400" y="889675"/>
              <a:ext cx="62775" cy="62325"/>
            </a:xfrm>
            <a:custGeom>
              <a:avLst/>
              <a:gdLst/>
              <a:ahLst/>
              <a:cxnLst/>
              <a:rect l="l" t="t" r="r" b="b"/>
              <a:pathLst>
                <a:path w="2511" h="2493" extrusionOk="0">
                  <a:moveTo>
                    <a:pt x="1073" y="0"/>
                  </a:moveTo>
                  <a:cubicBezTo>
                    <a:pt x="1004" y="23"/>
                    <a:pt x="959" y="23"/>
                    <a:pt x="890" y="46"/>
                  </a:cubicBezTo>
                  <a:cubicBezTo>
                    <a:pt x="799" y="69"/>
                    <a:pt x="685" y="114"/>
                    <a:pt x="594" y="183"/>
                  </a:cubicBezTo>
                  <a:cubicBezTo>
                    <a:pt x="434" y="274"/>
                    <a:pt x="320" y="411"/>
                    <a:pt x="274" y="594"/>
                  </a:cubicBezTo>
                  <a:cubicBezTo>
                    <a:pt x="251" y="639"/>
                    <a:pt x="251" y="685"/>
                    <a:pt x="251" y="731"/>
                  </a:cubicBezTo>
                  <a:cubicBezTo>
                    <a:pt x="228" y="753"/>
                    <a:pt x="228" y="753"/>
                    <a:pt x="206" y="776"/>
                  </a:cubicBezTo>
                  <a:cubicBezTo>
                    <a:pt x="91" y="913"/>
                    <a:pt x="0" y="1073"/>
                    <a:pt x="0" y="1255"/>
                  </a:cubicBezTo>
                  <a:cubicBezTo>
                    <a:pt x="23" y="1484"/>
                    <a:pt x="69" y="1712"/>
                    <a:pt x="206" y="1895"/>
                  </a:cubicBezTo>
                  <a:cubicBezTo>
                    <a:pt x="320" y="2077"/>
                    <a:pt x="479" y="2237"/>
                    <a:pt x="662" y="2351"/>
                  </a:cubicBezTo>
                  <a:cubicBezTo>
                    <a:pt x="840" y="2430"/>
                    <a:pt x="1019" y="2492"/>
                    <a:pt x="1212" y="2492"/>
                  </a:cubicBezTo>
                  <a:cubicBezTo>
                    <a:pt x="1242" y="2492"/>
                    <a:pt x="1271" y="2491"/>
                    <a:pt x="1301" y="2488"/>
                  </a:cubicBezTo>
                  <a:cubicBezTo>
                    <a:pt x="1507" y="2488"/>
                    <a:pt x="1735" y="2442"/>
                    <a:pt x="1917" y="2305"/>
                  </a:cubicBezTo>
                  <a:cubicBezTo>
                    <a:pt x="2100" y="2191"/>
                    <a:pt x="2260" y="2032"/>
                    <a:pt x="2351" y="1849"/>
                  </a:cubicBezTo>
                  <a:cubicBezTo>
                    <a:pt x="2442" y="1644"/>
                    <a:pt x="2511" y="1438"/>
                    <a:pt x="2511" y="1233"/>
                  </a:cubicBezTo>
                  <a:cubicBezTo>
                    <a:pt x="2511" y="1004"/>
                    <a:pt x="2465" y="776"/>
                    <a:pt x="2351" y="594"/>
                  </a:cubicBezTo>
                  <a:cubicBezTo>
                    <a:pt x="2283" y="525"/>
                    <a:pt x="2237" y="434"/>
                    <a:pt x="2146" y="365"/>
                  </a:cubicBezTo>
                  <a:cubicBezTo>
                    <a:pt x="2077" y="274"/>
                    <a:pt x="1986" y="206"/>
                    <a:pt x="1895" y="160"/>
                  </a:cubicBezTo>
                  <a:cubicBezTo>
                    <a:pt x="1689" y="46"/>
                    <a:pt x="1461" y="0"/>
                    <a:pt x="12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3695000" y="733650"/>
              <a:ext cx="61650" cy="58450"/>
            </a:xfrm>
            <a:custGeom>
              <a:avLst/>
              <a:gdLst/>
              <a:ahLst/>
              <a:cxnLst/>
              <a:rect l="l" t="t" r="r" b="b"/>
              <a:pathLst>
                <a:path w="2466" h="2338" extrusionOk="0">
                  <a:moveTo>
                    <a:pt x="1212" y="0"/>
                  </a:moveTo>
                  <a:cubicBezTo>
                    <a:pt x="1175" y="0"/>
                    <a:pt x="1136" y="3"/>
                    <a:pt x="1096" y="10"/>
                  </a:cubicBezTo>
                  <a:cubicBezTo>
                    <a:pt x="914" y="10"/>
                    <a:pt x="708" y="33"/>
                    <a:pt x="526" y="124"/>
                  </a:cubicBezTo>
                  <a:cubicBezTo>
                    <a:pt x="434" y="124"/>
                    <a:pt x="343" y="170"/>
                    <a:pt x="275" y="238"/>
                  </a:cubicBezTo>
                  <a:cubicBezTo>
                    <a:pt x="206" y="284"/>
                    <a:pt x="138" y="352"/>
                    <a:pt x="92" y="443"/>
                  </a:cubicBezTo>
                  <a:cubicBezTo>
                    <a:pt x="46" y="512"/>
                    <a:pt x="24" y="603"/>
                    <a:pt x="24" y="695"/>
                  </a:cubicBezTo>
                  <a:cubicBezTo>
                    <a:pt x="1" y="786"/>
                    <a:pt x="1" y="877"/>
                    <a:pt x="24" y="968"/>
                  </a:cubicBezTo>
                  <a:cubicBezTo>
                    <a:pt x="92" y="1128"/>
                    <a:pt x="183" y="1311"/>
                    <a:pt x="343" y="1379"/>
                  </a:cubicBezTo>
                  <a:cubicBezTo>
                    <a:pt x="389" y="1402"/>
                    <a:pt x="412" y="1402"/>
                    <a:pt x="434" y="1425"/>
                  </a:cubicBezTo>
                  <a:cubicBezTo>
                    <a:pt x="434" y="1471"/>
                    <a:pt x="457" y="1516"/>
                    <a:pt x="480" y="1562"/>
                  </a:cubicBezTo>
                  <a:cubicBezTo>
                    <a:pt x="503" y="1630"/>
                    <a:pt x="526" y="1699"/>
                    <a:pt x="549" y="1767"/>
                  </a:cubicBezTo>
                  <a:cubicBezTo>
                    <a:pt x="571" y="1790"/>
                    <a:pt x="571" y="1813"/>
                    <a:pt x="594" y="1813"/>
                  </a:cubicBezTo>
                  <a:cubicBezTo>
                    <a:pt x="640" y="1904"/>
                    <a:pt x="708" y="1996"/>
                    <a:pt x="777" y="2041"/>
                  </a:cubicBezTo>
                  <a:cubicBezTo>
                    <a:pt x="845" y="2087"/>
                    <a:pt x="891" y="2155"/>
                    <a:pt x="959" y="2178"/>
                  </a:cubicBezTo>
                  <a:cubicBezTo>
                    <a:pt x="1005" y="2201"/>
                    <a:pt x="1051" y="2224"/>
                    <a:pt x="1096" y="2247"/>
                  </a:cubicBezTo>
                  <a:cubicBezTo>
                    <a:pt x="1142" y="2269"/>
                    <a:pt x="1188" y="2292"/>
                    <a:pt x="1233" y="2292"/>
                  </a:cubicBezTo>
                  <a:cubicBezTo>
                    <a:pt x="1256" y="2315"/>
                    <a:pt x="1302" y="2315"/>
                    <a:pt x="1347" y="2315"/>
                  </a:cubicBezTo>
                  <a:cubicBezTo>
                    <a:pt x="1370" y="2315"/>
                    <a:pt x="1416" y="2338"/>
                    <a:pt x="1462" y="2338"/>
                  </a:cubicBezTo>
                  <a:lnTo>
                    <a:pt x="1484" y="2338"/>
                  </a:lnTo>
                  <a:cubicBezTo>
                    <a:pt x="1553" y="2315"/>
                    <a:pt x="1621" y="2315"/>
                    <a:pt x="1690" y="2292"/>
                  </a:cubicBezTo>
                  <a:cubicBezTo>
                    <a:pt x="1781" y="2292"/>
                    <a:pt x="1850" y="2247"/>
                    <a:pt x="1918" y="2224"/>
                  </a:cubicBezTo>
                  <a:cubicBezTo>
                    <a:pt x="1941" y="2201"/>
                    <a:pt x="1964" y="2201"/>
                    <a:pt x="1964" y="2178"/>
                  </a:cubicBezTo>
                  <a:cubicBezTo>
                    <a:pt x="2032" y="2133"/>
                    <a:pt x="2101" y="2087"/>
                    <a:pt x="2146" y="2041"/>
                  </a:cubicBezTo>
                  <a:cubicBezTo>
                    <a:pt x="2215" y="1973"/>
                    <a:pt x="2283" y="1881"/>
                    <a:pt x="2329" y="1790"/>
                  </a:cubicBezTo>
                  <a:cubicBezTo>
                    <a:pt x="2375" y="1699"/>
                    <a:pt x="2420" y="1608"/>
                    <a:pt x="2443" y="1516"/>
                  </a:cubicBezTo>
                  <a:cubicBezTo>
                    <a:pt x="2443" y="1402"/>
                    <a:pt x="2466" y="1311"/>
                    <a:pt x="2466" y="1197"/>
                  </a:cubicBezTo>
                  <a:cubicBezTo>
                    <a:pt x="2466" y="1105"/>
                    <a:pt x="2443" y="991"/>
                    <a:pt x="2420" y="877"/>
                  </a:cubicBezTo>
                  <a:cubicBezTo>
                    <a:pt x="2397" y="809"/>
                    <a:pt x="2352" y="740"/>
                    <a:pt x="2329" y="672"/>
                  </a:cubicBezTo>
                  <a:cubicBezTo>
                    <a:pt x="2306" y="649"/>
                    <a:pt x="2306" y="626"/>
                    <a:pt x="2283" y="603"/>
                  </a:cubicBezTo>
                  <a:cubicBezTo>
                    <a:pt x="2238" y="535"/>
                    <a:pt x="2192" y="466"/>
                    <a:pt x="2146" y="421"/>
                  </a:cubicBezTo>
                  <a:cubicBezTo>
                    <a:pt x="2123" y="398"/>
                    <a:pt x="2123" y="375"/>
                    <a:pt x="2101" y="352"/>
                  </a:cubicBezTo>
                  <a:cubicBezTo>
                    <a:pt x="2009" y="284"/>
                    <a:pt x="1918" y="215"/>
                    <a:pt x="1827" y="170"/>
                  </a:cubicBezTo>
                  <a:cubicBezTo>
                    <a:pt x="1713" y="124"/>
                    <a:pt x="1598" y="55"/>
                    <a:pt x="1484" y="33"/>
                  </a:cubicBezTo>
                  <a:cubicBezTo>
                    <a:pt x="1388" y="16"/>
                    <a:pt x="1302" y="0"/>
                    <a:pt x="12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3575750" y="855325"/>
              <a:ext cx="57650" cy="66900"/>
            </a:xfrm>
            <a:custGeom>
              <a:avLst/>
              <a:gdLst/>
              <a:ahLst/>
              <a:cxnLst/>
              <a:rect l="l" t="t" r="r" b="b"/>
              <a:pathLst>
                <a:path w="2306" h="2676" extrusionOk="0">
                  <a:moveTo>
                    <a:pt x="1223" y="0"/>
                  </a:moveTo>
                  <a:cubicBezTo>
                    <a:pt x="1196" y="0"/>
                    <a:pt x="1169" y="2"/>
                    <a:pt x="1141" y="5"/>
                  </a:cubicBezTo>
                  <a:cubicBezTo>
                    <a:pt x="982" y="27"/>
                    <a:pt x="868" y="50"/>
                    <a:pt x="708" y="119"/>
                  </a:cubicBezTo>
                  <a:cubicBezTo>
                    <a:pt x="617" y="164"/>
                    <a:pt x="548" y="233"/>
                    <a:pt x="480" y="278"/>
                  </a:cubicBezTo>
                  <a:cubicBezTo>
                    <a:pt x="343" y="415"/>
                    <a:pt x="274" y="598"/>
                    <a:pt x="274" y="781"/>
                  </a:cubicBezTo>
                  <a:cubicBezTo>
                    <a:pt x="274" y="963"/>
                    <a:pt x="343" y="1146"/>
                    <a:pt x="480" y="1283"/>
                  </a:cubicBezTo>
                  <a:cubicBezTo>
                    <a:pt x="502" y="1283"/>
                    <a:pt x="502" y="1306"/>
                    <a:pt x="525" y="1306"/>
                  </a:cubicBezTo>
                  <a:cubicBezTo>
                    <a:pt x="388" y="1328"/>
                    <a:pt x="297" y="1397"/>
                    <a:pt x="206" y="1488"/>
                  </a:cubicBezTo>
                  <a:cubicBezTo>
                    <a:pt x="69" y="1602"/>
                    <a:pt x="0" y="1808"/>
                    <a:pt x="0" y="1968"/>
                  </a:cubicBezTo>
                  <a:cubicBezTo>
                    <a:pt x="0" y="2150"/>
                    <a:pt x="69" y="2333"/>
                    <a:pt x="206" y="2470"/>
                  </a:cubicBezTo>
                  <a:cubicBezTo>
                    <a:pt x="343" y="2584"/>
                    <a:pt x="502" y="2675"/>
                    <a:pt x="685" y="2675"/>
                  </a:cubicBezTo>
                  <a:cubicBezTo>
                    <a:pt x="1256" y="2675"/>
                    <a:pt x="1803" y="2356"/>
                    <a:pt x="2077" y="1876"/>
                  </a:cubicBezTo>
                  <a:cubicBezTo>
                    <a:pt x="2123" y="1831"/>
                    <a:pt x="2146" y="1762"/>
                    <a:pt x="2169" y="1694"/>
                  </a:cubicBezTo>
                  <a:cubicBezTo>
                    <a:pt x="2214" y="1625"/>
                    <a:pt x="2237" y="1557"/>
                    <a:pt x="2260" y="1488"/>
                  </a:cubicBezTo>
                  <a:cubicBezTo>
                    <a:pt x="2283" y="1306"/>
                    <a:pt x="2306" y="1146"/>
                    <a:pt x="2283" y="963"/>
                  </a:cubicBezTo>
                  <a:cubicBezTo>
                    <a:pt x="2260" y="803"/>
                    <a:pt x="2214" y="644"/>
                    <a:pt x="2100" y="507"/>
                  </a:cubicBezTo>
                  <a:cubicBezTo>
                    <a:pt x="2009" y="347"/>
                    <a:pt x="1872" y="210"/>
                    <a:pt x="1712" y="119"/>
                  </a:cubicBezTo>
                  <a:cubicBezTo>
                    <a:pt x="1554" y="59"/>
                    <a:pt x="1396" y="0"/>
                    <a:pt x="12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3"/>
            <p:cNvSpPr/>
            <p:nvPr/>
          </p:nvSpPr>
          <p:spPr>
            <a:xfrm>
              <a:off x="3497000" y="967025"/>
              <a:ext cx="53650" cy="54900"/>
            </a:xfrm>
            <a:custGeom>
              <a:avLst/>
              <a:gdLst/>
              <a:ahLst/>
              <a:cxnLst/>
              <a:rect l="l" t="t" r="r" b="b"/>
              <a:pathLst>
                <a:path w="2146" h="2196" extrusionOk="0">
                  <a:moveTo>
                    <a:pt x="1223" y="1"/>
                  </a:moveTo>
                  <a:cubicBezTo>
                    <a:pt x="1151" y="1"/>
                    <a:pt x="1078" y="11"/>
                    <a:pt x="1005" y="33"/>
                  </a:cubicBezTo>
                  <a:cubicBezTo>
                    <a:pt x="936" y="56"/>
                    <a:pt x="891" y="79"/>
                    <a:pt x="822" y="124"/>
                  </a:cubicBezTo>
                  <a:cubicBezTo>
                    <a:pt x="799" y="124"/>
                    <a:pt x="754" y="102"/>
                    <a:pt x="731" y="102"/>
                  </a:cubicBezTo>
                  <a:cubicBezTo>
                    <a:pt x="594" y="102"/>
                    <a:pt x="480" y="147"/>
                    <a:pt x="388" y="193"/>
                  </a:cubicBezTo>
                  <a:cubicBezTo>
                    <a:pt x="229" y="307"/>
                    <a:pt x="114" y="444"/>
                    <a:pt x="69" y="627"/>
                  </a:cubicBezTo>
                  <a:cubicBezTo>
                    <a:pt x="46" y="649"/>
                    <a:pt x="46" y="672"/>
                    <a:pt x="46" y="718"/>
                  </a:cubicBezTo>
                  <a:cubicBezTo>
                    <a:pt x="23" y="809"/>
                    <a:pt x="0" y="901"/>
                    <a:pt x="0" y="992"/>
                  </a:cubicBezTo>
                  <a:cubicBezTo>
                    <a:pt x="0" y="1015"/>
                    <a:pt x="0" y="1060"/>
                    <a:pt x="0" y="1083"/>
                  </a:cubicBezTo>
                  <a:cubicBezTo>
                    <a:pt x="23" y="1174"/>
                    <a:pt x="23" y="1266"/>
                    <a:pt x="46" y="1357"/>
                  </a:cubicBezTo>
                  <a:cubicBezTo>
                    <a:pt x="46" y="1380"/>
                    <a:pt x="69" y="1425"/>
                    <a:pt x="69" y="1448"/>
                  </a:cubicBezTo>
                  <a:cubicBezTo>
                    <a:pt x="114" y="1540"/>
                    <a:pt x="137" y="1608"/>
                    <a:pt x="183" y="1699"/>
                  </a:cubicBezTo>
                  <a:cubicBezTo>
                    <a:pt x="183" y="1722"/>
                    <a:pt x="206" y="1745"/>
                    <a:pt x="229" y="1791"/>
                  </a:cubicBezTo>
                  <a:cubicBezTo>
                    <a:pt x="274" y="1859"/>
                    <a:pt x="343" y="1928"/>
                    <a:pt x="388" y="1996"/>
                  </a:cubicBezTo>
                  <a:cubicBezTo>
                    <a:pt x="480" y="2087"/>
                    <a:pt x="594" y="2133"/>
                    <a:pt x="708" y="2179"/>
                  </a:cubicBezTo>
                  <a:cubicBezTo>
                    <a:pt x="765" y="2190"/>
                    <a:pt x="828" y="2196"/>
                    <a:pt x="891" y="2196"/>
                  </a:cubicBezTo>
                  <a:cubicBezTo>
                    <a:pt x="953" y="2196"/>
                    <a:pt x="1016" y="2190"/>
                    <a:pt x="1073" y="2179"/>
                  </a:cubicBezTo>
                  <a:cubicBezTo>
                    <a:pt x="1210" y="2133"/>
                    <a:pt x="1324" y="2087"/>
                    <a:pt x="1461" y="2019"/>
                  </a:cubicBezTo>
                  <a:cubicBezTo>
                    <a:pt x="1575" y="1973"/>
                    <a:pt x="1689" y="1882"/>
                    <a:pt x="1781" y="1791"/>
                  </a:cubicBezTo>
                  <a:cubicBezTo>
                    <a:pt x="1804" y="1768"/>
                    <a:pt x="1826" y="1745"/>
                    <a:pt x="1849" y="1722"/>
                  </a:cubicBezTo>
                  <a:cubicBezTo>
                    <a:pt x="1918" y="1654"/>
                    <a:pt x="1986" y="1585"/>
                    <a:pt x="2009" y="1517"/>
                  </a:cubicBezTo>
                  <a:cubicBezTo>
                    <a:pt x="2100" y="1334"/>
                    <a:pt x="2146" y="1174"/>
                    <a:pt x="2146" y="992"/>
                  </a:cubicBezTo>
                  <a:cubicBezTo>
                    <a:pt x="2146" y="649"/>
                    <a:pt x="1986" y="284"/>
                    <a:pt x="1667" y="124"/>
                  </a:cubicBezTo>
                  <a:cubicBezTo>
                    <a:pt x="1527" y="47"/>
                    <a:pt x="1377" y="1"/>
                    <a:pt x="12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3"/>
            <p:cNvSpPr/>
            <p:nvPr/>
          </p:nvSpPr>
          <p:spPr>
            <a:xfrm>
              <a:off x="3631100" y="953900"/>
              <a:ext cx="51375" cy="59050"/>
            </a:xfrm>
            <a:custGeom>
              <a:avLst/>
              <a:gdLst/>
              <a:ahLst/>
              <a:cxnLst/>
              <a:rect l="l" t="t" r="r" b="b"/>
              <a:pathLst>
                <a:path w="2055" h="2362" extrusionOk="0">
                  <a:moveTo>
                    <a:pt x="742" y="1"/>
                  </a:moveTo>
                  <a:cubicBezTo>
                    <a:pt x="677" y="1"/>
                    <a:pt x="613" y="17"/>
                    <a:pt x="548" y="33"/>
                  </a:cubicBezTo>
                  <a:cubicBezTo>
                    <a:pt x="457" y="56"/>
                    <a:pt x="388" y="102"/>
                    <a:pt x="320" y="147"/>
                  </a:cubicBezTo>
                  <a:cubicBezTo>
                    <a:pt x="251" y="193"/>
                    <a:pt x="183" y="261"/>
                    <a:pt x="137" y="353"/>
                  </a:cubicBezTo>
                  <a:cubicBezTo>
                    <a:pt x="46" y="513"/>
                    <a:pt x="0" y="695"/>
                    <a:pt x="69" y="878"/>
                  </a:cubicBezTo>
                  <a:cubicBezTo>
                    <a:pt x="92" y="946"/>
                    <a:pt x="114" y="992"/>
                    <a:pt x="137" y="1060"/>
                  </a:cubicBezTo>
                  <a:cubicBezTo>
                    <a:pt x="137" y="1060"/>
                    <a:pt x="137" y="1083"/>
                    <a:pt x="114" y="1083"/>
                  </a:cubicBezTo>
                  <a:cubicBezTo>
                    <a:pt x="114" y="1106"/>
                    <a:pt x="114" y="1129"/>
                    <a:pt x="114" y="1152"/>
                  </a:cubicBezTo>
                  <a:cubicBezTo>
                    <a:pt x="92" y="1220"/>
                    <a:pt x="69" y="1311"/>
                    <a:pt x="69" y="1380"/>
                  </a:cubicBezTo>
                  <a:cubicBezTo>
                    <a:pt x="69" y="1654"/>
                    <a:pt x="183" y="1882"/>
                    <a:pt x="343" y="2065"/>
                  </a:cubicBezTo>
                  <a:cubicBezTo>
                    <a:pt x="411" y="2133"/>
                    <a:pt x="502" y="2202"/>
                    <a:pt x="571" y="2247"/>
                  </a:cubicBezTo>
                  <a:cubicBezTo>
                    <a:pt x="708" y="2316"/>
                    <a:pt x="822" y="2361"/>
                    <a:pt x="959" y="2361"/>
                  </a:cubicBezTo>
                  <a:cubicBezTo>
                    <a:pt x="1073" y="2361"/>
                    <a:pt x="1164" y="2339"/>
                    <a:pt x="1233" y="2293"/>
                  </a:cubicBezTo>
                  <a:cubicBezTo>
                    <a:pt x="1324" y="2270"/>
                    <a:pt x="1393" y="2224"/>
                    <a:pt x="1461" y="2156"/>
                  </a:cubicBezTo>
                  <a:lnTo>
                    <a:pt x="1507" y="2110"/>
                  </a:lnTo>
                  <a:cubicBezTo>
                    <a:pt x="1621" y="2019"/>
                    <a:pt x="1735" y="1928"/>
                    <a:pt x="1849" y="1814"/>
                  </a:cubicBezTo>
                  <a:cubicBezTo>
                    <a:pt x="1940" y="1722"/>
                    <a:pt x="1986" y="1631"/>
                    <a:pt x="2032" y="1517"/>
                  </a:cubicBezTo>
                  <a:cubicBezTo>
                    <a:pt x="2055" y="1380"/>
                    <a:pt x="2055" y="1266"/>
                    <a:pt x="2032" y="1152"/>
                  </a:cubicBezTo>
                  <a:cubicBezTo>
                    <a:pt x="1986" y="1015"/>
                    <a:pt x="1940" y="901"/>
                    <a:pt x="1849" y="786"/>
                  </a:cubicBezTo>
                  <a:cubicBezTo>
                    <a:pt x="1781" y="672"/>
                    <a:pt x="1689" y="558"/>
                    <a:pt x="1598" y="467"/>
                  </a:cubicBezTo>
                  <a:cubicBezTo>
                    <a:pt x="1507" y="376"/>
                    <a:pt x="1415" y="284"/>
                    <a:pt x="1301" y="216"/>
                  </a:cubicBezTo>
                  <a:cubicBezTo>
                    <a:pt x="1233" y="170"/>
                    <a:pt x="1164" y="124"/>
                    <a:pt x="1096" y="102"/>
                  </a:cubicBezTo>
                  <a:cubicBezTo>
                    <a:pt x="1005" y="56"/>
                    <a:pt x="913" y="10"/>
                    <a:pt x="822" y="10"/>
                  </a:cubicBezTo>
                  <a:cubicBezTo>
                    <a:pt x="795" y="4"/>
                    <a:pt x="769" y="1"/>
                    <a:pt x="7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3"/>
            <p:cNvSpPr/>
            <p:nvPr/>
          </p:nvSpPr>
          <p:spPr>
            <a:xfrm>
              <a:off x="3469025" y="509050"/>
              <a:ext cx="57100" cy="68500"/>
            </a:xfrm>
            <a:custGeom>
              <a:avLst/>
              <a:gdLst/>
              <a:ahLst/>
              <a:cxnLst/>
              <a:rect l="l" t="t" r="r" b="b"/>
              <a:pathLst>
                <a:path w="2284" h="2740" extrusionOk="0">
                  <a:moveTo>
                    <a:pt x="719" y="1"/>
                  </a:moveTo>
                  <a:cubicBezTo>
                    <a:pt x="599" y="1"/>
                    <a:pt x="473" y="31"/>
                    <a:pt x="366" y="92"/>
                  </a:cubicBezTo>
                  <a:cubicBezTo>
                    <a:pt x="229" y="183"/>
                    <a:pt x="92" y="343"/>
                    <a:pt x="47" y="503"/>
                  </a:cubicBezTo>
                  <a:cubicBezTo>
                    <a:pt x="1" y="685"/>
                    <a:pt x="24" y="891"/>
                    <a:pt x="115" y="1051"/>
                  </a:cubicBezTo>
                  <a:cubicBezTo>
                    <a:pt x="161" y="1096"/>
                    <a:pt x="206" y="1142"/>
                    <a:pt x="252" y="1188"/>
                  </a:cubicBezTo>
                  <a:cubicBezTo>
                    <a:pt x="183" y="1256"/>
                    <a:pt x="161" y="1325"/>
                    <a:pt x="138" y="1416"/>
                  </a:cubicBezTo>
                  <a:cubicBezTo>
                    <a:pt x="115" y="1461"/>
                    <a:pt x="115" y="1507"/>
                    <a:pt x="92" y="1553"/>
                  </a:cubicBezTo>
                  <a:cubicBezTo>
                    <a:pt x="92" y="1598"/>
                    <a:pt x="92" y="1644"/>
                    <a:pt x="92" y="1690"/>
                  </a:cubicBezTo>
                  <a:cubicBezTo>
                    <a:pt x="92" y="1827"/>
                    <a:pt x="115" y="1941"/>
                    <a:pt x="161" y="2078"/>
                  </a:cubicBezTo>
                  <a:cubicBezTo>
                    <a:pt x="252" y="2283"/>
                    <a:pt x="412" y="2443"/>
                    <a:pt x="594" y="2557"/>
                  </a:cubicBezTo>
                  <a:cubicBezTo>
                    <a:pt x="777" y="2671"/>
                    <a:pt x="960" y="2717"/>
                    <a:pt x="1165" y="2740"/>
                  </a:cubicBezTo>
                  <a:cubicBezTo>
                    <a:pt x="1256" y="2740"/>
                    <a:pt x="1370" y="2717"/>
                    <a:pt x="1462" y="2694"/>
                  </a:cubicBezTo>
                  <a:cubicBezTo>
                    <a:pt x="1507" y="2694"/>
                    <a:pt x="1553" y="2671"/>
                    <a:pt x="1599" y="2648"/>
                  </a:cubicBezTo>
                  <a:cubicBezTo>
                    <a:pt x="1644" y="2626"/>
                    <a:pt x="1690" y="2603"/>
                    <a:pt x="1736" y="2580"/>
                  </a:cubicBezTo>
                  <a:cubicBezTo>
                    <a:pt x="1895" y="2466"/>
                    <a:pt x="2055" y="2329"/>
                    <a:pt x="2146" y="2123"/>
                  </a:cubicBezTo>
                  <a:cubicBezTo>
                    <a:pt x="2215" y="1941"/>
                    <a:pt x="2283" y="1758"/>
                    <a:pt x="2283" y="1553"/>
                  </a:cubicBezTo>
                  <a:cubicBezTo>
                    <a:pt x="2283" y="1165"/>
                    <a:pt x="2124" y="800"/>
                    <a:pt x="1850" y="548"/>
                  </a:cubicBezTo>
                  <a:cubicBezTo>
                    <a:pt x="1599" y="297"/>
                    <a:pt x="1256" y="138"/>
                    <a:pt x="891" y="23"/>
                  </a:cubicBezTo>
                  <a:cubicBezTo>
                    <a:pt x="838" y="8"/>
                    <a:pt x="779" y="1"/>
                    <a:pt x="7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3"/>
            <p:cNvSpPr/>
            <p:nvPr/>
          </p:nvSpPr>
          <p:spPr>
            <a:xfrm>
              <a:off x="3213950" y="588725"/>
              <a:ext cx="58800" cy="61400"/>
            </a:xfrm>
            <a:custGeom>
              <a:avLst/>
              <a:gdLst/>
              <a:ahLst/>
              <a:cxnLst/>
              <a:rect l="l" t="t" r="r" b="b"/>
              <a:pathLst>
                <a:path w="2352" h="2456" extrusionOk="0">
                  <a:moveTo>
                    <a:pt x="910" y="0"/>
                  </a:moveTo>
                  <a:cubicBezTo>
                    <a:pt x="844" y="0"/>
                    <a:pt x="782" y="21"/>
                    <a:pt x="731" y="55"/>
                  </a:cubicBezTo>
                  <a:cubicBezTo>
                    <a:pt x="640" y="78"/>
                    <a:pt x="572" y="146"/>
                    <a:pt x="503" y="215"/>
                  </a:cubicBezTo>
                  <a:cubicBezTo>
                    <a:pt x="412" y="283"/>
                    <a:pt x="343" y="420"/>
                    <a:pt x="321" y="534"/>
                  </a:cubicBezTo>
                  <a:cubicBezTo>
                    <a:pt x="321" y="534"/>
                    <a:pt x="298" y="557"/>
                    <a:pt x="298" y="557"/>
                  </a:cubicBezTo>
                  <a:cubicBezTo>
                    <a:pt x="184" y="694"/>
                    <a:pt x="138" y="762"/>
                    <a:pt x="69" y="945"/>
                  </a:cubicBezTo>
                  <a:cubicBezTo>
                    <a:pt x="24" y="1036"/>
                    <a:pt x="24" y="1150"/>
                    <a:pt x="24" y="1242"/>
                  </a:cubicBezTo>
                  <a:cubicBezTo>
                    <a:pt x="1" y="1447"/>
                    <a:pt x="69" y="1653"/>
                    <a:pt x="138" y="1812"/>
                  </a:cubicBezTo>
                  <a:cubicBezTo>
                    <a:pt x="206" y="1949"/>
                    <a:pt x="298" y="2063"/>
                    <a:pt x="412" y="2155"/>
                  </a:cubicBezTo>
                  <a:cubicBezTo>
                    <a:pt x="526" y="2246"/>
                    <a:pt x="594" y="2292"/>
                    <a:pt x="709" y="2360"/>
                  </a:cubicBezTo>
                  <a:cubicBezTo>
                    <a:pt x="846" y="2406"/>
                    <a:pt x="937" y="2429"/>
                    <a:pt x="1097" y="2451"/>
                  </a:cubicBezTo>
                  <a:cubicBezTo>
                    <a:pt x="1118" y="2454"/>
                    <a:pt x="1140" y="2455"/>
                    <a:pt x="1163" y="2455"/>
                  </a:cubicBezTo>
                  <a:cubicBezTo>
                    <a:pt x="1354" y="2455"/>
                    <a:pt x="1570" y="2373"/>
                    <a:pt x="1713" y="2292"/>
                  </a:cubicBezTo>
                  <a:cubicBezTo>
                    <a:pt x="1895" y="2178"/>
                    <a:pt x="2055" y="2018"/>
                    <a:pt x="2169" y="1835"/>
                  </a:cubicBezTo>
                  <a:cubicBezTo>
                    <a:pt x="2284" y="1653"/>
                    <a:pt x="2352" y="1424"/>
                    <a:pt x="2329" y="1219"/>
                  </a:cubicBezTo>
                  <a:cubicBezTo>
                    <a:pt x="2306" y="991"/>
                    <a:pt x="2261" y="785"/>
                    <a:pt x="2147" y="603"/>
                  </a:cubicBezTo>
                  <a:cubicBezTo>
                    <a:pt x="2010" y="420"/>
                    <a:pt x="1850" y="260"/>
                    <a:pt x="1644" y="146"/>
                  </a:cubicBezTo>
                  <a:cubicBezTo>
                    <a:pt x="1466" y="67"/>
                    <a:pt x="1288" y="5"/>
                    <a:pt x="1079" y="5"/>
                  </a:cubicBezTo>
                  <a:cubicBezTo>
                    <a:pt x="1048" y="5"/>
                    <a:pt x="1015" y="6"/>
                    <a:pt x="982" y="9"/>
                  </a:cubicBezTo>
                  <a:cubicBezTo>
                    <a:pt x="958" y="3"/>
                    <a:pt x="934" y="0"/>
                    <a:pt x="9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3"/>
            <p:cNvSpPr/>
            <p:nvPr/>
          </p:nvSpPr>
          <p:spPr>
            <a:xfrm>
              <a:off x="3102700" y="860475"/>
              <a:ext cx="46800" cy="59475"/>
            </a:xfrm>
            <a:custGeom>
              <a:avLst/>
              <a:gdLst/>
              <a:ahLst/>
              <a:cxnLst/>
              <a:rect l="l" t="t" r="r" b="b"/>
              <a:pathLst>
                <a:path w="1872" h="2379" extrusionOk="0">
                  <a:moveTo>
                    <a:pt x="946" y="1"/>
                  </a:moveTo>
                  <a:cubicBezTo>
                    <a:pt x="928" y="1"/>
                    <a:pt x="909" y="2"/>
                    <a:pt x="890" y="4"/>
                  </a:cubicBezTo>
                  <a:cubicBezTo>
                    <a:pt x="685" y="4"/>
                    <a:pt x="525" y="72"/>
                    <a:pt x="388" y="209"/>
                  </a:cubicBezTo>
                  <a:cubicBezTo>
                    <a:pt x="228" y="346"/>
                    <a:pt x="160" y="529"/>
                    <a:pt x="69" y="712"/>
                  </a:cubicBezTo>
                  <a:cubicBezTo>
                    <a:pt x="23" y="849"/>
                    <a:pt x="0" y="1008"/>
                    <a:pt x="0" y="1145"/>
                  </a:cubicBezTo>
                  <a:cubicBezTo>
                    <a:pt x="0" y="1510"/>
                    <a:pt x="137" y="1830"/>
                    <a:pt x="365" y="2104"/>
                  </a:cubicBezTo>
                  <a:cubicBezTo>
                    <a:pt x="434" y="2172"/>
                    <a:pt x="525" y="2241"/>
                    <a:pt x="593" y="2287"/>
                  </a:cubicBezTo>
                  <a:cubicBezTo>
                    <a:pt x="709" y="2349"/>
                    <a:pt x="833" y="2379"/>
                    <a:pt x="957" y="2379"/>
                  </a:cubicBezTo>
                  <a:cubicBezTo>
                    <a:pt x="1102" y="2379"/>
                    <a:pt x="1246" y="2338"/>
                    <a:pt x="1370" y="2264"/>
                  </a:cubicBezTo>
                  <a:cubicBezTo>
                    <a:pt x="1529" y="2172"/>
                    <a:pt x="1666" y="2035"/>
                    <a:pt x="1735" y="1876"/>
                  </a:cubicBezTo>
                  <a:cubicBezTo>
                    <a:pt x="1826" y="1693"/>
                    <a:pt x="1872" y="1556"/>
                    <a:pt x="1872" y="1351"/>
                  </a:cubicBezTo>
                  <a:cubicBezTo>
                    <a:pt x="1872" y="1214"/>
                    <a:pt x="1849" y="1077"/>
                    <a:pt x="1803" y="963"/>
                  </a:cubicBezTo>
                  <a:cubicBezTo>
                    <a:pt x="1780" y="871"/>
                    <a:pt x="1758" y="780"/>
                    <a:pt x="1689" y="712"/>
                  </a:cubicBezTo>
                  <a:cubicBezTo>
                    <a:pt x="1643" y="643"/>
                    <a:pt x="1598" y="575"/>
                    <a:pt x="1552" y="529"/>
                  </a:cubicBezTo>
                  <a:cubicBezTo>
                    <a:pt x="1529" y="415"/>
                    <a:pt x="1461" y="278"/>
                    <a:pt x="1370" y="209"/>
                  </a:cubicBezTo>
                  <a:cubicBezTo>
                    <a:pt x="1247" y="87"/>
                    <a:pt x="1106" y="1"/>
                    <a:pt x="9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3"/>
            <p:cNvSpPr/>
            <p:nvPr/>
          </p:nvSpPr>
          <p:spPr>
            <a:xfrm>
              <a:off x="3158600" y="1081400"/>
              <a:ext cx="54250" cy="54100"/>
            </a:xfrm>
            <a:custGeom>
              <a:avLst/>
              <a:gdLst/>
              <a:ahLst/>
              <a:cxnLst/>
              <a:rect l="l" t="t" r="r" b="b"/>
              <a:pathLst>
                <a:path w="2170" h="2164" extrusionOk="0">
                  <a:moveTo>
                    <a:pt x="948" y="0"/>
                  </a:moveTo>
                  <a:cubicBezTo>
                    <a:pt x="857" y="0"/>
                    <a:pt x="766" y="12"/>
                    <a:pt x="663" y="46"/>
                  </a:cubicBezTo>
                  <a:cubicBezTo>
                    <a:pt x="572" y="69"/>
                    <a:pt x="503" y="115"/>
                    <a:pt x="435" y="160"/>
                  </a:cubicBezTo>
                  <a:cubicBezTo>
                    <a:pt x="343" y="206"/>
                    <a:pt x="298" y="274"/>
                    <a:pt x="252" y="366"/>
                  </a:cubicBezTo>
                  <a:cubicBezTo>
                    <a:pt x="229" y="411"/>
                    <a:pt x="206" y="480"/>
                    <a:pt x="184" y="525"/>
                  </a:cubicBezTo>
                  <a:cubicBezTo>
                    <a:pt x="161" y="571"/>
                    <a:pt x="138" y="594"/>
                    <a:pt x="115" y="639"/>
                  </a:cubicBezTo>
                  <a:lnTo>
                    <a:pt x="47" y="799"/>
                  </a:lnTo>
                  <a:cubicBezTo>
                    <a:pt x="1" y="913"/>
                    <a:pt x="1" y="1050"/>
                    <a:pt x="47" y="1164"/>
                  </a:cubicBezTo>
                  <a:cubicBezTo>
                    <a:pt x="47" y="1210"/>
                    <a:pt x="47" y="1256"/>
                    <a:pt x="69" y="1279"/>
                  </a:cubicBezTo>
                  <a:cubicBezTo>
                    <a:pt x="92" y="1370"/>
                    <a:pt x="138" y="1461"/>
                    <a:pt x="184" y="1552"/>
                  </a:cubicBezTo>
                  <a:cubicBezTo>
                    <a:pt x="206" y="1575"/>
                    <a:pt x="206" y="1598"/>
                    <a:pt x="229" y="1644"/>
                  </a:cubicBezTo>
                  <a:cubicBezTo>
                    <a:pt x="298" y="1712"/>
                    <a:pt x="343" y="1804"/>
                    <a:pt x="412" y="1872"/>
                  </a:cubicBezTo>
                  <a:cubicBezTo>
                    <a:pt x="435" y="1895"/>
                    <a:pt x="457" y="1918"/>
                    <a:pt x="503" y="1941"/>
                  </a:cubicBezTo>
                  <a:cubicBezTo>
                    <a:pt x="594" y="2032"/>
                    <a:pt x="686" y="2100"/>
                    <a:pt x="823" y="2146"/>
                  </a:cubicBezTo>
                  <a:lnTo>
                    <a:pt x="914" y="2146"/>
                  </a:lnTo>
                  <a:cubicBezTo>
                    <a:pt x="960" y="2157"/>
                    <a:pt x="1005" y="2163"/>
                    <a:pt x="1054" y="2163"/>
                  </a:cubicBezTo>
                  <a:cubicBezTo>
                    <a:pt x="1102" y="2163"/>
                    <a:pt x="1154" y="2157"/>
                    <a:pt x="1211" y="2146"/>
                  </a:cubicBezTo>
                  <a:cubicBezTo>
                    <a:pt x="1211" y="2146"/>
                    <a:pt x="1211" y="2123"/>
                    <a:pt x="1233" y="2123"/>
                  </a:cubicBezTo>
                  <a:cubicBezTo>
                    <a:pt x="1325" y="2100"/>
                    <a:pt x="1416" y="2055"/>
                    <a:pt x="1485" y="2032"/>
                  </a:cubicBezTo>
                  <a:cubicBezTo>
                    <a:pt x="1530" y="2009"/>
                    <a:pt x="1553" y="1986"/>
                    <a:pt x="1599" y="1963"/>
                  </a:cubicBezTo>
                  <a:cubicBezTo>
                    <a:pt x="1667" y="1918"/>
                    <a:pt x="1736" y="1849"/>
                    <a:pt x="1804" y="1804"/>
                  </a:cubicBezTo>
                  <a:cubicBezTo>
                    <a:pt x="1850" y="1758"/>
                    <a:pt x="1895" y="1689"/>
                    <a:pt x="1941" y="1644"/>
                  </a:cubicBezTo>
                  <a:cubicBezTo>
                    <a:pt x="1964" y="1598"/>
                    <a:pt x="2010" y="1552"/>
                    <a:pt x="2032" y="1484"/>
                  </a:cubicBezTo>
                  <a:cubicBezTo>
                    <a:pt x="2078" y="1438"/>
                    <a:pt x="2124" y="1347"/>
                    <a:pt x="2124" y="1279"/>
                  </a:cubicBezTo>
                  <a:cubicBezTo>
                    <a:pt x="2146" y="1256"/>
                    <a:pt x="2146" y="1233"/>
                    <a:pt x="2146" y="1187"/>
                  </a:cubicBezTo>
                  <a:cubicBezTo>
                    <a:pt x="2169" y="1096"/>
                    <a:pt x="2169" y="1005"/>
                    <a:pt x="2124" y="913"/>
                  </a:cubicBezTo>
                  <a:cubicBezTo>
                    <a:pt x="2124" y="913"/>
                    <a:pt x="2124" y="891"/>
                    <a:pt x="2124" y="891"/>
                  </a:cubicBezTo>
                  <a:cubicBezTo>
                    <a:pt x="2055" y="594"/>
                    <a:pt x="1850" y="343"/>
                    <a:pt x="1599" y="183"/>
                  </a:cubicBezTo>
                  <a:cubicBezTo>
                    <a:pt x="1530" y="137"/>
                    <a:pt x="1416" y="92"/>
                    <a:pt x="1348" y="69"/>
                  </a:cubicBezTo>
                  <a:cubicBezTo>
                    <a:pt x="1302" y="46"/>
                    <a:pt x="1279" y="46"/>
                    <a:pt x="1233" y="23"/>
                  </a:cubicBezTo>
                  <a:cubicBezTo>
                    <a:pt x="1131" y="12"/>
                    <a:pt x="1039" y="0"/>
                    <a:pt x="9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3"/>
            <p:cNvSpPr/>
            <p:nvPr/>
          </p:nvSpPr>
          <p:spPr>
            <a:xfrm>
              <a:off x="3247050" y="1265700"/>
              <a:ext cx="62800" cy="60750"/>
            </a:xfrm>
            <a:custGeom>
              <a:avLst/>
              <a:gdLst/>
              <a:ahLst/>
              <a:cxnLst/>
              <a:rect l="l" t="t" r="r" b="b"/>
              <a:pathLst>
                <a:path w="2512" h="2430" extrusionOk="0">
                  <a:moveTo>
                    <a:pt x="1621" y="1"/>
                  </a:moveTo>
                  <a:cubicBezTo>
                    <a:pt x="1439" y="1"/>
                    <a:pt x="1233" y="69"/>
                    <a:pt x="1119" y="206"/>
                  </a:cubicBezTo>
                  <a:cubicBezTo>
                    <a:pt x="1119" y="206"/>
                    <a:pt x="1119" y="229"/>
                    <a:pt x="1096" y="229"/>
                  </a:cubicBezTo>
                  <a:cubicBezTo>
                    <a:pt x="990" y="168"/>
                    <a:pt x="873" y="138"/>
                    <a:pt x="760" y="138"/>
                  </a:cubicBezTo>
                  <a:cubicBezTo>
                    <a:pt x="703" y="138"/>
                    <a:pt x="648" y="145"/>
                    <a:pt x="594" y="161"/>
                  </a:cubicBezTo>
                  <a:cubicBezTo>
                    <a:pt x="412" y="229"/>
                    <a:pt x="275" y="320"/>
                    <a:pt x="161" y="480"/>
                  </a:cubicBezTo>
                  <a:cubicBezTo>
                    <a:pt x="69" y="663"/>
                    <a:pt x="1" y="868"/>
                    <a:pt x="1" y="1097"/>
                  </a:cubicBezTo>
                  <a:cubicBezTo>
                    <a:pt x="1" y="1302"/>
                    <a:pt x="69" y="1507"/>
                    <a:pt x="138" y="1690"/>
                  </a:cubicBezTo>
                  <a:cubicBezTo>
                    <a:pt x="206" y="1827"/>
                    <a:pt x="298" y="1964"/>
                    <a:pt x="412" y="2078"/>
                  </a:cubicBezTo>
                  <a:cubicBezTo>
                    <a:pt x="571" y="2215"/>
                    <a:pt x="731" y="2306"/>
                    <a:pt x="937" y="2375"/>
                  </a:cubicBezTo>
                  <a:cubicBezTo>
                    <a:pt x="1050" y="2412"/>
                    <a:pt x="1170" y="2429"/>
                    <a:pt x="1289" y="2429"/>
                  </a:cubicBezTo>
                  <a:cubicBezTo>
                    <a:pt x="1387" y="2429"/>
                    <a:pt x="1483" y="2418"/>
                    <a:pt x="1576" y="2398"/>
                  </a:cubicBezTo>
                  <a:cubicBezTo>
                    <a:pt x="1758" y="2352"/>
                    <a:pt x="1941" y="2238"/>
                    <a:pt x="2078" y="2101"/>
                  </a:cubicBezTo>
                  <a:cubicBezTo>
                    <a:pt x="2146" y="2055"/>
                    <a:pt x="2215" y="1964"/>
                    <a:pt x="2261" y="1895"/>
                  </a:cubicBezTo>
                  <a:cubicBezTo>
                    <a:pt x="2306" y="1850"/>
                    <a:pt x="2329" y="1804"/>
                    <a:pt x="2352" y="1781"/>
                  </a:cubicBezTo>
                  <a:cubicBezTo>
                    <a:pt x="2375" y="1690"/>
                    <a:pt x="2420" y="1599"/>
                    <a:pt x="2443" y="1507"/>
                  </a:cubicBezTo>
                  <a:cubicBezTo>
                    <a:pt x="2489" y="1393"/>
                    <a:pt x="2489" y="1302"/>
                    <a:pt x="2512" y="1188"/>
                  </a:cubicBezTo>
                  <a:cubicBezTo>
                    <a:pt x="2512" y="1142"/>
                    <a:pt x="2512" y="1097"/>
                    <a:pt x="2512" y="1028"/>
                  </a:cubicBezTo>
                  <a:cubicBezTo>
                    <a:pt x="2489" y="937"/>
                    <a:pt x="2489" y="823"/>
                    <a:pt x="2443" y="731"/>
                  </a:cubicBezTo>
                  <a:cubicBezTo>
                    <a:pt x="2375" y="526"/>
                    <a:pt x="2283" y="343"/>
                    <a:pt x="2101" y="206"/>
                  </a:cubicBezTo>
                  <a:cubicBezTo>
                    <a:pt x="2055" y="138"/>
                    <a:pt x="1964" y="92"/>
                    <a:pt x="1895" y="47"/>
                  </a:cubicBezTo>
                  <a:cubicBezTo>
                    <a:pt x="1804" y="24"/>
                    <a:pt x="1713" y="1"/>
                    <a:pt x="16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3"/>
            <p:cNvSpPr/>
            <p:nvPr/>
          </p:nvSpPr>
          <p:spPr>
            <a:xfrm>
              <a:off x="3497000" y="1418075"/>
              <a:ext cx="67925" cy="67250"/>
            </a:xfrm>
            <a:custGeom>
              <a:avLst/>
              <a:gdLst/>
              <a:ahLst/>
              <a:cxnLst/>
              <a:rect l="l" t="t" r="r" b="b"/>
              <a:pathLst>
                <a:path w="2717" h="2690" extrusionOk="0">
                  <a:moveTo>
                    <a:pt x="1210" y="0"/>
                  </a:moveTo>
                  <a:cubicBezTo>
                    <a:pt x="1149" y="0"/>
                    <a:pt x="1088" y="8"/>
                    <a:pt x="1027" y="23"/>
                  </a:cubicBezTo>
                  <a:cubicBezTo>
                    <a:pt x="913" y="46"/>
                    <a:pt x="776" y="92"/>
                    <a:pt x="662" y="183"/>
                  </a:cubicBezTo>
                  <a:cubicBezTo>
                    <a:pt x="571" y="251"/>
                    <a:pt x="457" y="320"/>
                    <a:pt x="366" y="411"/>
                  </a:cubicBezTo>
                  <a:cubicBezTo>
                    <a:pt x="297" y="525"/>
                    <a:pt x="206" y="617"/>
                    <a:pt x="160" y="731"/>
                  </a:cubicBezTo>
                  <a:cubicBezTo>
                    <a:pt x="114" y="822"/>
                    <a:pt x="69" y="913"/>
                    <a:pt x="46" y="1005"/>
                  </a:cubicBezTo>
                  <a:cubicBezTo>
                    <a:pt x="23" y="1096"/>
                    <a:pt x="23" y="1187"/>
                    <a:pt x="0" y="1278"/>
                  </a:cubicBezTo>
                  <a:cubicBezTo>
                    <a:pt x="0" y="1415"/>
                    <a:pt x="0" y="1552"/>
                    <a:pt x="46" y="1667"/>
                  </a:cubicBezTo>
                  <a:cubicBezTo>
                    <a:pt x="69" y="1803"/>
                    <a:pt x="114" y="1918"/>
                    <a:pt x="183" y="2032"/>
                  </a:cubicBezTo>
                  <a:cubicBezTo>
                    <a:pt x="229" y="2123"/>
                    <a:pt x="274" y="2192"/>
                    <a:pt x="343" y="2260"/>
                  </a:cubicBezTo>
                  <a:cubicBezTo>
                    <a:pt x="366" y="2283"/>
                    <a:pt x="388" y="2306"/>
                    <a:pt x="411" y="2328"/>
                  </a:cubicBezTo>
                  <a:cubicBezTo>
                    <a:pt x="480" y="2397"/>
                    <a:pt x="571" y="2443"/>
                    <a:pt x="639" y="2488"/>
                  </a:cubicBezTo>
                  <a:cubicBezTo>
                    <a:pt x="708" y="2534"/>
                    <a:pt x="799" y="2580"/>
                    <a:pt x="891" y="2602"/>
                  </a:cubicBezTo>
                  <a:cubicBezTo>
                    <a:pt x="1039" y="2670"/>
                    <a:pt x="1196" y="2689"/>
                    <a:pt x="1351" y="2689"/>
                  </a:cubicBezTo>
                  <a:cubicBezTo>
                    <a:pt x="1458" y="2689"/>
                    <a:pt x="1564" y="2680"/>
                    <a:pt x="1667" y="2671"/>
                  </a:cubicBezTo>
                  <a:cubicBezTo>
                    <a:pt x="1804" y="2648"/>
                    <a:pt x="1918" y="2580"/>
                    <a:pt x="2032" y="2534"/>
                  </a:cubicBezTo>
                  <a:cubicBezTo>
                    <a:pt x="2055" y="2511"/>
                    <a:pt x="2077" y="2488"/>
                    <a:pt x="2123" y="2465"/>
                  </a:cubicBezTo>
                  <a:cubicBezTo>
                    <a:pt x="2192" y="2420"/>
                    <a:pt x="2260" y="2374"/>
                    <a:pt x="2329" y="2306"/>
                  </a:cubicBezTo>
                  <a:cubicBezTo>
                    <a:pt x="2557" y="2055"/>
                    <a:pt x="2694" y="1735"/>
                    <a:pt x="2694" y="1393"/>
                  </a:cubicBezTo>
                  <a:cubicBezTo>
                    <a:pt x="2717" y="1278"/>
                    <a:pt x="2694" y="1119"/>
                    <a:pt x="2648" y="1005"/>
                  </a:cubicBezTo>
                  <a:cubicBezTo>
                    <a:pt x="2580" y="822"/>
                    <a:pt x="2488" y="639"/>
                    <a:pt x="2329" y="525"/>
                  </a:cubicBezTo>
                  <a:cubicBezTo>
                    <a:pt x="2192" y="388"/>
                    <a:pt x="2032" y="274"/>
                    <a:pt x="1849" y="251"/>
                  </a:cubicBezTo>
                  <a:cubicBezTo>
                    <a:pt x="1804" y="229"/>
                    <a:pt x="1781" y="229"/>
                    <a:pt x="1735" y="229"/>
                  </a:cubicBezTo>
                  <a:cubicBezTo>
                    <a:pt x="1689" y="183"/>
                    <a:pt x="1644" y="114"/>
                    <a:pt x="1575" y="92"/>
                  </a:cubicBezTo>
                  <a:cubicBezTo>
                    <a:pt x="1454" y="31"/>
                    <a:pt x="1332" y="0"/>
                    <a:pt x="1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3"/>
            <p:cNvSpPr/>
            <p:nvPr/>
          </p:nvSpPr>
          <p:spPr>
            <a:xfrm>
              <a:off x="3757200" y="1347875"/>
              <a:ext cx="54800" cy="59950"/>
            </a:xfrm>
            <a:custGeom>
              <a:avLst/>
              <a:gdLst/>
              <a:ahLst/>
              <a:cxnLst/>
              <a:rect l="l" t="t" r="r" b="b"/>
              <a:pathLst>
                <a:path w="2192" h="2398" extrusionOk="0">
                  <a:moveTo>
                    <a:pt x="685" y="1"/>
                  </a:moveTo>
                  <a:cubicBezTo>
                    <a:pt x="503" y="1"/>
                    <a:pt x="343" y="69"/>
                    <a:pt x="206" y="206"/>
                  </a:cubicBezTo>
                  <a:cubicBezTo>
                    <a:pt x="138" y="275"/>
                    <a:pt x="92" y="343"/>
                    <a:pt x="69" y="434"/>
                  </a:cubicBezTo>
                  <a:cubicBezTo>
                    <a:pt x="23" y="503"/>
                    <a:pt x="1" y="594"/>
                    <a:pt x="1" y="708"/>
                  </a:cubicBezTo>
                  <a:cubicBezTo>
                    <a:pt x="1" y="822"/>
                    <a:pt x="46" y="937"/>
                    <a:pt x="92" y="1051"/>
                  </a:cubicBezTo>
                  <a:cubicBezTo>
                    <a:pt x="92" y="1096"/>
                    <a:pt x="69" y="1165"/>
                    <a:pt x="69" y="1233"/>
                  </a:cubicBezTo>
                  <a:cubicBezTo>
                    <a:pt x="46" y="1279"/>
                    <a:pt x="46" y="1325"/>
                    <a:pt x="69" y="1393"/>
                  </a:cubicBezTo>
                  <a:cubicBezTo>
                    <a:pt x="69" y="1484"/>
                    <a:pt x="69" y="1599"/>
                    <a:pt x="115" y="1690"/>
                  </a:cubicBezTo>
                  <a:cubicBezTo>
                    <a:pt x="183" y="1850"/>
                    <a:pt x="229" y="1964"/>
                    <a:pt x="366" y="2101"/>
                  </a:cubicBezTo>
                  <a:cubicBezTo>
                    <a:pt x="548" y="2283"/>
                    <a:pt x="800" y="2397"/>
                    <a:pt x="1073" y="2397"/>
                  </a:cubicBezTo>
                  <a:cubicBezTo>
                    <a:pt x="1279" y="2397"/>
                    <a:pt x="1484" y="2329"/>
                    <a:pt x="1644" y="2215"/>
                  </a:cubicBezTo>
                  <a:cubicBezTo>
                    <a:pt x="1735" y="2146"/>
                    <a:pt x="1804" y="2101"/>
                    <a:pt x="1872" y="2009"/>
                  </a:cubicBezTo>
                  <a:cubicBezTo>
                    <a:pt x="1918" y="1964"/>
                    <a:pt x="1986" y="1895"/>
                    <a:pt x="2009" y="1827"/>
                  </a:cubicBezTo>
                  <a:cubicBezTo>
                    <a:pt x="2055" y="1758"/>
                    <a:pt x="2101" y="1667"/>
                    <a:pt x="2123" y="1599"/>
                  </a:cubicBezTo>
                  <a:cubicBezTo>
                    <a:pt x="2192" y="1416"/>
                    <a:pt x="2192" y="1165"/>
                    <a:pt x="2146" y="982"/>
                  </a:cubicBezTo>
                  <a:cubicBezTo>
                    <a:pt x="2101" y="777"/>
                    <a:pt x="1964" y="571"/>
                    <a:pt x="1827" y="412"/>
                  </a:cubicBezTo>
                  <a:cubicBezTo>
                    <a:pt x="1644" y="252"/>
                    <a:pt x="1461" y="161"/>
                    <a:pt x="1233" y="69"/>
                  </a:cubicBezTo>
                  <a:cubicBezTo>
                    <a:pt x="1165" y="69"/>
                    <a:pt x="1119" y="46"/>
                    <a:pt x="1051" y="46"/>
                  </a:cubicBezTo>
                  <a:cubicBezTo>
                    <a:pt x="937" y="24"/>
                    <a:pt x="822" y="1"/>
                    <a:pt x="6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3"/>
            <p:cNvSpPr/>
            <p:nvPr/>
          </p:nvSpPr>
          <p:spPr>
            <a:xfrm>
              <a:off x="3916400" y="1165275"/>
              <a:ext cx="62225" cy="60175"/>
            </a:xfrm>
            <a:custGeom>
              <a:avLst/>
              <a:gdLst/>
              <a:ahLst/>
              <a:cxnLst/>
              <a:rect l="l" t="t" r="r" b="b"/>
              <a:pathLst>
                <a:path w="2489" h="2407" extrusionOk="0">
                  <a:moveTo>
                    <a:pt x="1302" y="1"/>
                  </a:moveTo>
                  <a:cubicBezTo>
                    <a:pt x="1119" y="24"/>
                    <a:pt x="960" y="92"/>
                    <a:pt x="823" y="206"/>
                  </a:cubicBezTo>
                  <a:cubicBezTo>
                    <a:pt x="731" y="297"/>
                    <a:pt x="663" y="389"/>
                    <a:pt x="594" y="457"/>
                  </a:cubicBezTo>
                  <a:cubicBezTo>
                    <a:pt x="503" y="503"/>
                    <a:pt x="435" y="571"/>
                    <a:pt x="343" y="617"/>
                  </a:cubicBezTo>
                  <a:cubicBezTo>
                    <a:pt x="252" y="663"/>
                    <a:pt x="206" y="731"/>
                    <a:pt x="138" y="800"/>
                  </a:cubicBezTo>
                  <a:cubicBezTo>
                    <a:pt x="92" y="868"/>
                    <a:pt x="47" y="959"/>
                    <a:pt x="24" y="1051"/>
                  </a:cubicBezTo>
                  <a:cubicBezTo>
                    <a:pt x="1" y="1142"/>
                    <a:pt x="1" y="1233"/>
                    <a:pt x="1" y="1325"/>
                  </a:cubicBezTo>
                  <a:cubicBezTo>
                    <a:pt x="24" y="1416"/>
                    <a:pt x="47" y="1507"/>
                    <a:pt x="92" y="1576"/>
                  </a:cubicBezTo>
                  <a:cubicBezTo>
                    <a:pt x="184" y="1735"/>
                    <a:pt x="343" y="1850"/>
                    <a:pt x="503" y="1895"/>
                  </a:cubicBezTo>
                  <a:lnTo>
                    <a:pt x="526" y="1895"/>
                  </a:lnTo>
                  <a:cubicBezTo>
                    <a:pt x="572" y="1964"/>
                    <a:pt x="617" y="2032"/>
                    <a:pt x="686" y="2101"/>
                  </a:cubicBezTo>
                  <a:cubicBezTo>
                    <a:pt x="823" y="2238"/>
                    <a:pt x="1005" y="2352"/>
                    <a:pt x="1211" y="2375"/>
                  </a:cubicBezTo>
                  <a:cubicBezTo>
                    <a:pt x="1275" y="2391"/>
                    <a:pt x="1351" y="2407"/>
                    <a:pt x="1431" y="2407"/>
                  </a:cubicBezTo>
                  <a:cubicBezTo>
                    <a:pt x="1463" y="2407"/>
                    <a:pt x="1497" y="2404"/>
                    <a:pt x="1530" y="2397"/>
                  </a:cubicBezTo>
                  <a:cubicBezTo>
                    <a:pt x="1690" y="2397"/>
                    <a:pt x="1827" y="2375"/>
                    <a:pt x="1987" y="2283"/>
                  </a:cubicBezTo>
                  <a:cubicBezTo>
                    <a:pt x="2215" y="2146"/>
                    <a:pt x="2398" y="1895"/>
                    <a:pt x="2443" y="1644"/>
                  </a:cubicBezTo>
                  <a:cubicBezTo>
                    <a:pt x="2466" y="1462"/>
                    <a:pt x="2489" y="1347"/>
                    <a:pt x="2443" y="1165"/>
                  </a:cubicBezTo>
                  <a:cubicBezTo>
                    <a:pt x="2420" y="1051"/>
                    <a:pt x="2375" y="959"/>
                    <a:pt x="2306" y="868"/>
                  </a:cubicBezTo>
                  <a:cubicBezTo>
                    <a:pt x="2238" y="731"/>
                    <a:pt x="2101" y="571"/>
                    <a:pt x="1964" y="480"/>
                  </a:cubicBezTo>
                  <a:cubicBezTo>
                    <a:pt x="1918" y="389"/>
                    <a:pt x="1873" y="275"/>
                    <a:pt x="1804" y="206"/>
                  </a:cubicBezTo>
                  <a:cubicBezTo>
                    <a:pt x="1667" y="92"/>
                    <a:pt x="1485" y="1"/>
                    <a:pt x="13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3"/>
            <p:cNvSpPr/>
            <p:nvPr/>
          </p:nvSpPr>
          <p:spPr>
            <a:xfrm>
              <a:off x="4020275" y="943225"/>
              <a:ext cx="58800" cy="69150"/>
            </a:xfrm>
            <a:custGeom>
              <a:avLst/>
              <a:gdLst/>
              <a:ahLst/>
              <a:cxnLst/>
              <a:rect l="l" t="t" r="r" b="b"/>
              <a:pathLst>
                <a:path w="2352" h="2766" extrusionOk="0">
                  <a:moveTo>
                    <a:pt x="1048" y="1"/>
                  </a:moveTo>
                  <a:cubicBezTo>
                    <a:pt x="878" y="1"/>
                    <a:pt x="698" y="105"/>
                    <a:pt x="594" y="209"/>
                  </a:cubicBezTo>
                  <a:cubicBezTo>
                    <a:pt x="479" y="323"/>
                    <a:pt x="388" y="529"/>
                    <a:pt x="388" y="711"/>
                  </a:cubicBezTo>
                  <a:cubicBezTo>
                    <a:pt x="343" y="757"/>
                    <a:pt x="297" y="803"/>
                    <a:pt x="251" y="871"/>
                  </a:cubicBezTo>
                  <a:cubicBezTo>
                    <a:pt x="91" y="1076"/>
                    <a:pt x="23" y="1328"/>
                    <a:pt x="0" y="1579"/>
                  </a:cubicBezTo>
                  <a:cubicBezTo>
                    <a:pt x="0" y="1807"/>
                    <a:pt x="69" y="2104"/>
                    <a:pt x="206" y="2286"/>
                  </a:cubicBezTo>
                  <a:cubicBezTo>
                    <a:pt x="297" y="2423"/>
                    <a:pt x="411" y="2537"/>
                    <a:pt x="571" y="2629"/>
                  </a:cubicBezTo>
                  <a:cubicBezTo>
                    <a:pt x="639" y="2674"/>
                    <a:pt x="731" y="2720"/>
                    <a:pt x="822" y="2743"/>
                  </a:cubicBezTo>
                  <a:cubicBezTo>
                    <a:pt x="913" y="2743"/>
                    <a:pt x="1027" y="2766"/>
                    <a:pt x="1119" y="2766"/>
                  </a:cubicBezTo>
                  <a:cubicBezTo>
                    <a:pt x="1438" y="2743"/>
                    <a:pt x="1735" y="2629"/>
                    <a:pt x="1963" y="2400"/>
                  </a:cubicBezTo>
                  <a:cubicBezTo>
                    <a:pt x="2100" y="2263"/>
                    <a:pt x="2214" y="2081"/>
                    <a:pt x="2283" y="1875"/>
                  </a:cubicBezTo>
                  <a:cubicBezTo>
                    <a:pt x="2328" y="1716"/>
                    <a:pt x="2351" y="1533"/>
                    <a:pt x="2328" y="1373"/>
                  </a:cubicBezTo>
                  <a:cubicBezTo>
                    <a:pt x="2328" y="1145"/>
                    <a:pt x="2260" y="962"/>
                    <a:pt x="2169" y="757"/>
                  </a:cubicBezTo>
                  <a:cubicBezTo>
                    <a:pt x="2100" y="597"/>
                    <a:pt x="1986" y="437"/>
                    <a:pt x="1872" y="346"/>
                  </a:cubicBezTo>
                  <a:cubicBezTo>
                    <a:pt x="1781" y="255"/>
                    <a:pt x="1689" y="186"/>
                    <a:pt x="1598" y="141"/>
                  </a:cubicBezTo>
                  <a:cubicBezTo>
                    <a:pt x="1392" y="49"/>
                    <a:pt x="1301" y="26"/>
                    <a:pt x="1096" y="4"/>
                  </a:cubicBezTo>
                  <a:cubicBezTo>
                    <a:pt x="1080" y="2"/>
                    <a:pt x="1064" y="1"/>
                    <a:pt x="10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3"/>
            <p:cNvSpPr/>
            <p:nvPr/>
          </p:nvSpPr>
          <p:spPr>
            <a:xfrm>
              <a:off x="4040250" y="672825"/>
              <a:ext cx="61650" cy="61650"/>
            </a:xfrm>
            <a:custGeom>
              <a:avLst/>
              <a:gdLst/>
              <a:ahLst/>
              <a:cxnLst/>
              <a:rect l="l" t="t" r="r" b="b"/>
              <a:pathLst>
                <a:path w="2466" h="2466" extrusionOk="0">
                  <a:moveTo>
                    <a:pt x="1141" y="0"/>
                  </a:moveTo>
                  <a:cubicBezTo>
                    <a:pt x="1050" y="0"/>
                    <a:pt x="959" y="0"/>
                    <a:pt x="890" y="46"/>
                  </a:cubicBezTo>
                  <a:cubicBezTo>
                    <a:pt x="867" y="69"/>
                    <a:pt x="867" y="69"/>
                    <a:pt x="845" y="69"/>
                  </a:cubicBezTo>
                  <a:cubicBezTo>
                    <a:pt x="753" y="92"/>
                    <a:pt x="685" y="115"/>
                    <a:pt x="593" y="160"/>
                  </a:cubicBezTo>
                  <a:cubicBezTo>
                    <a:pt x="525" y="206"/>
                    <a:pt x="457" y="252"/>
                    <a:pt x="388" y="297"/>
                  </a:cubicBezTo>
                  <a:cubicBezTo>
                    <a:pt x="388" y="320"/>
                    <a:pt x="365" y="343"/>
                    <a:pt x="342" y="366"/>
                  </a:cubicBezTo>
                  <a:cubicBezTo>
                    <a:pt x="274" y="434"/>
                    <a:pt x="205" y="525"/>
                    <a:pt x="160" y="617"/>
                  </a:cubicBezTo>
                  <a:cubicBezTo>
                    <a:pt x="114" y="708"/>
                    <a:pt x="46" y="822"/>
                    <a:pt x="23" y="936"/>
                  </a:cubicBezTo>
                  <a:cubicBezTo>
                    <a:pt x="0" y="1028"/>
                    <a:pt x="0" y="1142"/>
                    <a:pt x="0" y="1256"/>
                  </a:cubicBezTo>
                  <a:cubicBezTo>
                    <a:pt x="0" y="1347"/>
                    <a:pt x="23" y="1438"/>
                    <a:pt x="23" y="1507"/>
                  </a:cubicBezTo>
                  <a:cubicBezTo>
                    <a:pt x="23" y="1530"/>
                    <a:pt x="46" y="1575"/>
                    <a:pt x="46" y="1598"/>
                  </a:cubicBezTo>
                  <a:cubicBezTo>
                    <a:pt x="68" y="1667"/>
                    <a:pt x="114" y="1735"/>
                    <a:pt x="137" y="1827"/>
                  </a:cubicBezTo>
                  <a:cubicBezTo>
                    <a:pt x="137" y="1849"/>
                    <a:pt x="160" y="1872"/>
                    <a:pt x="183" y="1895"/>
                  </a:cubicBezTo>
                  <a:cubicBezTo>
                    <a:pt x="228" y="1963"/>
                    <a:pt x="274" y="2032"/>
                    <a:pt x="320" y="2078"/>
                  </a:cubicBezTo>
                  <a:cubicBezTo>
                    <a:pt x="342" y="2100"/>
                    <a:pt x="365" y="2123"/>
                    <a:pt x="388" y="2146"/>
                  </a:cubicBezTo>
                  <a:cubicBezTo>
                    <a:pt x="434" y="2192"/>
                    <a:pt x="502" y="2260"/>
                    <a:pt x="571" y="2283"/>
                  </a:cubicBezTo>
                  <a:cubicBezTo>
                    <a:pt x="639" y="2329"/>
                    <a:pt x="730" y="2374"/>
                    <a:pt x="799" y="2397"/>
                  </a:cubicBezTo>
                  <a:cubicBezTo>
                    <a:pt x="913" y="2443"/>
                    <a:pt x="1027" y="2443"/>
                    <a:pt x="1141" y="2466"/>
                  </a:cubicBezTo>
                  <a:cubicBezTo>
                    <a:pt x="1233" y="2466"/>
                    <a:pt x="1370" y="2443"/>
                    <a:pt x="1461" y="2420"/>
                  </a:cubicBezTo>
                  <a:cubicBezTo>
                    <a:pt x="1575" y="2397"/>
                    <a:pt x="1666" y="2351"/>
                    <a:pt x="1780" y="2306"/>
                  </a:cubicBezTo>
                  <a:cubicBezTo>
                    <a:pt x="1826" y="2283"/>
                    <a:pt x="1872" y="2260"/>
                    <a:pt x="1917" y="2237"/>
                  </a:cubicBezTo>
                  <a:cubicBezTo>
                    <a:pt x="1986" y="2192"/>
                    <a:pt x="2054" y="2146"/>
                    <a:pt x="2100" y="2078"/>
                  </a:cubicBezTo>
                  <a:cubicBezTo>
                    <a:pt x="2168" y="2032"/>
                    <a:pt x="2214" y="1963"/>
                    <a:pt x="2260" y="1895"/>
                  </a:cubicBezTo>
                  <a:cubicBezTo>
                    <a:pt x="2328" y="1804"/>
                    <a:pt x="2374" y="1690"/>
                    <a:pt x="2397" y="1598"/>
                  </a:cubicBezTo>
                  <a:cubicBezTo>
                    <a:pt x="2442" y="1484"/>
                    <a:pt x="2465" y="1370"/>
                    <a:pt x="2465" y="1256"/>
                  </a:cubicBezTo>
                  <a:cubicBezTo>
                    <a:pt x="2465" y="1165"/>
                    <a:pt x="2442" y="1073"/>
                    <a:pt x="2420" y="982"/>
                  </a:cubicBezTo>
                  <a:cubicBezTo>
                    <a:pt x="2420" y="959"/>
                    <a:pt x="2420" y="936"/>
                    <a:pt x="2397" y="891"/>
                  </a:cubicBezTo>
                  <a:cubicBezTo>
                    <a:pt x="2351" y="777"/>
                    <a:pt x="2305" y="662"/>
                    <a:pt x="2237" y="571"/>
                  </a:cubicBezTo>
                  <a:cubicBezTo>
                    <a:pt x="2191" y="503"/>
                    <a:pt x="2146" y="411"/>
                    <a:pt x="2077" y="366"/>
                  </a:cubicBezTo>
                  <a:cubicBezTo>
                    <a:pt x="2009" y="297"/>
                    <a:pt x="1940" y="252"/>
                    <a:pt x="1872" y="183"/>
                  </a:cubicBezTo>
                  <a:cubicBezTo>
                    <a:pt x="1849" y="183"/>
                    <a:pt x="1803" y="160"/>
                    <a:pt x="1780" y="137"/>
                  </a:cubicBezTo>
                  <a:cubicBezTo>
                    <a:pt x="1689" y="92"/>
                    <a:pt x="1621" y="69"/>
                    <a:pt x="1529" y="46"/>
                  </a:cubicBezTo>
                  <a:cubicBezTo>
                    <a:pt x="1438" y="0"/>
                    <a:pt x="1347" y="0"/>
                    <a:pt x="12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3"/>
            <p:cNvSpPr/>
            <p:nvPr/>
          </p:nvSpPr>
          <p:spPr>
            <a:xfrm>
              <a:off x="3830250" y="494350"/>
              <a:ext cx="60500" cy="62100"/>
            </a:xfrm>
            <a:custGeom>
              <a:avLst/>
              <a:gdLst/>
              <a:ahLst/>
              <a:cxnLst/>
              <a:rect l="l" t="t" r="r" b="b"/>
              <a:pathLst>
                <a:path w="2420" h="2484" extrusionOk="0">
                  <a:moveTo>
                    <a:pt x="1106" y="0"/>
                  </a:moveTo>
                  <a:cubicBezTo>
                    <a:pt x="1057" y="0"/>
                    <a:pt x="1008" y="6"/>
                    <a:pt x="959" y="18"/>
                  </a:cubicBezTo>
                  <a:cubicBezTo>
                    <a:pt x="731" y="86"/>
                    <a:pt x="525" y="223"/>
                    <a:pt x="366" y="383"/>
                  </a:cubicBezTo>
                  <a:cubicBezTo>
                    <a:pt x="297" y="475"/>
                    <a:pt x="229" y="566"/>
                    <a:pt x="160" y="657"/>
                  </a:cubicBezTo>
                  <a:cubicBezTo>
                    <a:pt x="137" y="748"/>
                    <a:pt x="92" y="817"/>
                    <a:pt x="69" y="908"/>
                  </a:cubicBezTo>
                  <a:cubicBezTo>
                    <a:pt x="46" y="931"/>
                    <a:pt x="46" y="954"/>
                    <a:pt x="46" y="999"/>
                  </a:cubicBezTo>
                  <a:cubicBezTo>
                    <a:pt x="23" y="1114"/>
                    <a:pt x="0" y="1228"/>
                    <a:pt x="0" y="1342"/>
                  </a:cubicBezTo>
                  <a:cubicBezTo>
                    <a:pt x="0" y="1456"/>
                    <a:pt x="23" y="1570"/>
                    <a:pt x="69" y="1684"/>
                  </a:cubicBezTo>
                  <a:cubicBezTo>
                    <a:pt x="92" y="1753"/>
                    <a:pt x="114" y="1844"/>
                    <a:pt x="160" y="1913"/>
                  </a:cubicBezTo>
                  <a:cubicBezTo>
                    <a:pt x="206" y="1981"/>
                    <a:pt x="274" y="2049"/>
                    <a:pt x="320" y="2118"/>
                  </a:cubicBezTo>
                  <a:cubicBezTo>
                    <a:pt x="343" y="2141"/>
                    <a:pt x="366" y="2164"/>
                    <a:pt x="366" y="2164"/>
                  </a:cubicBezTo>
                  <a:cubicBezTo>
                    <a:pt x="434" y="2232"/>
                    <a:pt x="502" y="2278"/>
                    <a:pt x="571" y="2323"/>
                  </a:cubicBezTo>
                  <a:cubicBezTo>
                    <a:pt x="662" y="2369"/>
                    <a:pt x="776" y="2415"/>
                    <a:pt x="890" y="2437"/>
                  </a:cubicBezTo>
                  <a:cubicBezTo>
                    <a:pt x="959" y="2460"/>
                    <a:pt x="1050" y="2483"/>
                    <a:pt x="1142" y="2483"/>
                  </a:cubicBezTo>
                  <a:lnTo>
                    <a:pt x="1210" y="2483"/>
                  </a:lnTo>
                  <a:cubicBezTo>
                    <a:pt x="1438" y="2483"/>
                    <a:pt x="1667" y="2437"/>
                    <a:pt x="1849" y="2301"/>
                  </a:cubicBezTo>
                  <a:cubicBezTo>
                    <a:pt x="1918" y="2278"/>
                    <a:pt x="1986" y="2209"/>
                    <a:pt x="2032" y="2164"/>
                  </a:cubicBezTo>
                  <a:cubicBezTo>
                    <a:pt x="2077" y="2118"/>
                    <a:pt x="2123" y="2072"/>
                    <a:pt x="2146" y="2027"/>
                  </a:cubicBezTo>
                  <a:cubicBezTo>
                    <a:pt x="2192" y="2004"/>
                    <a:pt x="2214" y="1958"/>
                    <a:pt x="2237" y="1913"/>
                  </a:cubicBezTo>
                  <a:cubicBezTo>
                    <a:pt x="2260" y="1844"/>
                    <a:pt x="2306" y="1776"/>
                    <a:pt x="2328" y="1707"/>
                  </a:cubicBezTo>
                  <a:cubicBezTo>
                    <a:pt x="2328" y="1707"/>
                    <a:pt x="2328" y="1684"/>
                    <a:pt x="2328" y="1661"/>
                  </a:cubicBezTo>
                  <a:cubicBezTo>
                    <a:pt x="2420" y="1388"/>
                    <a:pt x="2351" y="1091"/>
                    <a:pt x="2214" y="840"/>
                  </a:cubicBezTo>
                  <a:cubicBezTo>
                    <a:pt x="2192" y="794"/>
                    <a:pt x="2169" y="748"/>
                    <a:pt x="2123" y="703"/>
                  </a:cubicBezTo>
                  <a:cubicBezTo>
                    <a:pt x="2077" y="657"/>
                    <a:pt x="2055" y="611"/>
                    <a:pt x="2009" y="566"/>
                  </a:cubicBezTo>
                  <a:cubicBezTo>
                    <a:pt x="1940" y="497"/>
                    <a:pt x="1849" y="429"/>
                    <a:pt x="1758" y="383"/>
                  </a:cubicBezTo>
                  <a:cubicBezTo>
                    <a:pt x="1712" y="269"/>
                    <a:pt x="1621" y="155"/>
                    <a:pt x="1507" y="109"/>
                  </a:cubicBezTo>
                  <a:cubicBezTo>
                    <a:pt x="1373" y="42"/>
                    <a:pt x="1239" y="0"/>
                    <a:pt x="11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7" name="Google Shape;577;p13"/>
          <p:cNvGrpSpPr/>
          <p:nvPr/>
        </p:nvGrpSpPr>
        <p:grpSpPr>
          <a:xfrm>
            <a:off x="6514450" y="4555425"/>
            <a:ext cx="1067700" cy="1029050"/>
            <a:chOff x="4445375" y="3754025"/>
            <a:chExt cx="1067700" cy="1029050"/>
          </a:xfrm>
        </p:grpSpPr>
        <p:sp>
          <p:nvSpPr>
            <p:cNvPr id="578" name="Google Shape;578;p13"/>
            <p:cNvSpPr/>
            <p:nvPr/>
          </p:nvSpPr>
          <p:spPr>
            <a:xfrm>
              <a:off x="4445375" y="3754025"/>
              <a:ext cx="1067700" cy="1029050"/>
            </a:xfrm>
            <a:custGeom>
              <a:avLst/>
              <a:gdLst/>
              <a:ahLst/>
              <a:cxnLst/>
              <a:rect l="l" t="t" r="r" b="b"/>
              <a:pathLst>
                <a:path w="42708" h="41162" extrusionOk="0">
                  <a:moveTo>
                    <a:pt x="18268" y="754"/>
                  </a:moveTo>
                  <a:cubicBezTo>
                    <a:pt x="21180" y="754"/>
                    <a:pt x="24101" y="1353"/>
                    <a:pt x="26844" y="2291"/>
                  </a:cubicBezTo>
                  <a:cubicBezTo>
                    <a:pt x="30975" y="3684"/>
                    <a:pt x="35083" y="5807"/>
                    <a:pt x="37594" y="9481"/>
                  </a:cubicBezTo>
                  <a:cubicBezTo>
                    <a:pt x="38850" y="11307"/>
                    <a:pt x="39717" y="13362"/>
                    <a:pt x="40356" y="15462"/>
                  </a:cubicBezTo>
                  <a:cubicBezTo>
                    <a:pt x="41018" y="17539"/>
                    <a:pt x="41429" y="19684"/>
                    <a:pt x="41520" y="21876"/>
                  </a:cubicBezTo>
                  <a:cubicBezTo>
                    <a:pt x="41703" y="26098"/>
                    <a:pt x="40539" y="30252"/>
                    <a:pt x="37708" y="33448"/>
                  </a:cubicBezTo>
                  <a:cubicBezTo>
                    <a:pt x="35038" y="36461"/>
                    <a:pt x="31363" y="38469"/>
                    <a:pt x="27551" y="39565"/>
                  </a:cubicBezTo>
                  <a:cubicBezTo>
                    <a:pt x="25655" y="40107"/>
                    <a:pt x="23718" y="40389"/>
                    <a:pt x="21791" y="40389"/>
                  </a:cubicBezTo>
                  <a:cubicBezTo>
                    <a:pt x="19334" y="40389"/>
                    <a:pt x="16891" y="39931"/>
                    <a:pt x="14564" y="38972"/>
                  </a:cubicBezTo>
                  <a:cubicBezTo>
                    <a:pt x="10706" y="37374"/>
                    <a:pt x="7419" y="34544"/>
                    <a:pt x="5182" y="31028"/>
                  </a:cubicBezTo>
                  <a:cubicBezTo>
                    <a:pt x="823" y="24158"/>
                    <a:pt x="229" y="14686"/>
                    <a:pt x="4635" y="7678"/>
                  </a:cubicBezTo>
                  <a:cubicBezTo>
                    <a:pt x="5160" y="6811"/>
                    <a:pt x="5776" y="5989"/>
                    <a:pt x="6461" y="5236"/>
                  </a:cubicBezTo>
                  <a:cubicBezTo>
                    <a:pt x="6483" y="5236"/>
                    <a:pt x="6483" y="5213"/>
                    <a:pt x="6506" y="5190"/>
                  </a:cubicBezTo>
                  <a:cubicBezTo>
                    <a:pt x="8424" y="3341"/>
                    <a:pt x="10866" y="2063"/>
                    <a:pt x="13445" y="1356"/>
                  </a:cubicBezTo>
                  <a:cubicBezTo>
                    <a:pt x="15029" y="939"/>
                    <a:pt x="16647" y="754"/>
                    <a:pt x="18268" y="754"/>
                  </a:cubicBezTo>
                  <a:close/>
                  <a:moveTo>
                    <a:pt x="18378" y="0"/>
                  </a:moveTo>
                  <a:cubicBezTo>
                    <a:pt x="17616" y="0"/>
                    <a:pt x="16853" y="40"/>
                    <a:pt x="16093" y="123"/>
                  </a:cubicBezTo>
                  <a:cubicBezTo>
                    <a:pt x="12098" y="534"/>
                    <a:pt x="8150" y="2246"/>
                    <a:pt x="5388" y="5236"/>
                  </a:cubicBezTo>
                  <a:cubicBezTo>
                    <a:pt x="4703" y="5943"/>
                    <a:pt x="4132" y="6742"/>
                    <a:pt x="3630" y="7587"/>
                  </a:cubicBezTo>
                  <a:cubicBezTo>
                    <a:pt x="3562" y="7701"/>
                    <a:pt x="3562" y="7815"/>
                    <a:pt x="3607" y="7906"/>
                  </a:cubicBezTo>
                  <a:cubicBezTo>
                    <a:pt x="1" y="14183"/>
                    <a:pt x="69" y="22286"/>
                    <a:pt x="3105" y="28814"/>
                  </a:cubicBezTo>
                  <a:cubicBezTo>
                    <a:pt x="4931" y="32718"/>
                    <a:pt x="7853" y="36073"/>
                    <a:pt x="11551" y="38287"/>
                  </a:cubicBezTo>
                  <a:cubicBezTo>
                    <a:pt x="14671" y="40163"/>
                    <a:pt x="18229" y="41162"/>
                    <a:pt x="21856" y="41162"/>
                  </a:cubicBezTo>
                  <a:cubicBezTo>
                    <a:pt x="22687" y="41162"/>
                    <a:pt x="23522" y="41109"/>
                    <a:pt x="24356" y="41003"/>
                  </a:cubicBezTo>
                  <a:cubicBezTo>
                    <a:pt x="28647" y="40432"/>
                    <a:pt x="32915" y="38675"/>
                    <a:pt x="36270" y="35890"/>
                  </a:cubicBezTo>
                  <a:cubicBezTo>
                    <a:pt x="39580" y="33151"/>
                    <a:pt x="41657" y="29385"/>
                    <a:pt x="42182" y="25117"/>
                  </a:cubicBezTo>
                  <a:cubicBezTo>
                    <a:pt x="42707" y="20620"/>
                    <a:pt x="41657" y="15895"/>
                    <a:pt x="39763" y="11810"/>
                  </a:cubicBezTo>
                  <a:cubicBezTo>
                    <a:pt x="38804" y="9732"/>
                    <a:pt x="37526" y="7838"/>
                    <a:pt x="35814" y="6309"/>
                  </a:cubicBezTo>
                  <a:cubicBezTo>
                    <a:pt x="34148" y="4802"/>
                    <a:pt x="32185" y="3661"/>
                    <a:pt x="30130" y="2748"/>
                  </a:cubicBezTo>
                  <a:cubicBezTo>
                    <a:pt x="26462" y="1115"/>
                    <a:pt x="22422" y="0"/>
                    <a:pt x="18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4525850" y="3828875"/>
              <a:ext cx="901050" cy="847950"/>
            </a:xfrm>
            <a:custGeom>
              <a:avLst/>
              <a:gdLst/>
              <a:ahLst/>
              <a:cxnLst/>
              <a:rect l="l" t="t" r="r" b="b"/>
              <a:pathLst>
                <a:path w="36042" h="33918" extrusionOk="0">
                  <a:moveTo>
                    <a:pt x="15729" y="732"/>
                  </a:moveTo>
                  <a:cubicBezTo>
                    <a:pt x="18305" y="732"/>
                    <a:pt x="20906" y="1153"/>
                    <a:pt x="23328" y="1922"/>
                  </a:cubicBezTo>
                  <a:cubicBezTo>
                    <a:pt x="26546" y="2927"/>
                    <a:pt x="29536" y="4707"/>
                    <a:pt x="31659" y="7355"/>
                  </a:cubicBezTo>
                  <a:cubicBezTo>
                    <a:pt x="33873" y="10139"/>
                    <a:pt x="34992" y="13746"/>
                    <a:pt x="34946" y="17284"/>
                  </a:cubicBezTo>
                  <a:cubicBezTo>
                    <a:pt x="34832" y="23926"/>
                    <a:pt x="30678" y="30157"/>
                    <a:pt x="24309" y="32303"/>
                  </a:cubicBezTo>
                  <a:cubicBezTo>
                    <a:pt x="22589" y="32880"/>
                    <a:pt x="20779" y="33172"/>
                    <a:pt x="18968" y="33172"/>
                  </a:cubicBezTo>
                  <a:cubicBezTo>
                    <a:pt x="17343" y="33172"/>
                    <a:pt x="15717" y="32937"/>
                    <a:pt x="14152" y="32463"/>
                  </a:cubicBezTo>
                  <a:cubicBezTo>
                    <a:pt x="11048" y="31527"/>
                    <a:pt x="8263" y="29632"/>
                    <a:pt x="6140" y="27167"/>
                  </a:cubicBezTo>
                  <a:cubicBezTo>
                    <a:pt x="1461" y="21757"/>
                    <a:pt x="525" y="14065"/>
                    <a:pt x="3127" y="7492"/>
                  </a:cubicBezTo>
                  <a:cubicBezTo>
                    <a:pt x="3401" y="6807"/>
                    <a:pt x="3721" y="6145"/>
                    <a:pt x="4063" y="5506"/>
                  </a:cubicBezTo>
                  <a:cubicBezTo>
                    <a:pt x="6072" y="2881"/>
                    <a:pt x="9245" y="1443"/>
                    <a:pt x="12486" y="964"/>
                  </a:cubicBezTo>
                  <a:cubicBezTo>
                    <a:pt x="13552" y="808"/>
                    <a:pt x="14638" y="732"/>
                    <a:pt x="15729" y="732"/>
                  </a:cubicBezTo>
                  <a:close/>
                  <a:moveTo>
                    <a:pt x="15639" y="0"/>
                  </a:moveTo>
                  <a:cubicBezTo>
                    <a:pt x="15463" y="0"/>
                    <a:pt x="15287" y="2"/>
                    <a:pt x="15111" y="5"/>
                  </a:cubicBezTo>
                  <a:cubicBezTo>
                    <a:pt x="11299" y="73"/>
                    <a:pt x="7373" y="1101"/>
                    <a:pt x="4565" y="3794"/>
                  </a:cubicBezTo>
                  <a:cubicBezTo>
                    <a:pt x="4360" y="3999"/>
                    <a:pt x="4155" y="4205"/>
                    <a:pt x="3972" y="4433"/>
                  </a:cubicBezTo>
                  <a:cubicBezTo>
                    <a:pt x="3858" y="4433"/>
                    <a:pt x="3767" y="4479"/>
                    <a:pt x="3698" y="4593"/>
                  </a:cubicBezTo>
                  <a:cubicBezTo>
                    <a:pt x="3607" y="4753"/>
                    <a:pt x="3515" y="4935"/>
                    <a:pt x="3424" y="5095"/>
                  </a:cubicBezTo>
                  <a:cubicBezTo>
                    <a:pt x="3264" y="5323"/>
                    <a:pt x="3082" y="5552"/>
                    <a:pt x="2922" y="5803"/>
                  </a:cubicBezTo>
                  <a:cubicBezTo>
                    <a:pt x="2854" y="5917"/>
                    <a:pt x="2854" y="6054"/>
                    <a:pt x="2899" y="6145"/>
                  </a:cubicBezTo>
                  <a:cubicBezTo>
                    <a:pt x="0" y="12422"/>
                    <a:pt x="229" y="20023"/>
                    <a:pt x="4155" y="25843"/>
                  </a:cubicBezTo>
                  <a:cubicBezTo>
                    <a:pt x="6049" y="28628"/>
                    <a:pt x="8674" y="30956"/>
                    <a:pt x="11755" y="32371"/>
                  </a:cubicBezTo>
                  <a:cubicBezTo>
                    <a:pt x="14029" y="33405"/>
                    <a:pt x="16491" y="33918"/>
                    <a:pt x="18965" y="33918"/>
                  </a:cubicBezTo>
                  <a:cubicBezTo>
                    <a:pt x="20041" y="33918"/>
                    <a:pt x="21120" y="33820"/>
                    <a:pt x="22187" y="33627"/>
                  </a:cubicBezTo>
                  <a:cubicBezTo>
                    <a:pt x="25656" y="32988"/>
                    <a:pt x="28920" y="31253"/>
                    <a:pt x="31271" y="28628"/>
                  </a:cubicBezTo>
                  <a:cubicBezTo>
                    <a:pt x="33554" y="26094"/>
                    <a:pt x="35037" y="22876"/>
                    <a:pt x="35517" y="19498"/>
                  </a:cubicBezTo>
                  <a:cubicBezTo>
                    <a:pt x="36042" y="15960"/>
                    <a:pt x="35425" y="12331"/>
                    <a:pt x="33736" y="9181"/>
                  </a:cubicBezTo>
                  <a:cubicBezTo>
                    <a:pt x="32024" y="5940"/>
                    <a:pt x="29171" y="3520"/>
                    <a:pt x="25839" y="2059"/>
                  </a:cubicBezTo>
                  <a:cubicBezTo>
                    <a:pt x="22645" y="647"/>
                    <a:pt x="19120" y="0"/>
                    <a:pt x="156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3"/>
            <p:cNvSpPr/>
            <p:nvPr/>
          </p:nvSpPr>
          <p:spPr>
            <a:xfrm>
              <a:off x="4684475" y="3927800"/>
              <a:ext cx="575225" cy="578550"/>
            </a:xfrm>
            <a:custGeom>
              <a:avLst/>
              <a:gdLst/>
              <a:ahLst/>
              <a:cxnLst/>
              <a:rect l="l" t="t" r="r" b="b"/>
              <a:pathLst>
                <a:path w="23009" h="23142" extrusionOk="0">
                  <a:moveTo>
                    <a:pt x="8298" y="779"/>
                  </a:moveTo>
                  <a:cubicBezTo>
                    <a:pt x="9182" y="779"/>
                    <a:pt x="10067" y="877"/>
                    <a:pt x="10888" y="1001"/>
                  </a:cubicBezTo>
                  <a:cubicBezTo>
                    <a:pt x="15454" y="1732"/>
                    <a:pt x="19813" y="4402"/>
                    <a:pt x="21388" y="8921"/>
                  </a:cubicBezTo>
                  <a:cubicBezTo>
                    <a:pt x="22141" y="11021"/>
                    <a:pt x="22187" y="13304"/>
                    <a:pt x="21365" y="15381"/>
                  </a:cubicBezTo>
                  <a:cubicBezTo>
                    <a:pt x="20475" y="17618"/>
                    <a:pt x="18763" y="19535"/>
                    <a:pt x="16732" y="20791"/>
                  </a:cubicBezTo>
                  <a:cubicBezTo>
                    <a:pt x="15082" y="21810"/>
                    <a:pt x="13192" y="22393"/>
                    <a:pt x="11281" y="22393"/>
                  </a:cubicBezTo>
                  <a:cubicBezTo>
                    <a:pt x="10839" y="22393"/>
                    <a:pt x="10395" y="22361"/>
                    <a:pt x="9953" y="22297"/>
                  </a:cubicBezTo>
                  <a:cubicBezTo>
                    <a:pt x="7624" y="21955"/>
                    <a:pt x="5570" y="20722"/>
                    <a:pt x="4109" y="18896"/>
                  </a:cubicBezTo>
                  <a:cubicBezTo>
                    <a:pt x="2534" y="16887"/>
                    <a:pt x="1599" y="14331"/>
                    <a:pt x="1279" y="11820"/>
                  </a:cubicBezTo>
                  <a:cubicBezTo>
                    <a:pt x="937" y="9127"/>
                    <a:pt x="1302" y="6342"/>
                    <a:pt x="2603" y="3946"/>
                  </a:cubicBezTo>
                  <a:cubicBezTo>
                    <a:pt x="2671" y="3831"/>
                    <a:pt x="2671" y="3717"/>
                    <a:pt x="2626" y="3626"/>
                  </a:cubicBezTo>
                  <a:cubicBezTo>
                    <a:pt x="3014" y="3033"/>
                    <a:pt x="3447" y="2508"/>
                    <a:pt x="3995" y="2051"/>
                  </a:cubicBezTo>
                  <a:cubicBezTo>
                    <a:pt x="5201" y="1078"/>
                    <a:pt x="6749" y="779"/>
                    <a:pt x="8298" y="779"/>
                  </a:cubicBezTo>
                  <a:close/>
                  <a:moveTo>
                    <a:pt x="8312" y="0"/>
                  </a:moveTo>
                  <a:cubicBezTo>
                    <a:pt x="6754" y="0"/>
                    <a:pt x="5221" y="298"/>
                    <a:pt x="3972" y="1138"/>
                  </a:cubicBezTo>
                  <a:cubicBezTo>
                    <a:pt x="1850" y="2553"/>
                    <a:pt x="845" y="5087"/>
                    <a:pt x="571" y="7529"/>
                  </a:cubicBezTo>
                  <a:cubicBezTo>
                    <a:pt x="549" y="7598"/>
                    <a:pt x="571" y="7643"/>
                    <a:pt x="571" y="7689"/>
                  </a:cubicBezTo>
                  <a:cubicBezTo>
                    <a:pt x="1" y="11318"/>
                    <a:pt x="822" y="15221"/>
                    <a:pt x="2763" y="18280"/>
                  </a:cubicBezTo>
                  <a:cubicBezTo>
                    <a:pt x="4041" y="20311"/>
                    <a:pt x="5890" y="21932"/>
                    <a:pt x="8195" y="22662"/>
                  </a:cubicBezTo>
                  <a:cubicBezTo>
                    <a:pt x="9203" y="22986"/>
                    <a:pt x="10246" y="23141"/>
                    <a:pt x="11287" y="23141"/>
                  </a:cubicBezTo>
                  <a:cubicBezTo>
                    <a:pt x="12814" y="23141"/>
                    <a:pt x="14339" y="22807"/>
                    <a:pt x="15750" y="22183"/>
                  </a:cubicBezTo>
                  <a:cubicBezTo>
                    <a:pt x="18078" y="21133"/>
                    <a:pt x="20087" y="19307"/>
                    <a:pt x="21365" y="17093"/>
                  </a:cubicBezTo>
                  <a:cubicBezTo>
                    <a:pt x="22598" y="14970"/>
                    <a:pt x="23009" y="12528"/>
                    <a:pt x="22529" y="10131"/>
                  </a:cubicBezTo>
                  <a:cubicBezTo>
                    <a:pt x="21502" y="5110"/>
                    <a:pt x="17211" y="1686"/>
                    <a:pt x="12395" y="545"/>
                  </a:cubicBezTo>
                  <a:cubicBezTo>
                    <a:pt x="11140" y="242"/>
                    <a:pt x="9716" y="0"/>
                    <a:pt x="83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3"/>
            <p:cNvSpPr/>
            <p:nvPr/>
          </p:nvSpPr>
          <p:spPr>
            <a:xfrm>
              <a:off x="4832850" y="4094200"/>
              <a:ext cx="292175" cy="273000"/>
            </a:xfrm>
            <a:custGeom>
              <a:avLst/>
              <a:gdLst/>
              <a:ahLst/>
              <a:cxnLst/>
              <a:rect l="l" t="t" r="r" b="b"/>
              <a:pathLst>
                <a:path w="11687" h="10920" extrusionOk="0">
                  <a:moveTo>
                    <a:pt x="4301" y="761"/>
                  </a:moveTo>
                  <a:cubicBezTo>
                    <a:pt x="4948" y="761"/>
                    <a:pt x="5577" y="847"/>
                    <a:pt x="6072" y="964"/>
                  </a:cubicBezTo>
                  <a:cubicBezTo>
                    <a:pt x="8012" y="1444"/>
                    <a:pt x="9998" y="2768"/>
                    <a:pt x="10523" y="4822"/>
                  </a:cubicBezTo>
                  <a:cubicBezTo>
                    <a:pt x="11048" y="6876"/>
                    <a:pt x="9427" y="8588"/>
                    <a:pt x="7761" y="9501"/>
                  </a:cubicBezTo>
                  <a:cubicBezTo>
                    <a:pt x="6957" y="9928"/>
                    <a:pt x="6072" y="10174"/>
                    <a:pt x="5209" y="10174"/>
                  </a:cubicBezTo>
                  <a:cubicBezTo>
                    <a:pt x="4134" y="10174"/>
                    <a:pt x="3093" y="9793"/>
                    <a:pt x="2283" y="8908"/>
                  </a:cubicBezTo>
                  <a:cubicBezTo>
                    <a:pt x="594" y="7036"/>
                    <a:pt x="754" y="4365"/>
                    <a:pt x="1233" y="2060"/>
                  </a:cubicBezTo>
                  <a:cubicBezTo>
                    <a:pt x="1772" y="1072"/>
                    <a:pt x="3067" y="761"/>
                    <a:pt x="4301" y="761"/>
                  </a:cubicBezTo>
                  <a:close/>
                  <a:moveTo>
                    <a:pt x="4332" y="1"/>
                  </a:moveTo>
                  <a:cubicBezTo>
                    <a:pt x="3014" y="1"/>
                    <a:pt x="1677" y="328"/>
                    <a:pt x="891" y="1238"/>
                  </a:cubicBezTo>
                  <a:cubicBezTo>
                    <a:pt x="731" y="1261"/>
                    <a:pt x="594" y="1330"/>
                    <a:pt x="571" y="1512"/>
                  </a:cubicBezTo>
                  <a:cubicBezTo>
                    <a:pt x="548" y="1604"/>
                    <a:pt x="525" y="1695"/>
                    <a:pt x="503" y="1786"/>
                  </a:cubicBezTo>
                  <a:cubicBezTo>
                    <a:pt x="434" y="1946"/>
                    <a:pt x="366" y="2106"/>
                    <a:pt x="320" y="2288"/>
                  </a:cubicBezTo>
                  <a:cubicBezTo>
                    <a:pt x="274" y="2402"/>
                    <a:pt x="297" y="2517"/>
                    <a:pt x="366" y="2585"/>
                  </a:cubicBezTo>
                  <a:cubicBezTo>
                    <a:pt x="0" y="4822"/>
                    <a:pt x="23" y="7219"/>
                    <a:pt x="1461" y="9090"/>
                  </a:cubicBezTo>
                  <a:cubicBezTo>
                    <a:pt x="2434" y="10343"/>
                    <a:pt x="3806" y="10920"/>
                    <a:pt x="5239" y="10920"/>
                  </a:cubicBezTo>
                  <a:cubicBezTo>
                    <a:pt x="6027" y="10920"/>
                    <a:pt x="6833" y="10746"/>
                    <a:pt x="7601" y="10414"/>
                  </a:cubicBezTo>
                  <a:cubicBezTo>
                    <a:pt x="9655" y="9524"/>
                    <a:pt x="11687" y="7538"/>
                    <a:pt x="11367" y="5141"/>
                  </a:cubicBezTo>
                  <a:cubicBezTo>
                    <a:pt x="11048" y="2745"/>
                    <a:pt x="8902" y="1033"/>
                    <a:pt x="6734" y="348"/>
                  </a:cubicBezTo>
                  <a:cubicBezTo>
                    <a:pt x="6048" y="141"/>
                    <a:pt x="5194" y="1"/>
                    <a:pt x="43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4974375" y="4233575"/>
              <a:ext cx="575" cy="57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23" y="0"/>
                  </a:moveTo>
                  <a:cubicBezTo>
                    <a:pt x="23" y="23"/>
                    <a:pt x="0" y="23"/>
                    <a:pt x="0" y="23"/>
                  </a:cubicBezTo>
                  <a:cubicBezTo>
                    <a:pt x="23" y="23"/>
                    <a:pt x="23" y="23"/>
                    <a:pt x="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4977225" y="4222150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3" y="1"/>
                  </a:moveTo>
                  <a:cubicBezTo>
                    <a:pt x="0" y="1"/>
                    <a:pt x="0" y="1"/>
                    <a:pt x="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4915600" y="4190775"/>
              <a:ext cx="82750" cy="69875"/>
            </a:xfrm>
            <a:custGeom>
              <a:avLst/>
              <a:gdLst/>
              <a:ahLst/>
              <a:cxnLst/>
              <a:rect l="l" t="t" r="r" b="b"/>
              <a:pathLst>
                <a:path w="3310" h="2795" extrusionOk="0">
                  <a:moveTo>
                    <a:pt x="1643" y="753"/>
                  </a:moveTo>
                  <a:cubicBezTo>
                    <a:pt x="1666" y="776"/>
                    <a:pt x="1712" y="776"/>
                    <a:pt x="1735" y="776"/>
                  </a:cubicBezTo>
                  <a:cubicBezTo>
                    <a:pt x="1803" y="799"/>
                    <a:pt x="1849" y="822"/>
                    <a:pt x="1917" y="845"/>
                  </a:cubicBezTo>
                  <a:lnTo>
                    <a:pt x="1940" y="845"/>
                  </a:lnTo>
                  <a:cubicBezTo>
                    <a:pt x="1963" y="868"/>
                    <a:pt x="1986" y="890"/>
                    <a:pt x="2031" y="913"/>
                  </a:cubicBezTo>
                  <a:cubicBezTo>
                    <a:pt x="2077" y="936"/>
                    <a:pt x="2123" y="959"/>
                    <a:pt x="2146" y="982"/>
                  </a:cubicBezTo>
                  <a:cubicBezTo>
                    <a:pt x="2214" y="1005"/>
                    <a:pt x="2260" y="1050"/>
                    <a:pt x="2305" y="1073"/>
                  </a:cubicBezTo>
                  <a:cubicBezTo>
                    <a:pt x="2351" y="1096"/>
                    <a:pt x="2374" y="1119"/>
                    <a:pt x="2397" y="1141"/>
                  </a:cubicBezTo>
                  <a:cubicBezTo>
                    <a:pt x="2420" y="1164"/>
                    <a:pt x="2442" y="1187"/>
                    <a:pt x="2465" y="1210"/>
                  </a:cubicBezTo>
                  <a:cubicBezTo>
                    <a:pt x="2465" y="1233"/>
                    <a:pt x="2465" y="1233"/>
                    <a:pt x="2465" y="1233"/>
                  </a:cubicBezTo>
                  <a:cubicBezTo>
                    <a:pt x="2465" y="1256"/>
                    <a:pt x="2488" y="1278"/>
                    <a:pt x="2488" y="1278"/>
                  </a:cubicBezTo>
                  <a:cubicBezTo>
                    <a:pt x="2488" y="1284"/>
                    <a:pt x="2488" y="1290"/>
                    <a:pt x="2488" y="1301"/>
                  </a:cubicBezTo>
                  <a:cubicBezTo>
                    <a:pt x="2511" y="1324"/>
                    <a:pt x="2511" y="1347"/>
                    <a:pt x="2511" y="1347"/>
                  </a:cubicBezTo>
                  <a:cubicBezTo>
                    <a:pt x="2511" y="1370"/>
                    <a:pt x="2511" y="1393"/>
                    <a:pt x="2511" y="1393"/>
                  </a:cubicBezTo>
                  <a:cubicBezTo>
                    <a:pt x="2511" y="1415"/>
                    <a:pt x="2511" y="1438"/>
                    <a:pt x="2511" y="1438"/>
                  </a:cubicBezTo>
                  <a:cubicBezTo>
                    <a:pt x="2511" y="1438"/>
                    <a:pt x="2511" y="1438"/>
                    <a:pt x="2511" y="1461"/>
                  </a:cubicBezTo>
                  <a:cubicBezTo>
                    <a:pt x="2511" y="1484"/>
                    <a:pt x="2488" y="1507"/>
                    <a:pt x="2488" y="1530"/>
                  </a:cubicBezTo>
                  <a:cubicBezTo>
                    <a:pt x="2488" y="1535"/>
                    <a:pt x="2485" y="1544"/>
                    <a:pt x="2481" y="1553"/>
                  </a:cubicBezTo>
                  <a:lnTo>
                    <a:pt x="2481" y="1553"/>
                  </a:lnTo>
                  <a:cubicBezTo>
                    <a:pt x="2465" y="1557"/>
                    <a:pt x="2465" y="1578"/>
                    <a:pt x="2465" y="1598"/>
                  </a:cubicBezTo>
                  <a:cubicBezTo>
                    <a:pt x="2442" y="1644"/>
                    <a:pt x="2397" y="1689"/>
                    <a:pt x="2374" y="1712"/>
                  </a:cubicBezTo>
                  <a:cubicBezTo>
                    <a:pt x="2374" y="1735"/>
                    <a:pt x="2351" y="1735"/>
                    <a:pt x="2351" y="1735"/>
                  </a:cubicBezTo>
                  <a:cubicBezTo>
                    <a:pt x="2351" y="1758"/>
                    <a:pt x="2328" y="1758"/>
                    <a:pt x="2328" y="1781"/>
                  </a:cubicBezTo>
                  <a:cubicBezTo>
                    <a:pt x="2305" y="1803"/>
                    <a:pt x="2260" y="1826"/>
                    <a:pt x="2237" y="1872"/>
                  </a:cubicBezTo>
                  <a:cubicBezTo>
                    <a:pt x="2237" y="1872"/>
                    <a:pt x="2191" y="1895"/>
                    <a:pt x="2168" y="1918"/>
                  </a:cubicBezTo>
                  <a:cubicBezTo>
                    <a:pt x="2146" y="1940"/>
                    <a:pt x="2100" y="1940"/>
                    <a:pt x="2054" y="1963"/>
                  </a:cubicBezTo>
                  <a:cubicBezTo>
                    <a:pt x="2009" y="1986"/>
                    <a:pt x="1986" y="1986"/>
                    <a:pt x="1940" y="2009"/>
                  </a:cubicBezTo>
                  <a:cubicBezTo>
                    <a:pt x="1895" y="2009"/>
                    <a:pt x="1849" y="2032"/>
                    <a:pt x="1826" y="2032"/>
                  </a:cubicBezTo>
                  <a:lnTo>
                    <a:pt x="1780" y="2032"/>
                  </a:lnTo>
                  <a:cubicBezTo>
                    <a:pt x="1758" y="2032"/>
                    <a:pt x="1735" y="2032"/>
                    <a:pt x="1712" y="2055"/>
                  </a:cubicBezTo>
                  <a:cubicBezTo>
                    <a:pt x="1666" y="2055"/>
                    <a:pt x="1621" y="2055"/>
                    <a:pt x="1575" y="2032"/>
                  </a:cubicBezTo>
                  <a:lnTo>
                    <a:pt x="1461" y="2032"/>
                  </a:lnTo>
                  <a:cubicBezTo>
                    <a:pt x="1415" y="2009"/>
                    <a:pt x="1370" y="2009"/>
                    <a:pt x="1324" y="1986"/>
                  </a:cubicBezTo>
                  <a:cubicBezTo>
                    <a:pt x="1324" y="1986"/>
                    <a:pt x="1301" y="1963"/>
                    <a:pt x="1278" y="1963"/>
                  </a:cubicBezTo>
                  <a:lnTo>
                    <a:pt x="1255" y="1963"/>
                  </a:lnTo>
                  <a:cubicBezTo>
                    <a:pt x="1210" y="1940"/>
                    <a:pt x="1164" y="1895"/>
                    <a:pt x="1118" y="1872"/>
                  </a:cubicBezTo>
                  <a:cubicBezTo>
                    <a:pt x="1096" y="1849"/>
                    <a:pt x="1073" y="1826"/>
                    <a:pt x="1073" y="1803"/>
                  </a:cubicBezTo>
                  <a:cubicBezTo>
                    <a:pt x="1050" y="1803"/>
                    <a:pt x="1027" y="1781"/>
                    <a:pt x="1027" y="1758"/>
                  </a:cubicBezTo>
                  <a:cubicBezTo>
                    <a:pt x="1004" y="1758"/>
                    <a:pt x="1004" y="1758"/>
                    <a:pt x="1004" y="1735"/>
                  </a:cubicBezTo>
                  <a:cubicBezTo>
                    <a:pt x="982" y="1689"/>
                    <a:pt x="959" y="1644"/>
                    <a:pt x="936" y="1598"/>
                  </a:cubicBezTo>
                  <a:cubicBezTo>
                    <a:pt x="913" y="1575"/>
                    <a:pt x="913" y="1552"/>
                    <a:pt x="890" y="1507"/>
                  </a:cubicBezTo>
                  <a:cubicBezTo>
                    <a:pt x="890" y="1484"/>
                    <a:pt x="890" y="1461"/>
                    <a:pt x="890" y="1438"/>
                  </a:cubicBezTo>
                  <a:lnTo>
                    <a:pt x="867" y="1438"/>
                  </a:lnTo>
                  <a:lnTo>
                    <a:pt x="867" y="1415"/>
                  </a:lnTo>
                  <a:cubicBezTo>
                    <a:pt x="867" y="1370"/>
                    <a:pt x="867" y="1324"/>
                    <a:pt x="867" y="1278"/>
                  </a:cubicBezTo>
                  <a:cubicBezTo>
                    <a:pt x="867" y="1278"/>
                    <a:pt x="867" y="1278"/>
                    <a:pt x="867" y="1256"/>
                  </a:cubicBezTo>
                  <a:cubicBezTo>
                    <a:pt x="867" y="1233"/>
                    <a:pt x="890" y="1187"/>
                    <a:pt x="890" y="1187"/>
                  </a:cubicBezTo>
                  <a:cubicBezTo>
                    <a:pt x="890" y="1164"/>
                    <a:pt x="890" y="1164"/>
                    <a:pt x="890" y="1164"/>
                  </a:cubicBezTo>
                  <a:cubicBezTo>
                    <a:pt x="982" y="1141"/>
                    <a:pt x="1073" y="1073"/>
                    <a:pt x="1118" y="982"/>
                  </a:cubicBezTo>
                  <a:cubicBezTo>
                    <a:pt x="1118" y="959"/>
                    <a:pt x="1141" y="936"/>
                    <a:pt x="1141" y="913"/>
                  </a:cubicBezTo>
                  <a:lnTo>
                    <a:pt x="1164" y="913"/>
                  </a:lnTo>
                  <a:cubicBezTo>
                    <a:pt x="1164" y="913"/>
                    <a:pt x="1187" y="890"/>
                    <a:pt x="1187" y="868"/>
                  </a:cubicBezTo>
                  <a:cubicBezTo>
                    <a:pt x="1210" y="868"/>
                    <a:pt x="1233" y="845"/>
                    <a:pt x="1233" y="845"/>
                  </a:cubicBezTo>
                  <a:cubicBezTo>
                    <a:pt x="1255" y="845"/>
                    <a:pt x="1255" y="822"/>
                    <a:pt x="1255" y="822"/>
                  </a:cubicBezTo>
                  <a:cubicBezTo>
                    <a:pt x="1278" y="822"/>
                    <a:pt x="1301" y="799"/>
                    <a:pt x="1324" y="799"/>
                  </a:cubicBezTo>
                  <a:cubicBezTo>
                    <a:pt x="1370" y="799"/>
                    <a:pt x="1392" y="776"/>
                    <a:pt x="1438" y="776"/>
                  </a:cubicBezTo>
                  <a:cubicBezTo>
                    <a:pt x="1438" y="753"/>
                    <a:pt x="1461" y="753"/>
                    <a:pt x="1461" y="753"/>
                  </a:cubicBezTo>
                  <a:close/>
                  <a:moveTo>
                    <a:pt x="1519" y="0"/>
                  </a:moveTo>
                  <a:cubicBezTo>
                    <a:pt x="1432" y="0"/>
                    <a:pt x="1344" y="7"/>
                    <a:pt x="1255" y="23"/>
                  </a:cubicBezTo>
                  <a:cubicBezTo>
                    <a:pt x="1004" y="69"/>
                    <a:pt x="776" y="206"/>
                    <a:pt x="593" y="411"/>
                  </a:cubicBezTo>
                  <a:cubicBezTo>
                    <a:pt x="502" y="434"/>
                    <a:pt x="411" y="480"/>
                    <a:pt x="342" y="571"/>
                  </a:cubicBezTo>
                  <a:cubicBezTo>
                    <a:pt x="0" y="1027"/>
                    <a:pt x="46" y="1735"/>
                    <a:pt x="388" y="2169"/>
                  </a:cubicBezTo>
                  <a:cubicBezTo>
                    <a:pt x="684" y="2594"/>
                    <a:pt x="1175" y="2795"/>
                    <a:pt x="1678" y="2795"/>
                  </a:cubicBezTo>
                  <a:cubicBezTo>
                    <a:pt x="1796" y="2795"/>
                    <a:pt x="1915" y="2784"/>
                    <a:pt x="2031" y="2762"/>
                  </a:cubicBezTo>
                  <a:cubicBezTo>
                    <a:pt x="2579" y="2671"/>
                    <a:pt x="3104" y="2237"/>
                    <a:pt x="3241" y="1689"/>
                  </a:cubicBezTo>
                  <a:cubicBezTo>
                    <a:pt x="3310" y="1393"/>
                    <a:pt x="3264" y="1073"/>
                    <a:pt x="3104" y="822"/>
                  </a:cubicBezTo>
                  <a:cubicBezTo>
                    <a:pt x="2922" y="548"/>
                    <a:pt x="2625" y="343"/>
                    <a:pt x="2351" y="206"/>
                  </a:cubicBezTo>
                  <a:cubicBezTo>
                    <a:pt x="2087" y="83"/>
                    <a:pt x="1810" y="0"/>
                    <a:pt x="15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13"/>
          <p:cNvGrpSpPr/>
          <p:nvPr/>
        </p:nvGrpSpPr>
        <p:grpSpPr>
          <a:xfrm>
            <a:off x="8678125" y="4247900"/>
            <a:ext cx="416575" cy="426150"/>
            <a:chOff x="5045125" y="2936525"/>
            <a:chExt cx="416575" cy="426150"/>
          </a:xfrm>
        </p:grpSpPr>
        <p:sp>
          <p:nvSpPr>
            <p:cNvPr id="586" name="Google Shape;586;p13"/>
            <p:cNvSpPr/>
            <p:nvPr/>
          </p:nvSpPr>
          <p:spPr>
            <a:xfrm>
              <a:off x="5045125" y="3118075"/>
              <a:ext cx="292750" cy="244600"/>
            </a:xfrm>
            <a:custGeom>
              <a:avLst/>
              <a:gdLst/>
              <a:ahLst/>
              <a:cxnLst/>
              <a:rect l="l" t="t" r="r" b="b"/>
              <a:pathLst>
                <a:path w="11710" h="9784" extrusionOk="0">
                  <a:moveTo>
                    <a:pt x="5469" y="0"/>
                  </a:moveTo>
                  <a:cubicBezTo>
                    <a:pt x="4761" y="0"/>
                    <a:pt x="4052" y="132"/>
                    <a:pt x="3379" y="416"/>
                  </a:cubicBezTo>
                  <a:cubicBezTo>
                    <a:pt x="1827" y="1078"/>
                    <a:pt x="1073" y="2516"/>
                    <a:pt x="571" y="4045"/>
                  </a:cubicBezTo>
                  <a:cubicBezTo>
                    <a:pt x="183" y="5232"/>
                    <a:pt x="1" y="6647"/>
                    <a:pt x="548" y="7766"/>
                  </a:cubicBezTo>
                  <a:cubicBezTo>
                    <a:pt x="571" y="7834"/>
                    <a:pt x="571" y="7880"/>
                    <a:pt x="594" y="7926"/>
                  </a:cubicBezTo>
                  <a:cubicBezTo>
                    <a:pt x="1187" y="9181"/>
                    <a:pt x="2511" y="9660"/>
                    <a:pt x="3812" y="9752"/>
                  </a:cubicBezTo>
                  <a:cubicBezTo>
                    <a:pt x="4057" y="9773"/>
                    <a:pt x="4305" y="9783"/>
                    <a:pt x="4554" y="9783"/>
                  </a:cubicBezTo>
                  <a:cubicBezTo>
                    <a:pt x="5907" y="9783"/>
                    <a:pt x="7307" y="9480"/>
                    <a:pt x="8560" y="8998"/>
                  </a:cubicBezTo>
                  <a:cubicBezTo>
                    <a:pt x="9907" y="8450"/>
                    <a:pt x="11253" y="7697"/>
                    <a:pt x="11505" y="6145"/>
                  </a:cubicBezTo>
                  <a:cubicBezTo>
                    <a:pt x="11710" y="4867"/>
                    <a:pt x="11208" y="3520"/>
                    <a:pt x="10432" y="2493"/>
                  </a:cubicBezTo>
                  <a:cubicBezTo>
                    <a:pt x="9283" y="961"/>
                    <a:pt x="7380" y="0"/>
                    <a:pt x="54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5271100" y="2936525"/>
              <a:ext cx="190600" cy="157350"/>
            </a:xfrm>
            <a:custGeom>
              <a:avLst/>
              <a:gdLst/>
              <a:ahLst/>
              <a:cxnLst/>
              <a:rect l="l" t="t" r="r" b="b"/>
              <a:pathLst>
                <a:path w="7624" h="6294" extrusionOk="0">
                  <a:moveTo>
                    <a:pt x="3401" y="0"/>
                  </a:moveTo>
                  <a:cubicBezTo>
                    <a:pt x="2602" y="0"/>
                    <a:pt x="1803" y="274"/>
                    <a:pt x="1233" y="868"/>
                  </a:cubicBezTo>
                  <a:cubicBezTo>
                    <a:pt x="639" y="1484"/>
                    <a:pt x="343" y="2328"/>
                    <a:pt x="92" y="3127"/>
                  </a:cubicBezTo>
                  <a:cubicBezTo>
                    <a:pt x="0" y="3424"/>
                    <a:pt x="137" y="3652"/>
                    <a:pt x="343" y="3766"/>
                  </a:cubicBezTo>
                  <a:cubicBezTo>
                    <a:pt x="411" y="4246"/>
                    <a:pt x="594" y="4702"/>
                    <a:pt x="913" y="5113"/>
                  </a:cubicBezTo>
                  <a:cubicBezTo>
                    <a:pt x="1559" y="5920"/>
                    <a:pt x="2506" y="6293"/>
                    <a:pt x="3470" y="6293"/>
                  </a:cubicBezTo>
                  <a:cubicBezTo>
                    <a:pt x="4006" y="6293"/>
                    <a:pt x="4547" y="6178"/>
                    <a:pt x="5045" y="5958"/>
                  </a:cubicBezTo>
                  <a:cubicBezTo>
                    <a:pt x="6437" y="5341"/>
                    <a:pt x="7624" y="3812"/>
                    <a:pt x="7122" y="2237"/>
                  </a:cubicBezTo>
                  <a:cubicBezTo>
                    <a:pt x="6665" y="799"/>
                    <a:pt x="4816" y="23"/>
                    <a:pt x="3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5"/>
          <p:cNvSpPr txBox="1">
            <a:spLocks noGrp="1"/>
          </p:cNvSpPr>
          <p:nvPr>
            <p:ph type="title"/>
          </p:nvPr>
        </p:nvSpPr>
        <p:spPr>
          <a:xfrm>
            <a:off x="2581963" y="1830450"/>
            <a:ext cx="5448600" cy="14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62" name="Google Shape;662;p15"/>
          <p:cNvSpPr txBox="1">
            <a:spLocks noGrp="1"/>
          </p:cNvSpPr>
          <p:nvPr>
            <p:ph type="title" idx="2" hasCustomPrompt="1"/>
          </p:nvPr>
        </p:nvSpPr>
        <p:spPr>
          <a:xfrm>
            <a:off x="1180788" y="2057100"/>
            <a:ext cx="1083900" cy="10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63" name="Google Shape;663;p15"/>
          <p:cNvSpPr txBox="1">
            <a:spLocks noGrp="1"/>
          </p:cNvSpPr>
          <p:nvPr>
            <p:ph type="subTitle" idx="1"/>
          </p:nvPr>
        </p:nvSpPr>
        <p:spPr>
          <a:xfrm>
            <a:off x="2581975" y="3226299"/>
            <a:ext cx="4947300" cy="26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15"/>
          <p:cNvSpPr/>
          <p:nvPr/>
        </p:nvSpPr>
        <p:spPr>
          <a:xfrm rot="10800000" flipH="1">
            <a:off x="0" y="3148289"/>
            <a:ext cx="5518235" cy="1995211"/>
          </a:xfrm>
          <a:custGeom>
            <a:avLst/>
            <a:gdLst/>
            <a:ahLst/>
            <a:cxnLst/>
            <a:rect l="l" t="t" r="r" b="b"/>
            <a:pathLst>
              <a:path w="356360" h="128848" extrusionOk="0">
                <a:moveTo>
                  <a:pt x="356360" y="1"/>
                </a:moveTo>
                <a:cubicBezTo>
                  <a:pt x="356360" y="1"/>
                  <a:pt x="341983" y="60853"/>
                  <a:pt x="279763" y="70336"/>
                </a:cubicBezTo>
                <a:cubicBezTo>
                  <a:pt x="197178" y="82859"/>
                  <a:pt x="188211" y="39667"/>
                  <a:pt x="120459" y="39393"/>
                </a:cubicBezTo>
                <a:cubicBezTo>
                  <a:pt x="38451" y="39059"/>
                  <a:pt x="1" y="128848"/>
                  <a:pt x="1" y="128848"/>
                </a:cubicBezTo>
                <a:lnTo>
                  <a:pt x="1" y="609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15"/>
          <p:cNvSpPr/>
          <p:nvPr/>
        </p:nvSpPr>
        <p:spPr>
          <a:xfrm flipH="1">
            <a:off x="3015573" y="-15825"/>
            <a:ext cx="6163451" cy="1329420"/>
          </a:xfrm>
          <a:custGeom>
            <a:avLst/>
            <a:gdLst/>
            <a:ahLst/>
            <a:cxnLst/>
            <a:rect l="l" t="t" r="r" b="b"/>
            <a:pathLst>
              <a:path w="254504" h="54895" extrusionOk="0">
                <a:moveTo>
                  <a:pt x="254503" y="0"/>
                </a:moveTo>
                <a:cubicBezTo>
                  <a:pt x="254503" y="0"/>
                  <a:pt x="244837" y="54895"/>
                  <a:pt x="153954" y="52159"/>
                </a:cubicBezTo>
                <a:cubicBezTo>
                  <a:pt x="75898" y="49788"/>
                  <a:pt x="63922" y="14529"/>
                  <a:pt x="821" y="32280"/>
                </a:cubicBezTo>
                <a:lnTo>
                  <a:pt x="0" y="517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6" name="Google Shape;666;p15"/>
          <p:cNvGrpSpPr/>
          <p:nvPr/>
        </p:nvGrpSpPr>
        <p:grpSpPr>
          <a:xfrm>
            <a:off x="3848625" y="4351475"/>
            <a:ext cx="446250" cy="453375"/>
            <a:chOff x="4350100" y="1147775"/>
            <a:chExt cx="446250" cy="453375"/>
          </a:xfrm>
        </p:grpSpPr>
        <p:sp>
          <p:nvSpPr>
            <p:cNvPr id="667" name="Google Shape;667;p15"/>
            <p:cNvSpPr/>
            <p:nvPr/>
          </p:nvSpPr>
          <p:spPr>
            <a:xfrm>
              <a:off x="4587475" y="1395350"/>
              <a:ext cx="208875" cy="205800"/>
            </a:xfrm>
            <a:custGeom>
              <a:avLst/>
              <a:gdLst/>
              <a:ahLst/>
              <a:cxnLst/>
              <a:rect l="l" t="t" r="r" b="b"/>
              <a:pathLst>
                <a:path w="8355" h="8232" extrusionOk="0">
                  <a:moveTo>
                    <a:pt x="4104" y="0"/>
                  </a:moveTo>
                  <a:cubicBezTo>
                    <a:pt x="2167" y="0"/>
                    <a:pt x="643" y="1771"/>
                    <a:pt x="320" y="3603"/>
                  </a:cubicBezTo>
                  <a:cubicBezTo>
                    <a:pt x="0" y="5543"/>
                    <a:pt x="1119" y="7483"/>
                    <a:pt x="3036" y="8076"/>
                  </a:cubicBezTo>
                  <a:cubicBezTo>
                    <a:pt x="3393" y="8180"/>
                    <a:pt x="3759" y="8231"/>
                    <a:pt x="4124" y="8231"/>
                  </a:cubicBezTo>
                  <a:cubicBezTo>
                    <a:pt x="4880" y="8231"/>
                    <a:pt x="5631" y="8013"/>
                    <a:pt x="6277" y="7597"/>
                  </a:cubicBezTo>
                  <a:cubicBezTo>
                    <a:pt x="6574" y="7414"/>
                    <a:pt x="6848" y="7163"/>
                    <a:pt x="7099" y="6890"/>
                  </a:cubicBezTo>
                  <a:cubicBezTo>
                    <a:pt x="7852" y="6296"/>
                    <a:pt x="8355" y="5383"/>
                    <a:pt x="8332" y="4402"/>
                  </a:cubicBezTo>
                  <a:cubicBezTo>
                    <a:pt x="8309" y="3352"/>
                    <a:pt x="7715" y="2210"/>
                    <a:pt x="7031" y="1411"/>
                  </a:cubicBezTo>
                  <a:cubicBezTo>
                    <a:pt x="6369" y="658"/>
                    <a:pt x="5456" y="110"/>
                    <a:pt x="4451" y="19"/>
                  </a:cubicBezTo>
                  <a:cubicBezTo>
                    <a:pt x="4334" y="6"/>
                    <a:pt x="4218" y="0"/>
                    <a:pt x="4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5"/>
            <p:cNvSpPr/>
            <p:nvPr/>
          </p:nvSpPr>
          <p:spPr>
            <a:xfrm>
              <a:off x="4350100" y="1473750"/>
              <a:ext cx="95875" cy="93525"/>
            </a:xfrm>
            <a:custGeom>
              <a:avLst/>
              <a:gdLst/>
              <a:ahLst/>
              <a:cxnLst/>
              <a:rect l="l" t="t" r="r" b="b"/>
              <a:pathLst>
                <a:path w="3835" h="3741" extrusionOk="0">
                  <a:moveTo>
                    <a:pt x="1554" y="1"/>
                  </a:moveTo>
                  <a:cubicBezTo>
                    <a:pt x="1238" y="1"/>
                    <a:pt x="928" y="93"/>
                    <a:pt x="662" y="307"/>
                  </a:cubicBezTo>
                  <a:cubicBezTo>
                    <a:pt x="23" y="832"/>
                    <a:pt x="0" y="1927"/>
                    <a:pt x="274" y="2658"/>
                  </a:cubicBezTo>
                  <a:cubicBezTo>
                    <a:pt x="434" y="3069"/>
                    <a:pt x="753" y="3411"/>
                    <a:pt x="1164" y="3594"/>
                  </a:cubicBezTo>
                  <a:cubicBezTo>
                    <a:pt x="1429" y="3705"/>
                    <a:pt x="1710" y="3740"/>
                    <a:pt x="1998" y="3740"/>
                  </a:cubicBezTo>
                  <a:cubicBezTo>
                    <a:pt x="2182" y="3740"/>
                    <a:pt x="2369" y="3726"/>
                    <a:pt x="2557" y="3708"/>
                  </a:cubicBezTo>
                  <a:cubicBezTo>
                    <a:pt x="2716" y="3708"/>
                    <a:pt x="2808" y="3594"/>
                    <a:pt x="2808" y="3457"/>
                  </a:cubicBezTo>
                  <a:cubicBezTo>
                    <a:pt x="3036" y="3343"/>
                    <a:pt x="3241" y="3137"/>
                    <a:pt x="3401" y="2886"/>
                  </a:cubicBezTo>
                  <a:cubicBezTo>
                    <a:pt x="3835" y="2133"/>
                    <a:pt x="3584" y="1220"/>
                    <a:pt x="2990" y="626"/>
                  </a:cubicBezTo>
                  <a:cubicBezTo>
                    <a:pt x="2620" y="256"/>
                    <a:pt x="2080" y="1"/>
                    <a:pt x="15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5"/>
            <p:cNvSpPr/>
            <p:nvPr/>
          </p:nvSpPr>
          <p:spPr>
            <a:xfrm>
              <a:off x="4386600" y="1147775"/>
              <a:ext cx="162675" cy="170425"/>
            </a:xfrm>
            <a:custGeom>
              <a:avLst/>
              <a:gdLst/>
              <a:ahLst/>
              <a:cxnLst/>
              <a:rect l="l" t="t" r="r" b="b"/>
              <a:pathLst>
                <a:path w="6507" h="6817" extrusionOk="0">
                  <a:moveTo>
                    <a:pt x="2995" y="0"/>
                  </a:moveTo>
                  <a:cubicBezTo>
                    <a:pt x="2821" y="0"/>
                    <a:pt x="2644" y="20"/>
                    <a:pt x="2466" y="62"/>
                  </a:cubicBezTo>
                  <a:cubicBezTo>
                    <a:pt x="1005" y="427"/>
                    <a:pt x="69" y="2002"/>
                    <a:pt x="47" y="3440"/>
                  </a:cubicBezTo>
                  <a:cubicBezTo>
                    <a:pt x="1" y="4764"/>
                    <a:pt x="754" y="6065"/>
                    <a:pt x="1964" y="6544"/>
                  </a:cubicBezTo>
                  <a:cubicBezTo>
                    <a:pt x="2359" y="6723"/>
                    <a:pt x="2786" y="6816"/>
                    <a:pt x="3215" y="6816"/>
                  </a:cubicBezTo>
                  <a:cubicBezTo>
                    <a:pt x="3825" y="6816"/>
                    <a:pt x="4440" y="6627"/>
                    <a:pt x="4977" y="6224"/>
                  </a:cubicBezTo>
                  <a:cubicBezTo>
                    <a:pt x="6141" y="5357"/>
                    <a:pt x="6506" y="3736"/>
                    <a:pt x="6027" y="2390"/>
                  </a:cubicBezTo>
                  <a:cubicBezTo>
                    <a:pt x="5562" y="1177"/>
                    <a:pt x="4345" y="0"/>
                    <a:pt x="2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15"/>
          <p:cNvGrpSpPr/>
          <p:nvPr/>
        </p:nvGrpSpPr>
        <p:grpSpPr>
          <a:xfrm>
            <a:off x="4428450" y="255600"/>
            <a:ext cx="725875" cy="709300"/>
            <a:chOff x="703175" y="3286325"/>
            <a:chExt cx="725875" cy="709300"/>
          </a:xfrm>
        </p:grpSpPr>
        <p:sp>
          <p:nvSpPr>
            <p:cNvPr id="671" name="Google Shape;671;p15"/>
            <p:cNvSpPr/>
            <p:nvPr/>
          </p:nvSpPr>
          <p:spPr>
            <a:xfrm>
              <a:off x="1048975" y="3589325"/>
              <a:ext cx="51950" cy="52525"/>
            </a:xfrm>
            <a:custGeom>
              <a:avLst/>
              <a:gdLst/>
              <a:ahLst/>
              <a:cxnLst/>
              <a:rect l="l" t="t" r="r" b="b"/>
              <a:pathLst>
                <a:path w="2078" h="2101" extrusionOk="0">
                  <a:moveTo>
                    <a:pt x="1051" y="0"/>
                  </a:moveTo>
                  <a:cubicBezTo>
                    <a:pt x="959" y="0"/>
                    <a:pt x="868" y="23"/>
                    <a:pt x="777" y="46"/>
                  </a:cubicBezTo>
                  <a:lnTo>
                    <a:pt x="754" y="46"/>
                  </a:lnTo>
                  <a:cubicBezTo>
                    <a:pt x="686" y="69"/>
                    <a:pt x="617" y="115"/>
                    <a:pt x="549" y="137"/>
                  </a:cubicBezTo>
                  <a:cubicBezTo>
                    <a:pt x="549" y="137"/>
                    <a:pt x="526" y="160"/>
                    <a:pt x="503" y="160"/>
                  </a:cubicBezTo>
                  <a:cubicBezTo>
                    <a:pt x="457" y="206"/>
                    <a:pt x="389" y="251"/>
                    <a:pt x="343" y="297"/>
                  </a:cubicBezTo>
                  <a:cubicBezTo>
                    <a:pt x="343" y="297"/>
                    <a:pt x="320" y="297"/>
                    <a:pt x="320" y="320"/>
                  </a:cubicBezTo>
                  <a:cubicBezTo>
                    <a:pt x="275" y="366"/>
                    <a:pt x="206" y="434"/>
                    <a:pt x="161" y="503"/>
                  </a:cubicBezTo>
                  <a:cubicBezTo>
                    <a:pt x="161" y="525"/>
                    <a:pt x="161" y="525"/>
                    <a:pt x="138" y="548"/>
                  </a:cubicBezTo>
                  <a:cubicBezTo>
                    <a:pt x="115" y="617"/>
                    <a:pt x="69" y="708"/>
                    <a:pt x="46" y="776"/>
                  </a:cubicBezTo>
                  <a:cubicBezTo>
                    <a:pt x="46" y="799"/>
                    <a:pt x="46" y="822"/>
                    <a:pt x="24" y="822"/>
                  </a:cubicBezTo>
                  <a:cubicBezTo>
                    <a:pt x="24" y="913"/>
                    <a:pt x="1" y="1005"/>
                    <a:pt x="1" y="1073"/>
                  </a:cubicBezTo>
                  <a:cubicBezTo>
                    <a:pt x="1" y="1164"/>
                    <a:pt x="24" y="1279"/>
                    <a:pt x="24" y="1324"/>
                  </a:cubicBezTo>
                  <a:cubicBezTo>
                    <a:pt x="24" y="1347"/>
                    <a:pt x="46" y="1370"/>
                    <a:pt x="46" y="1370"/>
                  </a:cubicBezTo>
                  <a:cubicBezTo>
                    <a:pt x="69" y="1461"/>
                    <a:pt x="92" y="1530"/>
                    <a:pt x="138" y="1598"/>
                  </a:cubicBezTo>
                  <a:cubicBezTo>
                    <a:pt x="138" y="1621"/>
                    <a:pt x="138" y="1621"/>
                    <a:pt x="161" y="1621"/>
                  </a:cubicBezTo>
                  <a:cubicBezTo>
                    <a:pt x="183" y="1689"/>
                    <a:pt x="229" y="1735"/>
                    <a:pt x="275" y="1781"/>
                  </a:cubicBezTo>
                  <a:cubicBezTo>
                    <a:pt x="275" y="1804"/>
                    <a:pt x="275" y="1804"/>
                    <a:pt x="275" y="1804"/>
                  </a:cubicBezTo>
                  <a:cubicBezTo>
                    <a:pt x="343" y="1872"/>
                    <a:pt x="412" y="1918"/>
                    <a:pt x="480" y="1963"/>
                  </a:cubicBezTo>
                  <a:cubicBezTo>
                    <a:pt x="480" y="1963"/>
                    <a:pt x="503" y="1963"/>
                    <a:pt x="526" y="1986"/>
                  </a:cubicBezTo>
                  <a:cubicBezTo>
                    <a:pt x="571" y="2009"/>
                    <a:pt x="640" y="2032"/>
                    <a:pt x="708" y="2055"/>
                  </a:cubicBezTo>
                  <a:cubicBezTo>
                    <a:pt x="731" y="2055"/>
                    <a:pt x="731" y="2078"/>
                    <a:pt x="754" y="2078"/>
                  </a:cubicBezTo>
                  <a:cubicBezTo>
                    <a:pt x="822" y="2100"/>
                    <a:pt x="914" y="2100"/>
                    <a:pt x="982" y="2100"/>
                  </a:cubicBezTo>
                  <a:lnTo>
                    <a:pt x="1051" y="2100"/>
                  </a:lnTo>
                  <a:cubicBezTo>
                    <a:pt x="1142" y="2100"/>
                    <a:pt x="1256" y="2100"/>
                    <a:pt x="1347" y="2055"/>
                  </a:cubicBezTo>
                  <a:cubicBezTo>
                    <a:pt x="1416" y="2032"/>
                    <a:pt x="1484" y="1986"/>
                    <a:pt x="1553" y="1963"/>
                  </a:cubicBezTo>
                  <a:cubicBezTo>
                    <a:pt x="1621" y="1918"/>
                    <a:pt x="1713" y="1849"/>
                    <a:pt x="1758" y="1804"/>
                  </a:cubicBezTo>
                  <a:cubicBezTo>
                    <a:pt x="1758" y="1804"/>
                    <a:pt x="1781" y="1781"/>
                    <a:pt x="1781" y="1781"/>
                  </a:cubicBezTo>
                  <a:cubicBezTo>
                    <a:pt x="1850" y="1712"/>
                    <a:pt x="1895" y="1667"/>
                    <a:pt x="1941" y="1575"/>
                  </a:cubicBezTo>
                  <a:cubicBezTo>
                    <a:pt x="1941" y="1575"/>
                    <a:pt x="1941" y="1575"/>
                    <a:pt x="1941" y="1553"/>
                  </a:cubicBezTo>
                  <a:cubicBezTo>
                    <a:pt x="1964" y="1507"/>
                    <a:pt x="2009" y="1438"/>
                    <a:pt x="2032" y="1370"/>
                  </a:cubicBezTo>
                  <a:cubicBezTo>
                    <a:pt x="2055" y="1279"/>
                    <a:pt x="2055" y="1187"/>
                    <a:pt x="2078" y="1119"/>
                  </a:cubicBezTo>
                  <a:cubicBezTo>
                    <a:pt x="2078" y="1028"/>
                    <a:pt x="2055" y="936"/>
                    <a:pt x="2032" y="868"/>
                  </a:cubicBezTo>
                  <a:cubicBezTo>
                    <a:pt x="2032" y="845"/>
                    <a:pt x="2032" y="822"/>
                    <a:pt x="2032" y="822"/>
                  </a:cubicBezTo>
                  <a:cubicBezTo>
                    <a:pt x="2009" y="754"/>
                    <a:pt x="1964" y="662"/>
                    <a:pt x="1941" y="594"/>
                  </a:cubicBezTo>
                  <a:cubicBezTo>
                    <a:pt x="1918" y="594"/>
                    <a:pt x="1918" y="594"/>
                    <a:pt x="1918" y="571"/>
                  </a:cubicBezTo>
                  <a:cubicBezTo>
                    <a:pt x="1918" y="571"/>
                    <a:pt x="1895" y="548"/>
                    <a:pt x="1895" y="548"/>
                  </a:cubicBezTo>
                  <a:cubicBezTo>
                    <a:pt x="1872" y="503"/>
                    <a:pt x="1872" y="457"/>
                    <a:pt x="1850" y="411"/>
                  </a:cubicBezTo>
                  <a:cubicBezTo>
                    <a:pt x="1781" y="297"/>
                    <a:pt x="1690" y="206"/>
                    <a:pt x="1576" y="137"/>
                  </a:cubicBezTo>
                  <a:cubicBezTo>
                    <a:pt x="1416" y="46"/>
                    <a:pt x="1233" y="0"/>
                    <a:pt x="10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5"/>
            <p:cNvSpPr/>
            <p:nvPr/>
          </p:nvSpPr>
          <p:spPr>
            <a:xfrm>
              <a:off x="1006175" y="3486050"/>
              <a:ext cx="46825" cy="49075"/>
            </a:xfrm>
            <a:custGeom>
              <a:avLst/>
              <a:gdLst/>
              <a:ahLst/>
              <a:cxnLst/>
              <a:rect l="l" t="t" r="r" b="b"/>
              <a:pathLst>
                <a:path w="1873" h="1963" extrusionOk="0">
                  <a:moveTo>
                    <a:pt x="845" y="0"/>
                  </a:moveTo>
                  <a:cubicBezTo>
                    <a:pt x="777" y="0"/>
                    <a:pt x="708" y="23"/>
                    <a:pt x="617" y="46"/>
                  </a:cubicBezTo>
                  <a:cubicBezTo>
                    <a:pt x="549" y="46"/>
                    <a:pt x="457" y="91"/>
                    <a:pt x="389" y="137"/>
                  </a:cubicBezTo>
                  <a:cubicBezTo>
                    <a:pt x="298" y="183"/>
                    <a:pt x="229" y="251"/>
                    <a:pt x="183" y="320"/>
                  </a:cubicBezTo>
                  <a:cubicBezTo>
                    <a:pt x="115" y="411"/>
                    <a:pt x="69" y="479"/>
                    <a:pt x="47" y="593"/>
                  </a:cubicBezTo>
                  <a:cubicBezTo>
                    <a:pt x="1" y="685"/>
                    <a:pt x="1" y="799"/>
                    <a:pt x="24" y="890"/>
                  </a:cubicBezTo>
                  <a:cubicBezTo>
                    <a:pt x="24" y="982"/>
                    <a:pt x="47" y="1050"/>
                    <a:pt x="92" y="1118"/>
                  </a:cubicBezTo>
                  <a:cubicBezTo>
                    <a:pt x="92" y="1118"/>
                    <a:pt x="92" y="1118"/>
                    <a:pt x="92" y="1141"/>
                  </a:cubicBezTo>
                  <a:cubicBezTo>
                    <a:pt x="69" y="1278"/>
                    <a:pt x="115" y="1461"/>
                    <a:pt x="206" y="1575"/>
                  </a:cubicBezTo>
                  <a:cubicBezTo>
                    <a:pt x="229" y="1598"/>
                    <a:pt x="298" y="1712"/>
                    <a:pt x="320" y="1735"/>
                  </a:cubicBezTo>
                  <a:cubicBezTo>
                    <a:pt x="412" y="1826"/>
                    <a:pt x="549" y="1917"/>
                    <a:pt x="663" y="1940"/>
                  </a:cubicBezTo>
                  <a:lnTo>
                    <a:pt x="777" y="1940"/>
                  </a:lnTo>
                  <a:cubicBezTo>
                    <a:pt x="800" y="1963"/>
                    <a:pt x="845" y="1963"/>
                    <a:pt x="891" y="1963"/>
                  </a:cubicBezTo>
                  <a:lnTo>
                    <a:pt x="914" y="1963"/>
                  </a:lnTo>
                  <a:cubicBezTo>
                    <a:pt x="982" y="1963"/>
                    <a:pt x="1051" y="1940"/>
                    <a:pt x="1119" y="1940"/>
                  </a:cubicBezTo>
                  <a:cubicBezTo>
                    <a:pt x="1142" y="1940"/>
                    <a:pt x="1142" y="1940"/>
                    <a:pt x="1165" y="1917"/>
                  </a:cubicBezTo>
                  <a:cubicBezTo>
                    <a:pt x="1233" y="1895"/>
                    <a:pt x="1302" y="1872"/>
                    <a:pt x="1370" y="1849"/>
                  </a:cubicBezTo>
                  <a:cubicBezTo>
                    <a:pt x="1370" y="1826"/>
                    <a:pt x="1370" y="1826"/>
                    <a:pt x="1393" y="1826"/>
                  </a:cubicBezTo>
                  <a:cubicBezTo>
                    <a:pt x="1439" y="1780"/>
                    <a:pt x="1507" y="1735"/>
                    <a:pt x="1553" y="1689"/>
                  </a:cubicBezTo>
                  <a:cubicBezTo>
                    <a:pt x="1621" y="1643"/>
                    <a:pt x="1690" y="1529"/>
                    <a:pt x="1713" y="1506"/>
                  </a:cubicBezTo>
                  <a:cubicBezTo>
                    <a:pt x="1736" y="1484"/>
                    <a:pt x="1736" y="1461"/>
                    <a:pt x="1758" y="1438"/>
                  </a:cubicBezTo>
                  <a:cubicBezTo>
                    <a:pt x="1781" y="1392"/>
                    <a:pt x="1827" y="1278"/>
                    <a:pt x="1850" y="1210"/>
                  </a:cubicBezTo>
                  <a:cubicBezTo>
                    <a:pt x="1850" y="1141"/>
                    <a:pt x="1873" y="1027"/>
                    <a:pt x="1873" y="959"/>
                  </a:cubicBezTo>
                  <a:cubicBezTo>
                    <a:pt x="1873" y="890"/>
                    <a:pt x="1850" y="776"/>
                    <a:pt x="1827" y="708"/>
                  </a:cubicBezTo>
                  <a:cubicBezTo>
                    <a:pt x="1804" y="639"/>
                    <a:pt x="1781" y="525"/>
                    <a:pt x="1736" y="479"/>
                  </a:cubicBezTo>
                  <a:cubicBezTo>
                    <a:pt x="1690" y="434"/>
                    <a:pt x="1644" y="342"/>
                    <a:pt x="1576" y="274"/>
                  </a:cubicBezTo>
                  <a:cubicBezTo>
                    <a:pt x="1507" y="228"/>
                    <a:pt x="1439" y="183"/>
                    <a:pt x="1370" y="137"/>
                  </a:cubicBezTo>
                  <a:cubicBezTo>
                    <a:pt x="1211" y="46"/>
                    <a:pt x="1074" y="0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5"/>
            <p:cNvSpPr/>
            <p:nvPr/>
          </p:nvSpPr>
          <p:spPr>
            <a:xfrm>
              <a:off x="925725" y="3567650"/>
              <a:ext cx="49675" cy="47375"/>
            </a:xfrm>
            <a:custGeom>
              <a:avLst/>
              <a:gdLst/>
              <a:ahLst/>
              <a:cxnLst/>
              <a:rect l="l" t="t" r="r" b="b"/>
              <a:pathLst>
                <a:path w="1987" h="1895" extrusionOk="0">
                  <a:moveTo>
                    <a:pt x="799" y="0"/>
                  </a:moveTo>
                  <a:cubicBezTo>
                    <a:pt x="731" y="0"/>
                    <a:pt x="662" y="23"/>
                    <a:pt x="617" y="23"/>
                  </a:cubicBezTo>
                  <a:cubicBezTo>
                    <a:pt x="480" y="69"/>
                    <a:pt x="366" y="137"/>
                    <a:pt x="274" y="228"/>
                  </a:cubicBezTo>
                  <a:cubicBezTo>
                    <a:pt x="229" y="274"/>
                    <a:pt x="183" y="342"/>
                    <a:pt x="137" y="388"/>
                  </a:cubicBezTo>
                  <a:cubicBezTo>
                    <a:pt x="137" y="411"/>
                    <a:pt x="137" y="411"/>
                    <a:pt x="137" y="411"/>
                  </a:cubicBezTo>
                  <a:lnTo>
                    <a:pt x="115" y="411"/>
                  </a:lnTo>
                  <a:cubicBezTo>
                    <a:pt x="92" y="479"/>
                    <a:pt x="69" y="548"/>
                    <a:pt x="46" y="616"/>
                  </a:cubicBezTo>
                  <a:cubicBezTo>
                    <a:pt x="23" y="662"/>
                    <a:pt x="23" y="708"/>
                    <a:pt x="23" y="776"/>
                  </a:cubicBezTo>
                  <a:cubicBezTo>
                    <a:pt x="0" y="822"/>
                    <a:pt x="0" y="867"/>
                    <a:pt x="0" y="936"/>
                  </a:cubicBezTo>
                  <a:cubicBezTo>
                    <a:pt x="0" y="1004"/>
                    <a:pt x="23" y="1073"/>
                    <a:pt x="23" y="1141"/>
                  </a:cubicBezTo>
                  <a:cubicBezTo>
                    <a:pt x="23" y="1164"/>
                    <a:pt x="23" y="1164"/>
                    <a:pt x="23" y="1164"/>
                  </a:cubicBezTo>
                  <a:cubicBezTo>
                    <a:pt x="46" y="1164"/>
                    <a:pt x="46" y="1187"/>
                    <a:pt x="46" y="1187"/>
                  </a:cubicBezTo>
                  <a:cubicBezTo>
                    <a:pt x="69" y="1255"/>
                    <a:pt x="92" y="1324"/>
                    <a:pt x="115" y="1392"/>
                  </a:cubicBezTo>
                  <a:cubicBezTo>
                    <a:pt x="137" y="1392"/>
                    <a:pt x="137" y="1392"/>
                    <a:pt x="137" y="1415"/>
                  </a:cubicBezTo>
                  <a:cubicBezTo>
                    <a:pt x="137" y="1415"/>
                    <a:pt x="137" y="1415"/>
                    <a:pt x="160" y="1438"/>
                  </a:cubicBezTo>
                  <a:cubicBezTo>
                    <a:pt x="160" y="1461"/>
                    <a:pt x="206" y="1484"/>
                    <a:pt x="206" y="1529"/>
                  </a:cubicBezTo>
                  <a:cubicBezTo>
                    <a:pt x="229" y="1552"/>
                    <a:pt x="252" y="1575"/>
                    <a:pt x="274" y="1598"/>
                  </a:cubicBezTo>
                  <a:cubicBezTo>
                    <a:pt x="297" y="1621"/>
                    <a:pt x="297" y="1621"/>
                    <a:pt x="320" y="1643"/>
                  </a:cubicBezTo>
                  <a:cubicBezTo>
                    <a:pt x="366" y="1666"/>
                    <a:pt x="411" y="1712"/>
                    <a:pt x="480" y="1758"/>
                  </a:cubicBezTo>
                  <a:cubicBezTo>
                    <a:pt x="525" y="1780"/>
                    <a:pt x="571" y="1803"/>
                    <a:pt x="594" y="1826"/>
                  </a:cubicBezTo>
                  <a:cubicBezTo>
                    <a:pt x="640" y="1826"/>
                    <a:pt x="685" y="1849"/>
                    <a:pt x="731" y="1872"/>
                  </a:cubicBezTo>
                  <a:cubicBezTo>
                    <a:pt x="799" y="1872"/>
                    <a:pt x="891" y="1895"/>
                    <a:pt x="936" y="1895"/>
                  </a:cubicBezTo>
                  <a:lnTo>
                    <a:pt x="982" y="1895"/>
                  </a:lnTo>
                  <a:cubicBezTo>
                    <a:pt x="1073" y="1895"/>
                    <a:pt x="1142" y="1895"/>
                    <a:pt x="1233" y="1872"/>
                  </a:cubicBezTo>
                  <a:cubicBezTo>
                    <a:pt x="1233" y="1872"/>
                    <a:pt x="1256" y="1872"/>
                    <a:pt x="1256" y="1849"/>
                  </a:cubicBezTo>
                  <a:cubicBezTo>
                    <a:pt x="1324" y="1826"/>
                    <a:pt x="1393" y="1803"/>
                    <a:pt x="1461" y="1780"/>
                  </a:cubicBezTo>
                  <a:cubicBezTo>
                    <a:pt x="1461" y="1780"/>
                    <a:pt x="1461" y="1780"/>
                    <a:pt x="1461" y="1758"/>
                  </a:cubicBezTo>
                  <a:lnTo>
                    <a:pt x="1507" y="1758"/>
                  </a:lnTo>
                  <a:cubicBezTo>
                    <a:pt x="1553" y="1712"/>
                    <a:pt x="1621" y="1666"/>
                    <a:pt x="1690" y="1598"/>
                  </a:cubicBezTo>
                  <a:cubicBezTo>
                    <a:pt x="1690" y="1598"/>
                    <a:pt x="1690" y="1598"/>
                    <a:pt x="1712" y="1575"/>
                  </a:cubicBezTo>
                  <a:cubicBezTo>
                    <a:pt x="1735" y="1529"/>
                    <a:pt x="1781" y="1484"/>
                    <a:pt x="1827" y="1415"/>
                  </a:cubicBezTo>
                  <a:cubicBezTo>
                    <a:pt x="1827" y="1415"/>
                    <a:pt x="1827" y="1415"/>
                    <a:pt x="1849" y="1392"/>
                  </a:cubicBezTo>
                  <a:cubicBezTo>
                    <a:pt x="1849" y="1392"/>
                    <a:pt x="1849" y="1392"/>
                    <a:pt x="1849" y="1370"/>
                  </a:cubicBezTo>
                  <a:cubicBezTo>
                    <a:pt x="1872" y="1324"/>
                    <a:pt x="1918" y="1233"/>
                    <a:pt x="1941" y="1187"/>
                  </a:cubicBezTo>
                  <a:cubicBezTo>
                    <a:pt x="1941" y="1164"/>
                    <a:pt x="1941" y="1164"/>
                    <a:pt x="1941" y="1164"/>
                  </a:cubicBezTo>
                  <a:cubicBezTo>
                    <a:pt x="1941" y="1164"/>
                    <a:pt x="1941" y="1141"/>
                    <a:pt x="1941" y="1141"/>
                  </a:cubicBezTo>
                  <a:cubicBezTo>
                    <a:pt x="1963" y="1118"/>
                    <a:pt x="1963" y="1050"/>
                    <a:pt x="1963" y="1027"/>
                  </a:cubicBezTo>
                  <a:cubicBezTo>
                    <a:pt x="1963" y="1027"/>
                    <a:pt x="1963" y="959"/>
                    <a:pt x="1986" y="936"/>
                  </a:cubicBezTo>
                  <a:cubicBezTo>
                    <a:pt x="1986" y="913"/>
                    <a:pt x="1986" y="913"/>
                    <a:pt x="1986" y="913"/>
                  </a:cubicBezTo>
                  <a:cubicBezTo>
                    <a:pt x="1963" y="845"/>
                    <a:pt x="1963" y="776"/>
                    <a:pt x="1941" y="708"/>
                  </a:cubicBezTo>
                  <a:lnTo>
                    <a:pt x="1872" y="525"/>
                  </a:lnTo>
                  <a:cubicBezTo>
                    <a:pt x="1872" y="525"/>
                    <a:pt x="1872" y="525"/>
                    <a:pt x="1872" y="502"/>
                  </a:cubicBezTo>
                  <a:cubicBezTo>
                    <a:pt x="1849" y="479"/>
                    <a:pt x="1758" y="388"/>
                    <a:pt x="1735" y="365"/>
                  </a:cubicBezTo>
                  <a:cubicBezTo>
                    <a:pt x="1735" y="342"/>
                    <a:pt x="1735" y="342"/>
                    <a:pt x="1735" y="342"/>
                  </a:cubicBezTo>
                  <a:cubicBezTo>
                    <a:pt x="1690" y="320"/>
                    <a:pt x="1644" y="274"/>
                    <a:pt x="1644" y="274"/>
                  </a:cubicBezTo>
                  <a:cubicBezTo>
                    <a:pt x="1621" y="251"/>
                    <a:pt x="1598" y="228"/>
                    <a:pt x="1553" y="205"/>
                  </a:cubicBezTo>
                  <a:lnTo>
                    <a:pt x="1530" y="205"/>
                  </a:lnTo>
                  <a:cubicBezTo>
                    <a:pt x="1507" y="183"/>
                    <a:pt x="1393" y="137"/>
                    <a:pt x="1347" y="114"/>
                  </a:cubicBezTo>
                  <a:lnTo>
                    <a:pt x="1302" y="114"/>
                  </a:lnTo>
                  <a:cubicBezTo>
                    <a:pt x="1279" y="91"/>
                    <a:pt x="1210" y="91"/>
                    <a:pt x="1142" y="91"/>
                  </a:cubicBezTo>
                  <a:cubicBezTo>
                    <a:pt x="1050" y="23"/>
                    <a:pt x="936" y="0"/>
                    <a:pt x="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5"/>
            <p:cNvSpPr/>
            <p:nvPr/>
          </p:nvSpPr>
          <p:spPr>
            <a:xfrm>
              <a:off x="946850" y="3693750"/>
              <a:ext cx="43375" cy="51675"/>
            </a:xfrm>
            <a:custGeom>
              <a:avLst/>
              <a:gdLst/>
              <a:ahLst/>
              <a:cxnLst/>
              <a:rect l="l" t="t" r="r" b="b"/>
              <a:pathLst>
                <a:path w="1735" h="2067" extrusionOk="0">
                  <a:moveTo>
                    <a:pt x="936" y="0"/>
                  </a:moveTo>
                  <a:cubicBezTo>
                    <a:pt x="867" y="0"/>
                    <a:pt x="799" y="23"/>
                    <a:pt x="730" y="23"/>
                  </a:cubicBezTo>
                  <a:lnTo>
                    <a:pt x="708" y="23"/>
                  </a:lnTo>
                  <a:lnTo>
                    <a:pt x="525" y="115"/>
                  </a:lnTo>
                  <a:cubicBezTo>
                    <a:pt x="502" y="137"/>
                    <a:pt x="479" y="137"/>
                    <a:pt x="457" y="183"/>
                  </a:cubicBezTo>
                  <a:cubicBezTo>
                    <a:pt x="342" y="252"/>
                    <a:pt x="388" y="206"/>
                    <a:pt x="320" y="320"/>
                  </a:cubicBezTo>
                  <a:cubicBezTo>
                    <a:pt x="297" y="320"/>
                    <a:pt x="251" y="366"/>
                    <a:pt x="251" y="388"/>
                  </a:cubicBezTo>
                  <a:cubicBezTo>
                    <a:pt x="228" y="411"/>
                    <a:pt x="183" y="571"/>
                    <a:pt x="160" y="594"/>
                  </a:cubicBezTo>
                  <a:cubicBezTo>
                    <a:pt x="160" y="617"/>
                    <a:pt x="160" y="662"/>
                    <a:pt x="160" y="685"/>
                  </a:cubicBezTo>
                  <a:cubicBezTo>
                    <a:pt x="137" y="731"/>
                    <a:pt x="137" y="776"/>
                    <a:pt x="137" y="799"/>
                  </a:cubicBezTo>
                  <a:cubicBezTo>
                    <a:pt x="137" y="799"/>
                    <a:pt x="137" y="822"/>
                    <a:pt x="137" y="868"/>
                  </a:cubicBezTo>
                  <a:cubicBezTo>
                    <a:pt x="137" y="891"/>
                    <a:pt x="114" y="913"/>
                    <a:pt x="114" y="913"/>
                  </a:cubicBezTo>
                  <a:cubicBezTo>
                    <a:pt x="46" y="1005"/>
                    <a:pt x="23" y="1096"/>
                    <a:pt x="23" y="1210"/>
                  </a:cubicBezTo>
                  <a:cubicBezTo>
                    <a:pt x="0" y="1301"/>
                    <a:pt x="0" y="1416"/>
                    <a:pt x="46" y="1507"/>
                  </a:cubicBezTo>
                  <a:cubicBezTo>
                    <a:pt x="69" y="1598"/>
                    <a:pt x="114" y="1689"/>
                    <a:pt x="183" y="1758"/>
                  </a:cubicBezTo>
                  <a:cubicBezTo>
                    <a:pt x="228" y="1849"/>
                    <a:pt x="297" y="1918"/>
                    <a:pt x="388" y="1963"/>
                  </a:cubicBezTo>
                  <a:cubicBezTo>
                    <a:pt x="457" y="1986"/>
                    <a:pt x="502" y="2009"/>
                    <a:pt x="571" y="2032"/>
                  </a:cubicBezTo>
                  <a:cubicBezTo>
                    <a:pt x="639" y="2055"/>
                    <a:pt x="708" y="2066"/>
                    <a:pt x="776" y="2066"/>
                  </a:cubicBezTo>
                  <a:cubicBezTo>
                    <a:pt x="845" y="2066"/>
                    <a:pt x="913" y="2055"/>
                    <a:pt x="982" y="2032"/>
                  </a:cubicBezTo>
                  <a:lnTo>
                    <a:pt x="1164" y="1963"/>
                  </a:lnTo>
                  <a:cubicBezTo>
                    <a:pt x="1278" y="1895"/>
                    <a:pt x="1370" y="1804"/>
                    <a:pt x="1415" y="1689"/>
                  </a:cubicBezTo>
                  <a:cubicBezTo>
                    <a:pt x="1461" y="1621"/>
                    <a:pt x="1507" y="1530"/>
                    <a:pt x="1552" y="1461"/>
                  </a:cubicBezTo>
                  <a:cubicBezTo>
                    <a:pt x="1598" y="1301"/>
                    <a:pt x="1666" y="1165"/>
                    <a:pt x="1712" y="1028"/>
                  </a:cubicBezTo>
                  <a:cubicBezTo>
                    <a:pt x="1712" y="1028"/>
                    <a:pt x="1712" y="1005"/>
                    <a:pt x="1712" y="1005"/>
                  </a:cubicBezTo>
                  <a:cubicBezTo>
                    <a:pt x="1712" y="982"/>
                    <a:pt x="1735" y="822"/>
                    <a:pt x="1735" y="799"/>
                  </a:cubicBezTo>
                  <a:cubicBezTo>
                    <a:pt x="1735" y="776"/>
                    <a:pt x="1712" y="617"/>
                    <a:pt x="1712" y="594"/>
                  </a:cubicBezTo>
                  <a:cubicBezTo>
                    <a:pt x="1712" y="571"/>
                    <a:pt x="1643" y="434"/>
                    <a:pt x="1643" y="411"/>
                  </a:cubicBezTo>
                  <a:lnTo>
                    <a:pt x="1621" y="411"/>
                  </a:lnTo>
                  <a:cubicBezTo>
                    <a:pt x="1598" y="343"/>
                    <a:pt x="1552" y="297"/>
                    <a:pt x="1507" y="252"/>
                  </a:cubicBezTo>
                  <a:cubicBezTo>
                    <a:pt x="1507" y="252"/>
                    <a:pt x="1507" y="229"/>
                    <a:pt x="1507" y="229"/>
                  </a:cubicBezTo>
                  <a:cubicBezTo>
                    <a:pt x="1461" y="206"/>
                    <a:pt x="1392" y="160"/>
                    <a:pt x="1347" y="115"/>
                  </a:cubicBezTo>
                  <a:lnTo>
                    <a:pt x="1324" y="115"/>
                  </a:lnTo>
                  <a:cubicBezTo>
                    <a:pt x="1278" y="92"/>
                    <a:pt x="1210" y="69"/>
                    <a:pt x="1141" y="23"/>
                  </a:cubicBez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5"/>
            <p:cNvSpPr/>
            <p:nvPr/>
          </p:nvSpPr>
          <p:spPr>
            <a:xfrm>
              <a:off x="1070675" y="3739125"/>
              <a:ext cx="41675" cy="49350"/>
            </a:xfrm>
            <a:custGeom>
              <a:avLst/>
              <a:gdLst/>
              <a:ahLst/>
              <a:cxnLst/>
              <a:rect l="l" t="t" r="r" b="b"/>
              <a:pathLst>
                <a:path w="1667" h="1974" extrusionOk="0">
                  <a:moveTo>
                    <a:pt x="845" y="0"/>
                  </a:moveTo>
                  <a:cubicBezTo>
                    <a:pt x="776" y="0"/>
                    <a:pt x="708" y="11"/>
                    <a:pt x="639" y="34"/>
                  </a:cubicBezTo>
                  <a:lnTo>
                    <a:pt x="457" y="103"/>
                  </a:lnTo>
                  <a:cubicBezTo>
                    <a:pt x="343" y="171"/>
                    <a:pt x="251" y="263"/>
                    <a:pt x="183" y="377"/>
                  </a:cubicBezTo>
                  <a:cubicBezTo>
                    <a:pt x="137" y="468"/>
                    <a:pt x="91" y="582"/>
                    <a:pt x="69" y="673"/>
                  </a:cubicBezTo>
                  <a:cubicBezTo>
                    <a:pt x="46" y="696"/>
                    <a:pt x="46" y="719"/>
                    <a:pt x="46" y="742"/>
                  </a:cubicBezTo>
                  <a:cubicBezTo>
                    <a:pt x="23" y="810"/>
                    <a:pt x="23" y="902"/>
                    <a:pt x="23" y="993"/>
                  </a:cubicBezTo>
                  <a:cubicBezTo>
                    <a:pt x="0" y="1039"/>
                    <a:pt x="23" y="1061"/>
                    <a:pt x="23" y="1107"/>
                  </a:cubicBezTo>
                  <a:cubicBezTo>
                    <a:pt x="46" y="1267"/>
                    <a:pt x="46" y="1427"/>
                    <a:pt x="160" y="1564"/>
                  </a:cubicBezTo>
                  <a:cubicBezTo>
                    <a:pt x="251" y="1701"/>
                    <a:pt x="297" y="1769"/>
                    <a:pt x="457" y="1860"/>
                  </a:cubicBezTo>
                  <a:cubicBezTo>
                    <a:pt x="566" y="1938"/>
                    <a:pt x="707" y="1974"/>
                    <a:pt x="851" y="1974"/>
                  </a:cubicBezTo>
                  <a:cubicBezTo>
                    <a:pt x="918" y="1974"/>
                    <a:pt x="985" y="1966"/>
                    <a:pt x="1050" y="1952"/>
                  </a:cubicBezTo>
                  <a:cubicBezTo>
                    <a:pt x="1187" y="1906"/>
                    <a:pt x="1301" y="1837"/>
                    <a:pt x="1415" y="1746"/>
                  </a:cubicBezTo>
                  <a:cubicBezTo>
                    <a:pt x="1507" y="1632"/>
                    <a:pt x="1575" y="1518"/>
                    <a:pt x="1621" y="1381"/>
                  </a:cubicBezTo>
                  <a:cubicBezTo>
                    <a:pt x="1666" y="1221"/>
                    <a:pt x="1644" y="1039"/>
                    <a:pt x="1575" y="879"/>
                  </a:cubicBezTo>
                  <a:cubicBezTo>
                    <a:pt x="1598" y="765"/>
                    <a:pt x="1598" y="673"/>
                    <a:pt x="1575" y="559"/>
                  </a:cubicBezTo>
                  <a:cubicBezTo>
                    <a:pt x="1552" y="468"/>
                    <a:pt x="1507" y="377"/>
                    <a:pt x="1438" y="308"/>
                  </a:cubicBezTo>
                  <a:cubicBezTo>
                    <a:pt x="1392" y="217"/>
                    <a:pt x="1301" y="171"/>
                    <a:pt x="1233" y="103"/>
                  </a:cubicBezTo>
                  <a:cubicBezTo>
                    <a:pt x="1164" y="80"/>
                    <a:pt x="1096" y="57"/>
                    <a:pt x="1050" y="34"/>
                  </a:cubicBezTo>
                  <a:cubicBezTo>
                    <a:pt x="982" y="11"/>
                    <a:pt x="913" y="0"/>
                    <a:pt x="8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5"/>
            <p:cNvSpPr/>
            <p:nvPr/>
          </p:nvSpPr>
          <p:spPr>
            <a:xfrm>
              <a:off x="1157400" y="3674925"/>
              <a:ext cx="44525" cy="41675"/>
            </a:xfrm>
            <a:custGeom>
              <a:avLst/>
              <a:gdLst/>
              <a:ahLst/>
              <a:cxnLst/>
              <a:rect l="l" t="t" r="r" b="b"/>
              <a:pathLst>
                <a:path w="1781" h="1667" extrusionOk="0">
                  <a:moveTo>
                    <a:pt x="799" y="0"/>
                  </a:moveTo>
                  <a:cubicBezTo>
                    <a:pt x="640" y="0"/>
                    <a:pt x="548" y="23"/>
                    <a:pt x="411" y="114"/>
                  </a:cubicBezTo>
                  <a:cubicBezTo>
                    <a:pt x="297" y="160"/>
                    <a:pt x="183" y="274"/>
                    <a:pt x="115" y="388"/>
                  </a:cubicBezTo>
                  <a:cubicBezTo>
                    <a:pt x="69" y="457"/>
                    <a:pt x="46" y="525"/>
                    <a:pt x="23" y="594"/>
                  </a:cubicBezTo>
                  <a:cubicBezTo>
                    <a:pt x="1" y="776"/>
                    <a:pt x="1" y="822"/>
                    <a:pt x="23" y="1005"/>
                  </a:cubicBezTo>
                  <a:cubicBezTo>
                    <a:pt x="69" y="1096"/>
                    <a:pt x="115" y="1187"/>
                    <a:pt x="160" y="1256"/>
                  </a:cubicBezTo>
                  <a:cubicBezTo>
                    <a:pt x="229" y="1347"/>
                    <a:pt x="297" y="1415"/>
                    <a:pt x="389" y="1461"/>
                  </a:cubicBezTo>
                  <a:cubicBezTo>
                    <a:pt x="434" y="1484"/>
                    <a:pt x="480" y="1507"/>
                    <a:pt x="526" y="1529"/>
                  </a:cubicBezTo>
                  <a:cubicBezTo>
                    <a:pt x="548" y="1529"/>
                    <a:pt x="548" y="1552"/>
                    <a:pt x="571" y="1552"/>
                  </a:cubicBezTo>
                  <a:cubicBezTo>
                    <a:pt x="594" y="1575"/>
                    <a:pt x="754" y="1621"/>
                    <a:pt x="754" y="1644"/>
                  </a:cubicBezTo>
                  <a:lnTo>
                    <a:pt x="777" y="1644"/>
                  </a:lnTo>
                  <a:cubicBezTo>
                    <a:pt x="777" y="1644"/>
                    <a:pt x="959" y="1666"/>
                    <a:pt x="982" y="1666"/>
                  </a:cubicBezTo>
                  <a:cubicBezTo>
                    <a:pt x="982" y="1666"/>
                    <a:pt x="1187" y="1644"/>
                    <a:pt x="1187" y="1644"/>
                  </a:cubicBezTo>
                  <a:cubicBezTo>
                    <a:pt x="1210" y="1621"/>
                    <a:pt x="1256" y="1621"/>
                    <a:pt x="1279" y="1598"/>
                  </a:cubicBezTo>
                  <a:cubicBezTo>
                    <a:pt x="1302" y="1575"/>
                    <a:pt x="1347" y="1575"/>
                    <a:pt x="1370" y="1552"/>
                  </a:cubicBezTo>
                  <a:cubicBezTo>
                    <a:pt x="1393" y="1552"/>
                    <a:pt x="1530" y="1438"/>
                    <a:pt x="1530" y="1438"/>
                  </a:cubicBezTo>
                  <a:cubicBezTo>
                    <a:pt x="1530" y="1438"/>
                    <a:pt x="1553" y="1415"/>
                    <a:pt x="1553" y="1415"/>
                  </a:cubicBezTo>
                  <a:cubicBezTo>
                    <a:pt x="1553" y="1415"/>
                    <a:pt x="1598" y="1370"/>
                    <a:pt x="1598" y="1347"/>
                  </a:cubicBezTo>
                  <a:cubicBezTo>
                    <a:pt x="1621" y="1324"/>
                    <a:pt x="1644" y="1278"/>
                    <a:pt x="1667" y="1256"/>
                  </a:cubicBezTo>
                  <a:cubicBezTo>
                    <a:pt x="1667" y="1233"/>
                    <a:pt x="1758" y="1073"/>
                    <a:pt x="1758" y="1073"/>
                  </a:cubicBezTo>
                  <a:cubicBezTo>
                    <a:pt x="1758" y="1073"/>
                    <a:pt x="1758" y="1050"/>
                    <a:pt x="1758" y="1050"/>
                  </a:cubicBezTo>
                  <a:cubicBezTo>
                    <a:pt x="1758" y="1027"/>
                    <a:pt x="1758" y="982"/>
                    <a:pt x="1758" y="959"/>
                  </a:cubicBezTo>
                  <a:cubicBezTo>
                    <a:pt x="1781" y="913"/>
                    <a:pt x="1781" y="890"/>
                    <a:pt x="1781" y="845"/>
                  </a:cubicBezTo>
                  <a:cubicBezTo>
                    <a:pt x="1781" y="845"/>
                    <a:pt x="1758" y="639"/>
                    <a:pt x="1758" y="639"/>
                  </a:cubicBezTo>
                  <a:cubicBezTo>
                    <a:pt x="1758" y="639"/>
                    <a:pt x="1690" y="457"/>
                    <a:pt x="1667" y="457"/>
                  </a:cubicBezTo>
                  <a:cubicBezTo>
                    <a:pt x="1667" y="457"/>
                    <a:pt x="1553" y="297"/>
                    <a:pt x="1553" y="297"/>
                  </a:cubicBezTo>
                  <a:cubicBezTo>
                    <a:pt x="1553" y="297"/>
                    <a:pt x="1393" y="183"/>
                    <a:pt x="1393" y="183"/>
                  </a:cubicBezTo>
                  <a:cubicBezTo>
                    <a:pt x="1393" y="183"/>
                    <a:pt x="1210" y="91"/>
                    <a:pt x="1210" y="91"/>
                  </a:cubicBezTo>
                  <a:cubicBezTo>
                    <a:pt x="1187" y="91"/>
                    <a:pt x="1165" y="69"/>
                    <a:pt x="1142" y="69"/>
                  </a:cubicBezTo>
                  <a:cubicBezTo>
                    <a:pt x="1119" y="69"/>
                    <a:pt x="1073" y="46"/>
                    <a:pt x="1051" y="23"/>
                  </a:cubicBezTo>
                  <a:cubicBezTo>
                    <a:pt x="959" y="0"/>
                    <a:pt x="891" y="0"/>
                    <a:pt x="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5"/>
            <p:cNvSpPr/>
            <p:nvPr/>
          </p:nvSpPr>
          <p:spPr>
            <a:xfrm>
              <a:off x="1173950" y="3534550"/>
              <a:ext cx="41675" cy="46525"/>
            </a:xfrm>
            <a:custGeom>
              <a:avLst/>
              <a:gdLst/>
              <a:ahLst/>
              <a:cxnLst/>
              <a:rect l="l" t="t" r="r" b="b"/>
              <a:pathLst>
                <a:path w="1667" h="1861" extrusionOk="0">
                  <a:moveTo>
                    <a:pt x="891" y="0"/>
                  </a:moveTo>
                  <a:cubicBezTo>
                    <a:pt x="822" y="23"/>
                    <a:pt x="754" y="23"/>
                    <a:pt x="685" y="46"/>
                  </a:cubicBezTo>
                  <a:cubicBezTo>
                    <a:pt x="571" y="69"/>
                    <a:pt x="457" y="137"/>
                    <a:pt x="366" y="228"/>
                  </a:cubicBezTo>
                  <a:cubicBezTo>
                    <a:pt x="343" y="251"/>
                    <a:pt x="320" y="251"/>
                    <a:pt x="297" y="274"/>
                  </a:cubicBezTo>
                  <a:cubicBezTo>
                    <a:pt x="297" y="274"/>
                    <a:pt x="297" y="297"/>
                    <a:pt x="297" y="297"/>
                  </a:cubicBezTo>
                  <a:cubicBezTo>
                    <a:pt x="206" y="343"/>
                    <a:pt x="137" y="411"/>
                    <a:pt x="92" y="502"/>
                  </a:cubicBezTo>
                  <a:cubicBezTo>
                    <a:pt x="69" y="571"/>
                    <a:pt x="46" y="639"/>
                    <a:pt x="23" y="685"/>
                  </a:cubicBezTo>
                  <a:cubicBezTo>
                    <a:pt x="1" y="776"/>
                    <a:pt x="1" y="845"/>
                    <a:pt x="1" y="936"/>
                  </a:cubicBezTo>
                  <a:cubicBezTo>
                    <a:pt x="1" y="959"/>
                    <a:pt x="1" y="959"/>
                    <a:pt x="1" y="982"/>
                  </a:cubicBezTo>
                  <a:cubicBezTo>
                    <a:pt x="1" y="1164"/>
                    <a:pt x="23" y="1233"/>
                    <a:pt x="115" y="1415"/>
                  </a:cubicBezTo>
                  <a:cubicBezTo>
                    <a:pt x="115" y="1415"/>
                    <a:pt x="115" y="1438"/>
                    <a:pt x="115" y="1438"/>
                  </a:cubicBezTo>
                  <a:cubicBezTo>
                    <a:pt x="160" y="1484"/>
                    <a:pt x="206" y="1552"/>
                    <a:pt x="252" y="1621"/>
                  </a:cubicBezTo>
                  <a:cubicBezTo>
                    <a:pt x="366" y="1712"/>
                    <a:pt x="480" y="1781"/>
                    <a:pt x="640" y="1826"/>
                  </a:cubicBezTo>
                  <a:cubicBezTo>
                    <a:pt x="708" y="1849"/>
                    <a:pt x="788" y="1860"/>
                    <a:pt x="868" y="1860"/>
                  </a:cubicBezTo>
                  <a:cubicBezTo>
                    <a:pt x="948" y="1860"/>
                    <a:pt x="1028" y="1849"/>
                    <a:pt x="1096" y="1826"/>
                  </a:cubicBezTo>
                  <a:lnTo>
                    <a:pt x="1279" y="1758"/>
                  </a:lnTo>
                  <a:cubicBezTo>
                    <a:pt x="1370" y="1712"/>
                    <a:pt x="1438" y="1644"/>
                    <a:pt x="1484" y="1552"/>
                  </a:cubicBezTo>
                  <a:cubicBezTo>
                    <a:pt x="1530" y="1507"/>
                    <a:pt x="1553" y="1461"/>
                    <a:pt x="1575" y="1393"/>
                  </a:cubicBezTo>
                  <a:cubicBezTo>
                    <a:pt x="1621" y="1301"/>
                    <a:pt x="1644" y="1210"/>
                    <a:pt x="1644" y="1096"/>
                  </a:cubicBezTo>
                  <a:cubicBezTo>
                    <a:pt x="1644" y="1050"/>
                    <a:pt x="1644" y="1004"/>
                    <a:pt x="1644" y="959"/>
                  </a:cubicBezTo>
                  <a:cubicBezTo>
                    <a:pt x="1644" y="890"/>
                    <a:pt x="1667" y="845"/>
                    <a:pt x="1667" y="776"/>
                  </a:cubicBezTo>
                  <a:cubicBezTo>
                    <a:pt x="1667" y="662"/>
                    <a:pt x="1644" y="571"/>
                    <a:pt x="1598" y="480"/>
                  </a:cubicBezTo>
                  <a:cubicBezTo>
                    <a:pt x="1553" y="388"/>
                    <a:pt x="1507" y="297"/>
                    <a:pt x="1438" y="228"/>
                  </a:cubicBezTo>
                  <a:cubicBezTo>
                    <a:pt x="1393" y="183"/>
                    <a:pt x="1324" y="160"/>
                    <a:pt x="1279" y="114"/>
                  </a:cubicBezTo>
                  <a:cubicBezTo>
                    <a:pt x="1165" y="46"/>
                    <a:pt x="1028" y="0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5"/>
            <p:cNvSpPr/>
            <p:nvPr/>
          </p:nvSpPr>
          <p:spPr>
            <a:xfrm>
              <a:off x="1107175" y="3440400"/>
              <a:ext cx="41700" cy="48175"/>
            </a:xfrm>
            <a:custGeom>
              <a:avLst/>
              <a:gdLst/>
              <a:ahLst/>
              <a:cxnLst/>
              <a:rect l="l" t="t" r="r" b="b"/>
              <a:pathLst>
                <a:path w="1668" h="1927" extrusionOk="0">
                  <a:moveTo>
                    <a:pt x="891" y="0"/>
                  </a:moveTo>
                  <a:cubicBezTo>
                    <a:pt x="823" y="0"/>
                    <a:pt x="754" y="0"/>
                    <a:pt x="686" y="23"/>
                  </a:cubicBezTo>
                  <a:cubicBezTo>
                    <a:pt x="572" y="46"/>
                    <a:pt x="457" y="114"/>
                    <a:pt x="343" y="205"/>
                  </a:cubicBezTo>
                  <a:cubicBezTo>
                    <a:pt x="298" y="274"/>
                    <a:pt x="252" y="320"/>
                    <a:pt x="229" y="388"/>
                  </a:cubicBezTo>
                  <a:cubicBezTo>
                    <a:pt x="206" y="388"/>
                    <a:pt x="206" y="411"/>
                    <a:pt x="206" y="411"/>
                  </a:cubicBezTo>
                  <a:cubicBezTo>
                    <a:pt x="206" y="411"/>
                    <a:pt x="206" y="434"/>
                    <a:pt x="184" y="434"/>
                  </a:cubicBezTo>
                  <a:cubicBezTo>
                    <a:pt x="161" y="502"/>
                    <a:pt x="138" y="571"/>
                    <a:pt x="115" y="639"/>
                  </a:cubicBezTo>
                  <a:cubicBezTo>
                    <a:pt x="115" y="639"/>
                    <a:pt x="115" y="639"/>
                    <a:pt x="115" y="662"/>
                  </a:cubicBezTo>
                  <a:cubicBezTo>
                    <a:pt x="92" y="685"/>
                    <a:pt x="69" y="708"/>
                    <a:pt x="69" y="730"/>
                  </a:cubicBezTo>
                  <a:cubicBezTo>
                    <a:pt x="24" y="822"/>
                    <a:pt x="1" y="936"/>
                    <a:pt x="1" y="1027"/>
                  </a:cubicBezTo>
                  <a:cubicBezTo>
                    <a:pt x="1" y="1096"/>
                    <a:pt x="24" y="1164"/>
                    <a:pt x="24" y="1233"/>
                  </a:cubicBezTo>
                  <a:cubicBezTo>
                    <a:pt x="69" y="1370"/>
                    <a:pt x="138" y="1484"/>
                    <a:pt x="229" y="1575"/>
                  </a:cubicBezTo>
                  <a:cubicBezTo>
                    <a:pt x="229" y="1575"/>
                    <a:pt x="252" y="1598"/>
                    <a:pt x="252" y="1598"/>
                  </a:cubicBezTo>
                  <a:cubicBezTo>
                    <a:pt x="275" y="1621"/>
                    <a:pt x="320" y="1666"/>
                    <a:pt x="343" y="1689"/>
                  </a:cubicBezTo>
                  <a:cubicBezTo>
                    <a:pt x="412" y="1780"/>
                    <a:pt x="480" y="1826"/>
                    <a:pt x="572" y="1849"/>
                  </a:cubicBezTo>
                  <a:cubicBezTo>
                    <a:pt x="640" y="1895"/>
                    <a:pt x="709" y="1917"/>
                    <a:pt x="777" y="1917"/>
                  </a:cubicBezTo>
                  <a:cubicBezTo>
                    <a:pt x="804" y="1924"/>
                    <a:pt x="832" y="1927"/>
                    <a:pt x="862" y="1927"/>
                  </a:cubicBezTo>
                  <a:cubicBezTo>
                    <a:pt x="933" y="1927"/>
                    <a:pt x="1009" y="1911"/>
                    <a:pt x="1074" y="1895"/>
                  </a:cubicBezTo>
                  <a:cubicBezTo>
                    <a:pt x="1142" y="1872"/>
                    <a:pt x="1188" y="1849"/>
                    <a:pt x="1256" y="1826"/>
                  </a:cubicBezTo>
                  <a:cubicBezTo>
                    <a:pt x="1302" y="1780"/>
                    <a:pt x="1370" y="1735"/>
                    <a:pt x="1416" y="1689"/>
                  </a:cubicBezTo>
                  <a:cubicBezTo>
                    <a:pt x="1485" y="1621"/>
                    <a:pt x="1530" y="1552"/>
                    <a:pt x="1576" y="1461"/>
                  </a:cubicBezTo>
                  <a:cubicBezTo>
                    <a:pt x="1622" y="1370"/>
                    <a:pt x="1644" y="1278"/>
                    <a:pt x="1644" y="1164"/>
                  </a:cubicBezTo>
                  <a:cubicBezTo>
                    <a:pt x="1644" y="1096"/>
                    <a:pt x="1622" y="1027"/>
                    <a:pt x="1622" y="981"/>
                  </a:cubicBezTo>
                  <a:cubicBezTo>
                    <a:pt x="1644" y="913"/>
                    <a:pt x="1644" y="822"/>
                    <a:pt x="1644" y="753"/>
                  </a:cubicBezTo>
                  <a:cubicBezTo>
                    <a:pt x="1667" y="639"/>
                    <a:pt x="1644" y="548"/>
                    <a:pt x="1576" y="457"/>
                  </a:cubicBezTo>
                  <a:cubicBezTo>
                    <a:pt x="1553" y="365"/>
                    <a:pt x="1507" y="274"/>
                    <a:pt x="1439" y="205"/>
                  </a:cubicBezTo>
                  <a:cubicBezTo>
                    <a:pt x="1370" y="183"/>
                    <a:pt x="1325" y="137"/>
                    <a:pt x="1279" y="91"/>
                  </a:cubicBezTo>
                  <a:cubicBezTo>
                    <a:pt x="1165" y="23"/>
                    <a:pt x="1028" y="0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5"/>
            <p:cNvSpPr/>
            <p:nvPr/>
          </p:nvSpPr>
          <p:spPr>
            <a:xfrm>
              <a:off x="977650" y="3383475"/>
              <a:ext cx="50825" cy="51225"/>
            </a:xfrm>
            <a:custGeom>
              <a:avLst/>
              <a:gdLst/>
              <a:ahLst/>
              <a:cxnLst/>
              <a:rect l="l" t="t" r="r" b="b"/>
              <a:pathLst>
                <a:path w="2033" h="2049" extrusionOk="0">
                  <a:moveTo>
                    <a:pt x="962" y="0"/>
                  </a:moveTo>
                  <a:cubicBezTo>
                    <a:pt x="896" y="0"/>
                    <a:pt x="834" y="6"/>
                    <a:pt x="777" y="17"/>
                  </a:cubicBezTo>
                  <a:cubicBezTo>
                    <a:pt x="708" y="40"/>
                    <a:pt x="640" y="63"/>
                    <a:pt x="571" y="109"/>
                  </a:cubicBezTo>
                  <a:lnTo>
                    <a:pt x="548" y="109"/>
                  </a:lnTo>
                  <a:cubicBezTo>
                    <a:pt x="548" y="109"/>
                    <a:pt x="548" y="131"/>
                    <a:pt x="526" y="131"/>
                  </a:cubicBezTo>
                  <a:cubicBezTo>
                    <a:pt x="480" y="154"/>
                    <a:pt x="411" y="200"/>
                    <a:pt x="366" y="246"/>
                  </a:cubicBezTo>
                  <a:cubicBezTo>
                    <a:pt x="297" y="314"/>
                    <a:pt x="229" y="405"/>
                    <a:pt x="183" y="474"/>
                  </a:cubicBezTo>
                  <a:cubicBezTo>
                    <a:pt x="183" y="474"/>
                    <a:pt x="183" y="497"/>
                    <a:pt x="160" y="497"/>
                  </a:cubicBezTo>
                  <a:cubicBezTo>
                    <a:pt x="160" y="497"/>
                    <a:pt x="160" y="519"/>
                    <a:pt x="160" y="519"/>
                  </a:cubicBezTo>
                  <a:cubicBezTo>
                    <a:pt x="115" y="588"/>
                    <a:pt x="92" y="656"/>
                    <a:pt x="69" y="725"/>
                  </a:cubicBezTo>
                  <a:cubicBezTo>
                    <a:pt x="69" y="748"/>
                    <a:pt x="46" y="771"/>
                    <a:pt x="46" y="793"/>
                  </a:cubicBezTo>
                  <a:cubicBezTo>
                    <a:pt x="46" y="885"/>
                    <a:pt x="1" y="999"/>
                    <a:pt x="23" y="1090"/>
                  </a:cubicBezTo>
                  <a:cubicBezTo>
                    <a:pt x="23" y="1136"/>
                    <a:pt x="46" y="1250"/>
                    <a:pt x="46" y="1318"/>
                  </a:cubicBezTo>
                  <a:cubicBezTo>
                    <a:pt x="69" y="1318"/>
                    <a:pt x="69" y="1341"/>
                    <a:pt x="69" y="1341"/>
                  </a:cubicBezTo>
                  <a:cubicBezTo>
                    <a:pt x="92" y="1410"/>
                    <a:pt x="115" y="1478"/>
                    <a:pt x="138" y="1547"/>
                  </a:cubicBezTo>
                  <a:cubicBezTo>
                    <a:pt x="160" y="1547"/>
                    <a:pt x="160" y="1569"/>
                    <a:pt x="160" y="1569"/>
                  </a:cubicBezTo>
                  <a:cubicBezTo>
                    <a:pt x="206" y="1638"/>
                    <a:pt x="252" y="1684"/>
                    <a:pt x="297" y="1729"/>
                  </a:cubicBezTo>
                  <a:cubicBezTo>
                    <a:pt x="297" y="1752"/>
                    <a:pt x="297" y="1752"/>
                    <a:pt x="320" y="1752"/>
                  </a:cubicBezTo>
                  <a:cubicBezTo>
                    <a:pt x="366" y="1798"/>
                    <a:pt x="434" y="1843"/>
                    <a:pt x="480" y="1889"/>
                  </a:cubicBezTo>
                  <a:cubicBezTo>
                    <a:pt x="503" y="1912"/>
                    <a:pt x="503" y="1912"/>
                    <a:pt x="526" y="1912"/>
                  </a:cubicBezTo>
                  <a:cubicBezTo>
                    <a:pt x="594" y="1957"/>
                    <a:pt x="663" y="1980"/>
                    <a:pt x="731" y="2003"/>
                  </a:cubicBezTo>
                  <a:cubicBezTo>
                    <a:pt x="754" y="2003"/>
                    <a:pt x="754" y="2003"/>
                    <a:pt x="777" y="2026"/>
                  </a:cubicBezTo>
                  <a:cubicBezTo>
                    <a:pt x="845" y="2026"/>
                    <a:pt x="914" y="2026"/>
                    <a:pt x="982" y="2049"/>
                  </a:cubicBezTo>
                  <a:lnTo>
                    <a:pt x="1073" y="2049"/>
                  </a:lnTo>
                  <a:cubicBezTo>
                    <a:pt x="1142" y="2049"/>
                    <a:pt x="1210" y="2026"/>
                    <a:pt x="1279" y="2026"/>
                  </a:cubicBezTo>
                  <a:cubicBezTo>
                    <a:pt x="1302" y="2003"/>
                    <a:pt x="1302" y="2003"/>
                    <a:pt x="1324" y="2003"/>
                  </a:cubicBezTo>
                  <a:lnTo>
                    <a:pt x="1347" y="2003"/>
                  </a:lnTo>
                  <a:cubicBezTo>
                    <a:pt x="1416" y="1980"/>
                    <a:pt x="1484" y="1957"/>
                    <a:pt x="1530" y="1912"/>
                  </a:cubicBezTo>
                  <a:cubicBezTo>
                    <a:pt x="1553" y="1912"/>
                    <a:pt x="1553" y="1912"/>
                    <a:pt x="1576" y="1889"/>
                  </a:cubicBezTo>
                  <a:cubicBezTo>
                    <a:pt x="1735" y="1775"/>
                    <a:pt x="1781" y="1752"/>
                    <a:pt x="1895" y="1569"/>
                  </a:cubicBezTo>
                  <a:cubicBezTo>
                    <a:pt x="1895" y="1569"/>
                    <a:pt x="1895" y="1569"/>
                    <a:pt x="1918" y="1547"/>
                  </a:cubicBezTo>
                  <a:cubicBezTo>
                    <a:pt x="1941" y="1478"/>
                    <a:pt x="1964" y="1410"/>
                    <a:pt x="1986" y="1364"/>
                  </a:cubicBezTo>
                  <a:cubicBezTo>
                    <a:pt x="1986" y="1341"/>
                    <a:pt x="2009" y="1341"/>
                    <a:pt x="2009" y="1341"/>
                  </a:cubicBezTo>
                  <a:cubicBezTo>
                    <a:pt x="2032" y="1250"/>
                    <a:pt x="2032" y="1181"/>
                    <a:pt x="2032" y="1090"/>
                  </a:cubicBezTo>
                  <a:cubicBezTo>
                    <a:pt x="2032" y="1090"/>
                    <a:pt x="2032" y="1090"/>
                    <a:pt x="2032" y="1067"/>
                  </a:cubicBezTo>
                  <a:cubicBezTo>
                    <a:pt x="2032" y="999"/>
                    <a:pt x="2009" y="907"/>
                    <a:pt x="2009" y="862"/>
                  </a:cubicBezTo>
                  <a:cubicBezTo>
                    <a:pt x="2009" y="839"/>
                    <a:pt x="2009" y="839"/>
                    <a:pt x="1986" y="816"/>
                  </a:cubicBezTo>
                  <a:cubicBezTo>
                    <a:pt x="1964" y="748"/>
                    <a:pt x="1941" y="679"/>
                    <a:pt x="1918" y="611"/>
                  </a:cubicBezTo>
                  <a:lnTo>
                    <a:pt x="1895" y="611"/>
                  </a:lnTo>
                  <a:cubicBezTo>
                    <a:pt x="1872" y="565"/>
                    <a:pt x="1849" y="519"/>
                    <a:pt x="1827" y="497"/>
                  </a:cubicBezTo>
                  <a:cubicBezTo>
                    <a:pt x="1781" y="451"/>
                    <a:pt x="1758" y="405"/>
                    <a:pt x="1735" y="383"/>
                  </a:cubicBezTo>
                  <a:cubicBezTo>
                    <a:pt x="1667" y="314"/>
                    <a:pt x="1598" y="268"/>
                    <a:pt x="1553" y="223"/>
                  </a:cubicBezTo>
                  <a:lnTo>
                    <a:pt x="1507" y="223"/>
                  </a:lnTo>
                  <a:cubicBezTo>
                    <a:pt x="1461" y="177"/>
                    <a:pt x="1416" y="131"/>
                    <a:pt x="1347" y="86"/>
                  </a:cubicBezTo>
                  <a:cubicBezTo>
                    <a:pt x="1302" y="63"/>
                    <a:pt x="1233" y="40"/>
                    <a:pt x="1165" y="17"/>
                  </a:cubicBezTo>
                  <a:cubicBezTo>
                    <a:pt x="1096" y="6"/>
                    <a:pt x="1028" y="0"/>
                    <a:pt x="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881225" y="3473475"/>
              <a:ext cx="46800" cy="47825"/>
            </a:xfrm>
            <a:custGeom>
              <a:avLst/>
              <a:gdLst/>
              <a:ahLst/>
              <a:cxnLst/>
              <a:rect l="l" t="t" r="r" b="b"/>
              <a:pathLst>
                <a:path w="1872" h="1913" extrusionOk="0">
                  <a:moveTo>
                    <a:pt x="1073" y="1"/>
                  </a:moveTo>
                  <a:cubicBezTo>
                    <a:pt x="1004" y="1"/>
                    <a:pt x="936" y="1"/>
                    <a:pt x="867" y="24"/>
                  </a:cubicBezTo>
                  <a:cubicBezTo>
                    <a:pt x="753" y="47"/>
                    <a:pt x="662" y="115"/>
                    <a:pt x="571" y="183"/>
                  </a:cubicBezTo>
                  <a:cubicBezTo>
                    <a:pt x="525" y="183"/>
                    <a:pt x="479" y="206"/>
                    <a:pt x="434" y="229"/>
                  </a:cubicBezTo>
                  <a:cubicBezTo>
                    <a:pt x="388" y="275"/>
                    <a:pt x="297" y="343"/>
                    <a:pt x="274" y="366"/>
                  </a:cubicBezTo>
                  <a:cubicBezTo>
                    <a:pt x="251" y="366"/>
                    <a:pt x="251" y="389"/>
                    <a:pt x="228" y="389"/>
                  </a:cubicBezTo>
                  <a:cubicBezTo>
                    <a:pt x="160" y="457"/>
                    <a:pt x="114" y="549"/>
                    <a:pt x="69" y="640"/>
                  </a:cubicBezTo>
                  <a:cubicBezTo>
                    <a:pt x="23" y="731"/>
                    <a:pt x="0" y="823"/>
                    <a:pt x="0" y="937"/>
                  </a:cubicBezTo>
                  <a:cubicBezTo>
                    <a:pt x="0" y="1051"/>
                    <a:pt x="23" y="1142"/>
                    <a:pt x="69" y="1233"/>
                  </a:cubicBezTo>
                  <a:cubicBezTo>
                    <a:pt x="114" y="1325"/>
                    <a:pt x="160" y="1416"/>
                    <a:pt x="228" y="1485"/>
                  </a:cubicBezTo>
                  <a:cubicBezTo>
                    <a:pt x="297" y="1507"/>
                    <a:pt x="343" y="1553"/>
                    <a:pt x="388" y="1599"/>
                  </a:cubicBezTo>
                  <a:cubicBezTo>
                    <a:pt x="434" y="1621"/>
                    <a:pt x="457" y="1621"/>
                    <a:pt x="502" y="1644"/>
                  </a:cubicBezTo>
                  <a:cubicBezTo>
                    <a:pt x="502" y="1644"/>
                    <a:pt x="502" y="1644"/>
                    <a:pt x="525" y="1667"/>
                  </a:cubicBezTo>
                  <a:cubicBezTo>
                    <a:pt x="525" y="1667"/>
                    <a:pt x="548" y="1690"/>
                    <a:pt x="548" y="1690"/>
                  </a:cubicBezTo>
                  <a:cubicBezTo>
                    <a:pt x="639" y="1781"/>
                    <a:pt x="753" y="1850"/>
                    <a:pt x="890" y="1895"/>
                  </a:cubicBezTo>
                  <a:cubicBezTo>
                    <a:pt x="936" y="1907"/>
                    <a:pt x="987" y="1912"/>
                    <a:pt x="1039" y="1912"/>
                  </a:cubicBezTo>
                  <a:cubicBezTo>
                    <a:pt x="1090" y="1912"/>
                    <a:pt x="1141" y="1907"/>
                    <a:pt x="1187" y="1895"/>
                  </a:cubicBezTo>
                  <a:cubicBezTo>
                    <a:pt x="1278" y="1895"/>
                    <a:pt x="1392" y="1873"/>
                    <a:pt x="1461" y="1804"/>
                  </a:cubicBezTo>
                  <a:cubicBezTo>
                    <a:pt x="1575" y="1736"/>
                    <a:pt x="1666" y="1644"/>
                    <a:pt x="1735" y="1530"/>
                  </a:cubicBezTo>
                  <a:cubicBezTo>
                    <a:pt x="1780" y="1462"/>
                    <a:pt x="1803" y="1393"/>
                    <a:pt x="1826" y="1325"/>
                  </a:cubicBezTo>
                  <a:cubicBezTo>
                    <a:pt x="1849" y="1302"/>
                    <a:pt x="1849" y="1302"/>
                    <a:pt x="1849" y="1279"/>
                  </a:cubicBezTo>
                  <a:cubicBezTo>
                    <a:pt x="1849" y="1256"/>
                    <a:pt x="1872" y="1119"/>
                    <a:pt x="1872" y="1051"/>
                  </a:cubicBezTo>
                  <a:cubicBezTo>
                    <a:pt x="1872" y="960"/>
                    <a:pt x="1849" y="891"/>
                    <a:pt x="1849" y="823"/>
                  </a:cubicBezTo>
                  <a:cubicBezTo>
                    <a:pt x="1826" y="800"/>
                    <a:pt x="1826" y="777"/>
                    <a:pt x="1826" y="777"/>
                  </a:cubicBezTo>
                  <a:cubicBezTo>
                    <a:pt x="1826" y="777"/>
                    <a:pt x="1826" y="777"/>
                    <a:pt x="1826" y="754"/>
                  </a:cubicBezTo>
                  <a:cubicBezTo>
                    <a:pt x="1826" y="640"/>
                    <a:pt x="1803" y="549"/>
                    <a:pt x="1758" y="457"/>
                  </a:cubicBezTo>
                  <a:cubicBezTo>
                    <a:pt x="1735" y="366"/>
                    <a:pt x="1666" y="275"/>
                    <a:pt x="1598" y="206"/>
                  </a:cubicBezTo>
                  <a:cubicBezTo>
                    <a:pt x="1552" y="183"/>
                    <a:pt x="1507" y="138"/>
                    <a:pt x="1438" y="92"/>
                  </a:cubicBezTo>
                  <a:cubicBezTo>
                    <a:pt x="1324" y="24"/>
                    <a:pt x="1210" y="1"/>
                    <a:pt x="10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819575" y="3607200"/>
              <a:ext cx="45125" cy="49900"/>
            </a:xfrm>
            <a:custGeom>
              <a:avLst/>
              <a:gdLst/>
              <a:ahLst/>
              <a:cxnLst/>
              <a:rect l="l" t="t" r="r" b="b"/>
              <a:pathLst>
                <a:path w="1805" h="1996" extrusionOk="0">
                  <a:moveTo>
                    <a:pt x="906" y="1"/>
                  </a:moveTo>
                  <a:cubicBezTo>
                    <a:pt x="846" y="1"/>
                    <a:pt x="785" y="12"/>
                    <a:pt x="731" y="39"/>
                  </a:cubicBezTo>
                  <a:cubicBezTo>
                    <a:pt x="617" y="61"/>
                    <a:pt x="549" y="107"/>
                    <a:pt x="457" y="153"/>
                  </a:cubicBezTo>
                  <a:cubicBezTo>
                    <a:pt x="389" y="221"/>
                    <a:pt x="321" y="290"/>
                    <a:pt x="275" y="358"/>
                  </a:cubicBezTo>
                  <a:cubicBezTo>
                    <a:pt x="275" y="358"/>
                    <a:pt x="252" y="381"/>
                    <a:pt x="252" y="381"/>
                  </a:cubicBezTo>
                  <a:cubicBezTo>
                    <a:pt x="161" y="472"/>
                    <a:pt x="92" y="586"/>
                    <a:pt x="47" y="723"/>
                  </a:cubicBezTo>
                  <a:cubicBezTo>
                    <a:pt x="47" y="746"/>
                    <a:pt x="47" y="769"/>
                    <a:pt x="24" y="792"/>
                  </a:cubicBezTo>
                  <a:cubicBezTo>
                    <a:pt x="24" y="860"/>
                    <a:pt x="1" y="952"/>
                    <a:pt x="1" y="1043"/>
                  </a:cubicBezTo>
                  <a:cubicBezTo>
                    <a:pt x="1" y="1134"/>
                    <a:pt x="24" y="1226"/>
                    <a:pt x="47" y="1294"/>
                  </a:cubicBezTo>
                  <a:cubicBezTo>
                    <a:pt x="47" y="1385"/>
                    <a:pt x="92" y="1477"/>
                    <a:pt x="138" y="1545"/>
                  </a:cubicBezTo>
                  <a:cubicBezTo>
                    <a:pt x="138" y="1568"/>
                    <a:pt x="161" y="1568"/>
                    <a:pt x="161" y="1591"/>
                  </a:cubicBezTo>
                  <a:cubicBezTo>
                    <a:pt x="206" y="1636"/>
                    <a:pt x="252" y="1705"/>
                    <a:pt x="275" y="1751"/>
                  </a:cubicBezTo>
                  <a:cubicBezTo>
                    <a:pt x="298" y="1751"/>
                    <a:pt x="298" y="1751"/>
                    <a:pt x="298" y="1773"/>
                  </a:cubicBezTo>
                  <a:cubicBezTo>
                    <a:pt x="343" y="1819"/>
                    <a:pt x="412" y="1865"/>
                    <a:pt x="457" y="1887"/>
                  </a:cubicBezTo>
                  <a:cubicBezTo>
                    <a:pt x="549" y="1956"/>
                    <a:pt x="640" y="1979"/>
                    <a:pt x="754" y="1979"/>
                  </a:cubicBezTo>
                  <a:cubicBezTo>
                    <a:pt x="811" y="1990"/>
                    <a:pt x="851" y="1996"/>
                    <a:pt x="894" y="1996"/>
                  </a:cubicBezTo>
                  <a:cubicBezTo>
                    <a:pt x="937" y="1996"/>
                    <a:pt x="982" y="1990"/>
                    <a:pt x="1051" y="1979"/>
                  </a:cubicBezTo>
                  <a:lnTo>
                    <a:pt x="1074" y="1979"/>
                  </a:lnTo>
                  <a:cubicBezTo>
                    <a:pt x="1074" y="1956"/>
                    <a:pt x="1074" y="1956"/>
                    <a:pt x="1074" y="1956"/>
                  </a:cubicBezTo>
                  <a:cubicBezTo>
                    <a:pt x="1119" y="1956"/>
                    <a:pt x="1234" y="1910"/>
                    <a:pt x="1302" y="1865"/>
                  </a:cubicBezTo>
                  <a:cubicBezTo>
                    <a:pt x="1462" y="1751"/>
                    <a:pt x="1507" y="1705"/>
                    <a:pt x="1622" y="1545"/>
                  </a:cubicBezTo>
                  <a:cubicBezTo>
                    <a:pt x="1644" y="1522"/>
                    <a:pt x="1644" y="1522"/>
                    <a:pt x="1644" y="1499"/>
                  </a:cubicBezTo>
                  <a:cubicBezTo>
                    <a:pt x="1690" y="1431"/>
                    <a:pt x="1713" y="1363"/>
                    <a:pt x="1759" y="1271"/>
                  </a:cubicBezTo>
                  <a:cubicBezTo>
                    <a:pt x="1759" y="1271"/>
                    <a:pt x="1759" y="1248"/>
                    <a:pt x="1759" y="1248"/>
                  </a:cubicBezTo>
                  <a:cubicBezTo>
                    <a:pt x="1759" y="1226"/>
                    <a:pt x="1759" y="1226"/>
                    <a:pt x="1759" y="1226"/>
                  </a:cubicBezTo>
                  <a:cubicBezTo>
                    <a:pt x="1781" y="1134"/>
                    <a:pt x="1781" y="1066"/>
                    <a:pt x="1781" y="997"/>
                  </a:cubicBezTo>
                  <a:cubicBezTo>
                    <a:pt x="1804" y="974"/>
                    <a:pt x="1804" y="974"/>
                    <a:pt x="1781" y="952"/>
                  </a:cubicBezTo>
                  <a:cubicBezTo>
                    <a:pt x="1781" y="952"/>
                    <a:pt x="1781" y="929"/>
                    <a:pt x="1781" y="929"/>
                  </a:cubicBezTo>
                  <a:cubicBezTo>
                    <a:pt x="1781" y="860"/>
                    <a:pt x="1781" y="792"/>
                    <a:pt x="1759" y="701"/>
                  </a:cubicBezTo>
                  <a:cubicBezTo>
                    <a:pt x="1759" y="701"/>
                    <a:pt x="1759" y="678"/>
                    <a:pt x="1736" y="655"/>
                  </a:cubicBezTo>
                  <a:cubicBezTo>
                    <a:pt x="1736" y="632"/>
                    <a:pt x="1690" y="495"/>
                    <a:pt x="1644" y="449"/>
                  </a:cubicBezTo>
                  <a:cubicBezTo>
                    <a:pt x="1644" y="449"/>
                    <a:pt x="1644" y="427"/>
                    <a:pt x="1644" y="427"/>
                  </a:cubicBezTo>
                  <a:cubicBezTo>
                    <a:pt x="1599" y="381"/>
                    <a:pt x="1553" y="313"/>
                    <a:pt x="1507" y="267"/>
                  </a:cubicBezTo>
                  <a:cubicBezTo>
                    <a:pt x="1507" y="267"/>
                    <a:pt x="1507" y="267"/>
                    <a:pt x="1507" y="244"/>
                  </a:cubicBezTo>
                  <a:cubicBezTo>
                    <a:pt x="1462" y="221"/>
                    <a:pt x="1439" y="198"/>
                    <a:pt x="1416" y="176"/>
                  </a:cubicBezTo>
                  <a:cubicBezTo>
                    <a:pt x="1371" y="153"/>
                    <a:pt x="1348" y="130"/>
                    <a:pt x="1302" y="107"/>
                  </a:cubicBezTo>
                  <a:cubicBezTo>
                    <a:pt x="1234" y="39"/>
                    <a:pt x="1119" y="16"/>
                    <a:pt x="1028" y="16"/>
                  </a:cubicBezTo>
                  <a:cubicBezTo>
                    <a:pt x="990" y="6"/>
                    <a:pt x="949" y="1"/>
                    <a:pt x="9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855525" y="3754800"/>
              <a:ext cx="41700" cy="49675"/>
            </a:xfrm>
            <a:custGeom>
              <a:avLst/>
              <a:gdLst/>
              <a:ahLst/>
              <a:cxnLst/>
              <a:rect l="l" t="t" r="r" b="b"/>
              <a:pathLst>
                <a:path w="1668" h="1987" extrusionOk="0">
                  <a:moveTo>
                    <a:pt x="777" y="1"/>
                  </a:moveTo>
                  <a:cubicBezTo>
                    <a:pt x="640" y="1"/>
                    <a:pt x="503" y="46"/>
                    <a:pt x="389" y="115"/>
                  </a:cubicBezTo>
                  <a:cubicBezTo>
                    <a:pt x="343" y="138"/>
                    <a:pt x="298" y="183"/>
                    <a:pt x="229" y="229"/>
                  </a:cubicBezTo>
                  <a:cubicBezTo>
                    <a:pt x="138" y="320"/>
                    <a:pt x="69" y="434"/>
                    <a:pt x="47" y="571"/>
                  </a:cubicBezTo>
                  <a:cubicBezTo>
                    <a:pt x="24" y="663"/>
                    <a:pt x="1" y="777"/>
                    <a:pt x="1" y="868"/>
                  </a:cubicBezTo>
                  <a:cubicBezTo>
                    <a:pt x="1" y="914"/>
                    <a:pt x="1" y="959"/>
                    <a:pt x="1" y="1005"/>
                  </a:cubicBezTo>
                  <a:cubicBezTo>
                    <a:pt x="24" y="1096"/>
                    <a:pt x="24" y="1210"/>
                    <a:pt x="47" y="1325"/>
                  </a:cubicBezTo>
                  <a:cubicBezTo>
                    <a:pt x="92" y="1416"/>
                    <a:pt x="138" y="1507"/>
                    <a:pt x="161" y="1598"/>
                  </a:cubicBezTo>
                  <a:cubicBezTo>
                    <a:pt x="206" y="1690"/>
                    <a:pt x="275" y="1758"/>
                    <a:pt x="366" y="1827"/>
                  </a:cubicBezTo>
                  <a:cubicBezTo>
                    <a:pt x="435" y="1895"/>
                    <a:pt x="526" y="1941"/>
                    <a:pt x="617" y="1964"/>
                  </a:cubicBezTo>
                  <a:lnTo>
                    <a:pt x="823" y="1987"/>
                  </a:lnTo>
                  <a:cubicBezTo>
                    <a:pt x="960" y="1987"/>
                    <a:pt x="1097" y="1941"/>
                    <a:pt x="1211" y="1872"/>
                  </a:cubicBezTo>
                  <a:cubicBezTo>
                    <a:pt x="1234" y="1850"/>
                    <a:pt x="1279" y="1827"/>
                    <a:pt x="1302" y="1804"/>
                  </a:cubicBezTo>
                  <a:cubicBezTo>
                    <a:pt x="1302" y="1804"/>
                    <a:pt x="1348" y="1781"/>
                    <a:pt x="1371" y="1758"/>
                  </a:cubicBezTo>
                  <a:cubicBezTo>
                    <a:pt x="1393" y="1735"/>
                    <a:pt x="1393" y="1735"/>
                    <a:pt x="1393" y="1735"/>
                  </a:cubicBezTo>
                  <a:cubicBezTo>
                    <a:pt x="1416" y="1713"/>
                    <a:pt x="1439" y="1667"/>
                    <a:pt x="1462" y="1644"/>
                  </a:cubicBezTo>
                  <a:cubicBezTo>
                    <a:pt x="1485" y="1621"/>
                    <a:pt x="1507" y="1598"/>
                    <a:pt x="1530" y="1553"/>
                  </a:cubicBezTo>
                  <a:cubicBezTo>
                    <a:pt x="1530" y="1553"/>
                    <a:pt x="1530" y="1553"/>
                    <a:pt x="1530" y="1530"/>
                  </a:cubicBezTo>
                  <a:cubicBezTo>
                    <a:pt x="1576" y="1462"/>
                    <a:pt x="1622" y="1393"/>
                    <a:pt x="1622" y="1325"/>
                  </a:cubicBezTo>
                  <a:cubicBezTo>
                    <a:pt x="1644" y="1302"/>
                    <a:pt x="1644" y="1302"/>
                    <a:pt x="1644" y="1302"/>
                  </a:cubicBezTo>
                  <a:cubicBezTo>
                    <a:pt x="1644" y="1233"/>
                    <a:pt x="1644" y="1165"/>
                    <a:pt x="1667" y="1096"/>
                  </a:cubicBezTo>
                  <a:cubicBezTo>
                    <a:pt x="1667" y="1096"/>
                    <a:pt x="1667" y="1074"/>
                    <a:pt x="1667" y="1074"/>
                  </a:cubicBezTo>
                  <a:cubicBezTo>
                    <a:pt x="1667" y="1051"/>
                    <a:pt x="1667" y="1051"/>
                    <a:pt x="1667" y="1051"/>
                  </a:cubicBezTo>
                  <a:cubicBezTo>
                    <a:pt x="1667" y="1005"/>
                    <a:pt x="1644" y="959"/>
                    <a:pt x="1644" y="937"/>
                  </a:cubicBezTo>
                  <a:cubicBezTo>
                    <a:pt x="1644" y="891"/>
                    <a:pt x="1644" y="868"/>
                    <a:pt x="1644" y="822"/>
                  </a:cubicBezTo>
                  <a:cubicBezTo>
                    <a:pt x="1622" y="822"/>
                    <a:pt x="1622" y="800"/>
                    <a:pt x="1622" y="800"/>
                  </a:cubicBezTo>
                  <a:cubicBezTo>
                    <a:pt x="1622" y="800"/>
                    <a:pt x="1622" y="800"/>
                    <a:pt x="1622" y="777"/>
                  </a:cubicBezTo>
                  <a:cubicBezTo>
                    <a:pt x="1599" y="731"/>
                    <a:pt x="1576" y="663"/>
                    <a:pt x="1553" y="594"/>
                  </a:cubicBezTo>
                  <a:cubicBezTo>
                    <a:pt x="1530" y="571"/>
                    <a:pt x="1507" y="549"/>
                    <a:pt x="1507" y="526"/>
                  </a:cubicBezTo>
                  <a:cubicBezTo>
                    <a:pt x="1485" y="480"/>
                    <a:pt x="1462" y="434"/>
                    <a:pt x="1439" y="389"/>
                  </a:cubicBezTo>
                  <a:cubicBezTo>
                    <a:pt x="1393" y="297"/>
                    <a:pt x="1325" y="229"/>
                    <a:pt x="1234" y="161"/>
                  </a:cubicBezTo>
                  <a:cubicBezTo>
                    <a:pt x="1165" y="92"/>
                    <a:pt x="1074" y="46"/>
                    <a:pt x="982" y="24"/>
                  </a:cubicBezTo>
                  <a:cubicBezTo>
                    <a:pt x="914" y="24"/>
                    <a:pt x="846" y="24"/>
                    <a:pt x="7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5"/>
            <p:cNvSpPr/>
            <p:nvPr/>
          </p:nvSpPr>
          <p:spPr>
            <a:xfrm>
              <a:off x="1003900" y="3859000"/>
              <a:ext cx="49100" cy="46850"/>
            </a:xfrm>
            <a:custGeom>
              <a:avLst/>
              <a:gdLst/>
              <a:ahLst/>
              <a:cxnLst/>
              <a:rect l="l" t="t" r="r" b="b"/>
              <a:pathLst>
                <a:path w="1964" h="1874" extrusionOk="0">
                  <a:moveTo>
                    <a:pt x="1207" y="0"/>
                  </a:moveTo>
                  <a:cubicBezTo>
                    <a:pt x="1134" y="0"/>
                    <a:pt x="1069" y="16"/>
                    <a:pt x="1005" y="33"/>
                  </a:cubicBezTo>
                  <a:cubicBezTo>
                    <a:pt x="959" y="55"/>
                    <a:pt x="914" y="78"/>
                    <a:pt x="868" y="78"/>
                  </a:cubicBezTo>
                  <a:cubicBezTo>
                    <a:pt x="777" y="78"/>
                    <a:pt x="662" y="78"/>
                    <a:pt x="571" y="101"/>
                  </a:cubicBezTo>
                  <a:lnTo>
                    <a:pt x="389" y="170"/>
                  </a:lnTo>
                  <a:cubicBezTo>
                    <a:pt x="274" y="238"/>
                    <a:pt x="183" y="329"/>
                    <a:pt x="115" y="443"/>
                  </a:cubicBezTo>
                  <a:lnTo>
                    <a:pt x="46" y="626"/>
                  </a:lnTo>
                  <a:cubicBezTo>
                    <a:pt x="1" y="763"/>
                    <a:pt x="1" y="900"/>
                    <a:pt x="46" y="1037"/>
                  </a:cubicBezTo>
                  <a:cubicBezTo>
                    <a:pt x="46" y="1060"/>
                    <a:pt x="46" y="1105"/>
                    <a:pt x="69" y="1128"/>
                  </a:cubicBezTo>
                  <a:cubicBezTo>
                    <a:pt x="92" y="1197"/>
                    <a:pt x="115" y="1265"/>
                    <a:pt x="138" y="1311"/>
                  </a:cubicBezTo>
                  <a:cubicBezTo>
                    <a:pt x="138" y="1334"/>
                    <a:pt x="160" y="1334"/>
                    <a:pt x="160" y="1334"/>
                  </a:cubicBezTo>
                  <a:cubicBezTo>
                    <a:pt x="160" y="1356"/>
                    <a:pt x="160" y="1356"/>
                    <a:pt x="183" y="1379"/>
                  </a:cubicBezTo>
                  <a:cubicBezTo>
                    <a:pt x="229" y="1425"/>
                    <a:pt x="274" y="1493"/>
                    <a:pt x="297" y="1539"/>
                  </a:cubicBezTo>
                  <a:cubicBezTo>
                    <a:pt x="320" y="1539"/>
                    <a:pt x="320" y="1562"/>
                    <a:pt x="320" y="1562"/>
                  </a:cubicBezTo>
                  <a:cubicBezTo>
                    <a:pt x="320" y="1562"/>
                    <a:pt x="343" y="1585"/>
                    <a:pt x="343" y="1585"/>
                  </a:cubicBezTo>
                  <a:cubicBezTo>
                    <a:pt x="366" y="1585"/>
                    <a:pt x="366" y="1608"/>
                    <a:pt x="366" y="1608"/>
                  </a:cubicBezTo>
                  <a:cubicBezTo>
                    <a:pt x="411" y="1653"/>
                    <a:pt x="480" y="1699"/>
                    <a:pt x="526" y="1722"/>
                  </a:cubicBezTo>
                  <a:cubicBezTo>
                    <a:pt x="548" y="1744"/>
                    <a:pt x="571" y="1744"/>
                    <a:pt x="571" y="1744"/>
                  </a:cubicBezTo>
                  <a:cubicBezTo>
                    <a:pt x="571" y="1767"/>
                    <a:pt x="594" y="1767"/>
                    <a:pt x="594" y="1767"/>
                  </a:cubicBezTo>
                  <a:cubicBezTo>
                    <a:pt x="662" y="1790"/>
                    <a:pt x="731" y="1813"/>
                    <a:pt x="777" y="1836"/>
                  </a:cubicBezTo>
                  <a:cubicBezTo>
                    <a:pt x="857" y="1863"/>
                    <a:pt x="914" y="1874"/>
                    <a:pt x="970" y="1874"/>
                  </a:cubicBezTo>
                  <a:cubicBezTo>
                    <a:pt x="1009" y="1874"/>
                    <a:pt x="1049" y="1868"/>
                    <a:pt x="1096" y="1859"/>
                  </a:cubicBezTo>
                  <a:cubicBezTo>
                    <a:pt x="1142" y="1859"/>
                    <a:pt x="1165" y="1859"/>
                    <a:pt x="1210" y="1836"/>
                  </a:cubicBezTo>
                  <a:cubicBezTo>
                    <a:pt x="1256" y="1813"/>
                    <a:pt x="1324" y="1790"/>
                    <a:pt x="1393" y="1767"/>
                  </a:cubicBezTo>
                  <a:cubicBezTo>
                    <a:pt x="1416" y="1744"/>
                    <a:pt x="1416" y="1744"/>
                    <a:pt x="1439" y="1744"/>
                  </a:cubicBezTo>
                  <a:cubicBezTo>
                    <a:pt x="1439" y="1744"/>
                    <a:pt x="1439" y="1744"/>
                    <a:pt x="1439" y="1722"/>
                  </a:cubicBezTo>
                  <a:cubicBezTo>
                    <a:pt x="1507" y="1699"/>
                    <a:pt x="1553" y="1653"/>
                    <a:pt x="1621" y="1608"/>
                  </a:cubicBezTo>
                  <a:cubicBezTo>
                    <a:pt x="1621" y="1585"/>
                    <a:pt x="1644" y="1585"/>
                    <a:pt x="1644" y="1585"/>
                  </a:cubicBezTo>
                  <a:cubicBezTo>
                    <a:pt x="1644" y="1562"/>
                    <a:pt x="1644" y="1562"/>
                    <a:pt x="1667" y="1562"/>
                  </a:cubicBezTo>
                  <a:cubicBezTo>
                    <a:pt x="1712" y="1516"/>
                    <a:pt x="1758" y="1448"/>
                    <a:pt x="1781" y="1402"/>
                  </a:cubicBezTo>
                  <a:cubicBezTo>
                    <a:pt x="1804" y="1379"/>
                    <a:pt x="1827" y="1356"/>
                    <a:pt x="1827" y="1311"/>
                  </a:cubicBezTo>
                  <a:cubicBezTo>
                    <a:pt x="1849" y="1265"/>
                    <a:pt x="1895" y="1174"/>
                    <a:pt x="1918" y="1105"/>
                  </a:cubicBezTo>
                  <a:cubicBezTo>
                    <a:pt x="1941" y="1060"/>
                    <a:pt x="1941" y="991"/>
                    <a:pt x="1941" y="946"/>
                  </a:cubicBezTo>
                  <a:cubicBezTo>
                    <a:pt x="1941" y="900"/>
                    <a:pt x="1964" y="854"/>
                    <a:pt x="1964" y="809"/>
                  </a:cubicBezTo>
                  <a:cubicBezTo>
                    <a:pt x="1964" y="809"/>
                    <a:pt x="1964" y="786"/>
                    <a:pt x="1964" y="786"/>
                  </a:cubicBezTo>
                  <a:cubicBezTo>
                    <a:pt x="1964" y="717"/>
                    <a:pt x="1941" y="649"/>
                    <a:pt x="1941" y="558"/>
                  </a:cubicBezTo>
                  <a:cubicBezTo>
                    <a:pt x="1918" y="466"/>
                    <a:pt x="1872" y="375"/>
                    <a:pt x="1804" y="306"/>
                  </a:cubicBezTo>
                  <a:cubicBezTo>
                    <a:pt x="1735" y="215"/>
                    <a:pt x="1667" y="147"/>
                    <a:pt x="1576" y="101"/>
                  </a:cubicBezTo>
                  <a:cubicBezTo>
                    <a:pt x="1484" y="55"/>
                    <a:pt x="1393" y="33"/>
                    <a:pt x="1302" y="10"/>
                  </a:cubicBezTo>
                  <a:cubicBezTo>
                    <a:pt x="1268" y="3"/>
                    <a:pt x="1237" y="0"/>
                    <a:pt x="12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5"/>
            <p:cNvSpPr/>
            <p:nvPr/>
          </p:nvSpPr>
          <p:spPr>
            <a:xfrm>
              <a:off x="1181375" y="3800650"/>
              <a:ext cx="47375" cy="53000"/>
            </a:xfrm>
            <a:custGeom>
              <a:avLst/>
              <a:gdLst/>
              <a:ahLst/>
              <a:cxnLst/>
              <a:rect l="l" t="t" r="r" b="b"/>
              <a:pathLst>
                <a:path w="1895" h="2120" extrusionOk="0">
                  <a:moveTo>
                    <a:pt x="1035" y="1"/>
                  </a:moveTo>
                  <a:cubicBezTo>
                    <a:pt x="993" y="1"/>
                    <a:pt x="951" y="6"/>
                    <a:pt x="913" y="16"/>
                  </a:cubicBezTo>
                  <a:cubicBezTo>
                    <a:pt x="799" y="16"/>
                    <a:pt x="708" y="61"/>
                    <a:pt x="639" y="107"/>
                  </a:cubicBezTo>
                  <a:cubicBezTo>
                    <a:pt x="571" y="153"/>
                    <a:pt x="525" y="198"/>
                    <a:pt x="480" y="221"/>
                  </a:cubicBezTo>
                  <a:cubicBezTo>
                    <a:pt x="388" y="312"/>
                    <a:pt x="320" y="426"/>
                    <a:pt x="274" y="563"/>
                  </a:cubicBezTo>
                  <a:cubicBezTo>
                    <a:pt x="274" y="563"/>
                    <a:pt x="251" y="563"/>
                    <a:pt x="251" y="586"/>
                  </a:cubicBezTo>
                  <a:lnTo>
                    <a:pt x="228" y="586"/>
                  </a:lnTo>
                  <a:cubicBezTo>
                    <a:pt x="228" y="609"/>
                    <a:pt x="137" y="723"/>
                    <a:pt x="114" y="746"/>
                  </a:cubicBezTo>
                  <a:cubicBezTo>
                    <a:pt x="114" y="746"/>
                    <a:pt x="114" y="769"/>
                    <a:pt x="114" y="769"/>
                  </a:cubicBezTo>
                  <a:cubicBezTo>
                    <a:pt x="69" y="837"/>
                    <a:pt x="46" y="883"/>
                    <a:pt x="23" y="951"/>
                  </a:cubicBezTo>
                  <a:cubicBezTo>
                    <a:pt x="23" y="974"/>
                    <a:pt x="23" y="974"/>
                    <a:pt x="23" y="974"/>
                  </a:cubicBezTo>
                  <a:cubicBezTo>
                    <a:pt x="23" y="1020"/>
                    <a:pt x="0" y="1134"/>
                    <a:pt x="0" y="1180"/>
                  </a:cubicBezTo>
                  <a:cubicBezTo>
                    <a:pt x="0" y="1180"/>
                    <a:pt x="0" y="1202"/>
                    <a:pt x="0" y="1202"/>
                  </a:cubicBezTo>
                  <a:cubicBezTo>
                    <a:pt x="0" y="1202"/>
                    <a:pt x="0" y="1202"/>
                    <a:pt x="0" y="1225"/>
                  </a:cubicBezTo>
                  <a:cubicBezTo>
                    <a:pt x="0" y="1248"/>
                    <a:pt x="23" y="1385"/>
                    <a:pt x="23" y="1431"/>
                  </a:cubicBezTo>
                  <a:cubicBezTo>
                    <a:pt x="23" y="1431"/>
                    <a:pt x="23" y="1431"/>
                    <a:pt x="23" y="1454"/>
                  </a:cubicBezTo>
                  <a:cubicBezTo>
                    <a:pt x="46" y="1522"/>
                    <a:pt x="92" y="1591"/>
                    <a:pt x="114" y="1636"/>
                  </a:cubicBezTo>
                  <a:cubicBezTo>
                    <a:pt x="114" y="1659"/>
                    <a:pt x="137" y="1682"/>
                    <a:pt x="137" y="1682"/>
                  </a:cubicBezTo>
                  <a:cubicBezTo>
                    <a:pt x="183" y="1727"/>
                    <a:pt x="228" y="1819"/>
                    <a:pt x="297" y="1864"/>
                  </a:cubicBezTo>
                  <a:cubicBezTo>
                    <a:pt x="320" y="1910"/>
                    <a:pt x="411" y="1979"/>
                    <a:pt x="457" y="2001"/>
                  </a:cubicBezTo>
                  <a:lnTo>
                    <a:pt x="480" y="2001"/>
                  </a:lnTo>
                  <a:cubicBezTo>
                    <a:pt x="639" y="2093"/>
                    <a:pt x="708" y="2115"/>
                    <a:pt x="890" y="2115"/>
                  </a:cubicBezTo>
                  <a:cubicBezTo>
                    <a:pt x="915" y="2119"/>
                    <a:pt x="939" y="2120"/>
                    <a:pt x="963" y="2120"/>
                  </a:cubicBezTo>
                  <a:cubicBezTo>
                    <a:pt x="1115" y="2120"/>
                    <a:pt x="1251" y="2061"/>
                    <a:pt x="1370" y="2001"/>
                  </a:cubicBezTo>
                  <a:lnTo>
                    <a:pt x="1393" y="2001"/>
                  </a:lnTo>
                  <a:cubicBezTo>
                    <a:pt x="1461" y="1956"/>
                    <a:pt x="1507" y="1910"/>
                    <a:pt x="1575" y="1864"/>
                  </a:cubicBezTo>
                  <a:cubicBezTo>
                    <a:pt x="1598" y="1819"/>
                    <a:pt x="1644" y="1796"/>
                    <a:pt x="1666" y="1750"/>
                  </a:cubicBezTo>
                  <a:cubicBezTo>
                    <a:pt x="1689" y="1705"/>
                    <a:pt x="1735" y="1659"/>
                    <a:pt x="1758" y="1613"/>
                  </a:cubicBezTo>
                  <a:cubicBezTo>
                    <a:pt x="1803" y="1545"/>
                    <a:pt x="1826" y="1476"/>
                    <a:pt x="1849" y="1385"/>
                  </a:cubicBezTo>
                  <a:cubicBezTo>
                    <a:pt x="1849" y="1385"/>
                    <a:pt x="1849" y="1362"/>
                    <a:pt x="1849" y="1362"/>
                  </a:cubicBezTo>
                  <a:cubicBezTo>
                    <a:pt x="1872" y="1294"/>
                    <a:pt x="1872" y="1202"/>
                    <a:pt x="1895" y="1134"/>
                  </a:cubicBezTo>
                  <a:cubicBezTo>
                    <a:pt x="1895" y="1111"/>
                    <a:pt x="1895" y="1088"/>
                    <a:pt x="1895" y="1066"/>
                  </a:cubicBezTo>
                  <a:cubicBezTo>
                    <a:pt x="1872" y="951"/>
                    <a:pt x="1872" y="837"/>
                    <a:pt x="1826" y="723"/>
                  </a:cubicBezTo>
                  <a:cubicBezTo>
                    <a:pt x="1781" y="609"/>
                    <a:pt x="1735" y="495"/>
                    <a:pt x="1666" y="381"/>
                  </a:cubicBezTo>
                  <a:cubicBezTo>
                    <a:pt x="1621" y="289"/>
                    <a:pt x="1552" y="221"/>
                    <a:pt x="1484" y="175"/>
                  </a:cubicBezTo>
                  <a:cubicBezTo>
                    <a:pt x="1393" y="107"/>
                    <a:pt x="1324" y="61"/>
                    <a:pt x="1210" y="38"/>
                  </a:cubicBezTo>
                  <a:cubicBezTo>
                    <a:pt x="1156" y="12"/>
                    <a:pt x="1095" y="1"/>
                    <a:pt x="10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>
              <a:off x="1273250" y="3659075"/>
              <a:ext cx="48525" cy="51250"/>
            </a:xfrm>
            <a:custGeom>
              <a:avLst/>
              <a:gdLst/>
              <a:ahLst/>
              <a:cxnLst/>
              <a:rect l="l" t="t" r="r" b="b"/>
              <a:pathLst>
                <a:path w="1941" h="2050" extrusionOk="0">
                  <a:moveTo>
                    <a:pt x="1144" y="1"/>
                  </a:moveTo>
                  <a:cubicBezTo>
                    <a:pt x="1096" y="1"/>
                    <a:pt x="1050" y="6"/>
                    <a:pt x="1004" y="18"/>
                  </a:cubicBezTo>
                  <a:cubicBezTo>
                    <a:pt x="890" y="18"/>
                    <a:pt x="799" y="41"/>
                    <a:pt x="708" y="86"/>
                  </a:cubicBezTo>
                  <a:cubicBezTo>
                    <a:pt x="662" y="132"/>
                    <a:pt x="616" y="178"/>
                    <a:pt x="548" y="223"/>
                  </a:cubicBezTo>
                  <a:cubicBezTo>
                    <a:pt x="457" y="315"/>
                    <a:pt x="411" y="406"/>
                    <a:pt x="365" y="520"/>
                  </a:cubicBezTo>
                  <a:cubicBezTo>
                    <a:pt x="274" y="589"/>
                    <a:pt x="183" y="680"/>
                    <a:pt x="114" y="794"/>
                  </a:cubicBezTo>
                  <a:cubicBezTo>
                    <a:pt x="91" y="840"/>
                    <a:pt x="69" y="908"/>
                    <a:pt x="46" y="977"/>
                  </a:cubicBezTo>
                  <a:cubicBezTo>
                    <a:pt x="0" y="1114"/>
                    <a:pt x="0" y="1250"/>
                    <a:pt x="46" y="1365"/>
                  </a:cubicBezTo>
                  <a:cubicBezTo>
                    <a:pt x="46" y="1387"/>
                    <a:pt x="46" y="1387"/>
                    <a:pt x="46" y="1387"/>
                  </a:cubicBezTo>
                  <a:cubicBezTo>
                    <a:pt x="46" y="1433"/>
                    <a:pt x="91" y="1479"/>
                    <a:pt x="91" y="1502"/>
                  </a:cubicBezTo>
                  <a:cubicBezTo>
                    <a:pt x="91" y="1502"/>
                    <a:pt x="114" y="1570"/>
                    <a:pt x="137" y="1593"/>
                  </a:cubicBezTo>
                  <a:cubicBezTo>
                    <a:pt x="160" y="1661"/>
                    <a:pt x="206" y="1707"/>
                    <a:pt x="274" y="1775"/>
                  </a:cubicBezTo>
                  <a:cubicBezTo>
                    <a:pt x="274" y="1798"/>
                    <a:pt x="274" y="1798"/>
                    <a:pt x="274" y="1798"/>
                  </a:cubicBezTo>
                  <a:cubicBezTo>
                    <a:pt x="320" y="1821"/>
                    <a:pt x="411" y="1890"/>
                    <a:pt x="434" y="1912"/>
                  </a:cubicBezTo>
                  <a:cubicBezTo>
                    <a:pt x="457" y="1912"/>
                    <a:pt x="457" y="1935"/>
                    <a:pt x="479" y="1935"/>
                  </a:cubicBezTo>
                  <a:cubicBezTo>
                    <a:pt x="525" y="1958"/>
                    <a:pt x="616" y="2004"/>
                    <a:pt x="685" y="2027"/>
                  </a:cubicBezTo>
                  <a:lnTo>
                    <a:pt x="708" y="2027"/>
                  </a:lnTo>
                  <a:cubicBezTo>
                    <a:pt x="776" y="2027"/>
                    <a:pt x="845" y="2049"/>
                    <a:pt x="913" y="2049"/>
                  </a:cubicBezTo>
                  <a:lnTo>
                    <a:pt x="959" y="2049"/>
                  </a:lnTo>
                  <a:cubicBezTo>
                    <a:pt x="1050" y="2049"/>
                    <a:pt x="1119" y="2049"/>
                    <a:pt x="1210" y="2027"/>
                  </a:cubicBezTo>
                  <a:cubicBezTo>
                    <a:pt x="1233" y="2027"/>
                    <a:pt x="1233" y="2004"/>
                    <a:pt x="1255" y="2004"/>
                  </a:cubicBezTo>
                  <a:cubicBezTo>
                    <a:pt x="1301" y="1981"/>
                    <a:pt x="1370" y="1958"/>
                    <a:pt x="1438" y="1935"/>
                  </a:cubicBezTo>
                  <a:cubicBezTo>
                    <a:pt x="1438" y="1912"/>
                    <a:pt x="1461" y="1912"/>
                    <a:pt x="1461" y="1912"/>
                  </a:cubicBezTo>
                  <a:cubicBezTo>
                    <a:pt x="1621" y="1821"/>
                    <a:pt x="1689" y="1730"/>
                    <a:pt x="1780" y="1593"/>
                  </a:cubicBezTo>
                  <a:cubicBezTo>
                    <a:pt x="1803" y="1570"/>
                    <a:pt x="1803" y="1570"/>
                    <a:pt x="1826" y="1547"/>
                  </a:cubicBezTo>
                  <a:cubicBezTo>
                    <a:pt x="1849" y="1479"/>
                    <a:pt x="1872" y="1410"/>
                    <a:pt x="1895" y="1342"/>
                  </a:cubicBezTo>
                  <a:cubicBezTo>
                    <a:pt x="1895" y="1342"/>
                    <a:pt x="1917" y="1319"/>
                    <a:pt x="1917" y="1319"/>
                  </a:cubicBezTo>
                  <a:cubicBezTo>
                    <a:pt x="1917" y="1296"/>
                    <a:pt x="1917" y="1296"/>
                    <a:pt x="1917" y="1296"/>
                  </a:cubicBezTo>
                  <a:cubicBezTo>
                    <a:pt x="1940" y="1205"/>
                    <a:pt x="1940" y="1136"/>
                    <a:pt x="1940" y="1068"/>
                  </a:cubicBezTo>
                  <a:cubicBezTo>
                    <a:pt x="1940" y="1045"/>
                    <a:pt x="1940" y="1022"/>
                    <a:pt x="1940" y="999"/>
                  </a:cubicBezTo>
                  <a:cubicBezTo>
                    <a:pt x="1940" y="931"/>
                    <a:pt x="1917" y="840"/>
                    <a:pt x="1917" y="771"/>
                  </a:cubicBezTo>
                  <a:cubicBezTo>
                    <a:pt x="1917" y="771"/>
                    <a:pt x="1917" y="748"/>
                    <a:pt x="1917" y="748"/>
                  </a:cubicBezTo>
                  <a:cubicBezTo>
                    <a:pt x="1895" y="725"/>
                    <a:pt x="1895" y="703"/>
                    <a:pt x="1895" y="680"/>
                  </a:cubicBezTo>
                  <a:cubicBezTo>
                    <a:pt x="1849" y="566"/>
                    <a:pt x="1803" y="452"/>
                    <a:pt x="1758" y="360"/>
                  </a:cubicBezTo>
                  <a:cubicBezTo>
                    <a:pt x="1712" y="292"/>
                    <a:pt x="1644" y="201"/>
                    <a:pt x="1552" y="155"/>
                  </a:cubicBezTo>
                  <a:cubicBezTo>
                    <a:pt x="1484" y="86"/>
                    <a:pt x="1392" y="41"/>
                    <a:pt x="1301" y="18"/>
                  </a:cubicBezTo>
                  <a:cubicBezTo>
                    <a:pt x="1244" y="6"/>
                    <a:pt x="1193" y="1"/>
                    <a:pt x="11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>
              <a:off x="1284650" y="3505575"/>
              <a:ext cx="45100" cy="53250"/>
            </a:xfrm>
            <a:custGeom>
              <a:avLst/>
              <a:gdLst/>
              <a:ahLst/>
              <a:cxnLst/>
              <a:rect l="l" t="t" r="r" b="b"/>
              <a:pathLst>
                <a:path w="1804" h="2130" extrusionOk="0">
                  <a:moveTo>
                    <a:pt x="720" y="1"/>
                  </a:moveTo>
                  <a:cubicBezTo>
                    <a:pt x="668" y="1"/>
                    <a:pt x="617" y="7"/>
                    <a:pt x="571" y="18"/>
                  </a:cubicBezTo>
                  <a:cubicBezTo>
                    <a:pt x="457" y="41"/>
                    <a:pt x="389" y="86"/>
                    <a:pt x="297" y="155"/>
                  </a:cubicBezTo>
                  <a:cubicBezTo>
                    <a:pt x="229" y="201"/>
                    <a:pt x="160" y="292"/>
                    <a:pt x="115" y="360"/>
                  </a:cubicBezTo>
                  <a:lnTo>
                    <a:pt x="23" y="543"/>
                  </a:lnTo>
                  <a:cubicBezTo>
                    <a:pt x="1" y="680"/>
                    <a:pt x="1" y="817"/>
                    <a:pt x="23" y="954"/>
                  </a:cubicBezTo>
                  <a:lnTo>
                    <a:pt x="115" y="1136"/>
                  </a:lnTo>
                  <a:cubicBezTo>
                    <a:pt x="138" y="1182"/>
                    <a:pt x="183" y="1228"/>
                    <a:pt x="206" y="1273"/>
                  </a:cubicBezTo>
                  <a:cubicBezTo>
                    <a:pt x="229" y="1319"/>
                    <a:pt x="229" y="1387"/>
                    <a:pt x="229" y="1433"/>
                  </a:cubicBezTo>
                  <a:cubicBezTo>
                    <a:pt x="229" y="1456"/>
                    <a:pt x="252" y="1456"/>
                    <a:pt x="252" y="1479"/>
                  </a:cubicBezTo>
                  <a:cubicBezTo>
                    <a:pt x="252" y="1479"/>
                    <a:pt x="252" y="1479"/>
                    <a:pt x="252" y="1502"/>
                  </a:cubicBezTo>
                  <a:cubicBezTo>
                    <a:pt x="275" y="1547"/>
                    <a:pt x="297" y="1616"/>
                    <a:pt x="343" y="1684"/>
                  </a:cubicBezTo>
                  <a:cubicBezTo>
                    <a:pt x="343" y="1684"/>
                    <a:pt x="343" y="1707"/>
                    <a:pt x="343" y="1707"/>
                  </a:cubicBezTo>
                  <a:cubicBezTo>
                    <a:pt x="366" y="1753"/>
                    <a:pt x="411" y="1775"/>
                    <a:pt x="411" y="1798"/>
                  </a:cubicBezTo>
                  <a:cubicBezTo>
                    <a:pt x="457" y="1844"/>
                    <a:pt x="480" y="1867"/>
                    <a:pt x="503" y="1890"/>
                  </a:cubicBezTo>
                  <a:cubicBezTo>
                    <a:pt x="594" y="2004"/>
                    <a:pt x="708" y="2049"/>
                    <a:pt x="822" y="2095"/>
                  </a:cubicBezTo>
                  <a:cubicBezTo>
                    <a:pt x="891" y="2118"/>
                    <a:pt x="959" y="2129"/>
                    <a:pt x="1028" y="2129"/>
                  </a:cubicBezTo>
                  <a:cubicBezTo>
                    <a:pt x="1096" y="2129"/>
                    <a:pt x="1165" y="2118"/>
                    <a:pt x="1233" y="2095"/>
                  </a:cubicBezTo>
                  <a:cubicBezTo>
                    <a:pt x="1370" y="2049"/>
                    <a:pt x="1484" y="2004"/>
                    <a:pt x="1576" y="1890"/>
                  </a:cubicBezTo>
                  <a:cubicBezTo>
                    <a:pt x="1667" y="1798"/>
                    <a:pt x="1735" y="1684"/>
                    <a:pt x="1758" y="1570"/>
                  </a:cubicBezTo>
                  <a:cubicBezTo>
                    <a:pt x="1781" y="1433"/>
                    <a:pt x="1804" y="1319"/>
                    <a:pt x="1804" y="1182"/>
                  </a:cubicBezTo>
                  <a:cubicBezTo>
                    <a:pt x="1781" y="1091"/>
                    <a:pt x="1781" y="999"/>
                    <a:pt x="1758" y="908"/>
                  </a:cubicBezTo>
                  <a:cubicBezTo>
                    <a:pt x="1735" y="817"/>
                    <a:pt x="1690" y="725"/>
                    <a:pt x="1644" y="634"/>
                  </a:cubicBezTo>
                  <a:cubicBezTo>
                    <a:pt x="1644" y="611"/>
                    <a:pt x="1621" y="589"/>
                    <a:pt x="1598" y="566"/>
                  </a:cubicBezTo>
                  <a:cubicBezTo>
                    <a:pt x="1553" y="474"/>
                    <a:pt x="1507" y="406"/>
                    <a:pt x="1439" y="337"/>
                  </a:cubicBezTo>
                  <a:cubicBezTo>
                    <a:pt x="1416" y="315"/>
                    <a:pt x="1393" y="292"/>
                    <a:pt x="1370" y="269"/>
                  </a:cubicBezTo>
                  <a:cubicBezTo>
                    <a:pt x="1302" y="201"/>
                    <a:pt x="1233" y="155"/>
                    <a:pt x="1142" y="86"/>
                  </a:cubicBezTo>
                  <a:cubicBezTo>
                    <a:pt x="1073" y="41"/>
                    <a:pt x="959" y="18"/>
                    <a:pt x="868" y="18"/>
                  </a:cubicBezTo>
                  <a:cubicBezTo>
                    <a:pt x="822" y="7"/>
                    <a:pt x="771" y="1"/>
                    <a:pt x="7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>
              <a:off x="1249850" y="3394925"/>
              <a:ext cx="600" cy="975"/>
            </a:xfrm>
            <a:custGeom>
              <a:avLst/>
              <a:gdLst/>
              <a:ahLst/>
              <a:cxnLst/>
              <a:rect l="l" t="t" r="r" b="b"/>
              <a:pathLst>
                <a:path w="24" h="39" extrusionOk="0">
                  <a:moveTo>
                    <a:pt x="2" y="1"/>
                  </a:moveTo>
                  <a:cubicBezTo>
                    <a:pt x="0" y="1"/>
                    <a:pt x="0" y="6"/>
                    <a:pt x="0" y="16"/>
                  </a:cubicBezTo>
                  <a:cubicBezTo>
                    <a:pt x="0" y="16"/>
                    <a:pt x="0" y="16"/>
                    <a:pt x="23" y="39"/>
                  </a:cubicBezTo>
                  <a:cubicBezTo>
                    <a:pt x="10" y="12"/>
                    <a:pt x="4" y="1"/>
                    <a:pt x="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1203050" y="3383325"/>
              <a:ext cx="49675" cy="42825"/>
            </a:xfrm>
            <a:custGeom>
              <a:avLst/>
              <a:gdLst/>
              <a:ahLst/>
              <a:cxnLst/>
              <a:rect l="l" t="t" r="r" b="b"/>
              <a:pathLst>
                <a:path w="1987" h="1713" extrusionOk="0">
                  <a:moveTo>
                    <a:pt x="754" y="0"/>
                  </a:moveTo>
                  <a:cubicBezTo>
                    <a:pt x="640" y="0"/>
                    <a:pt x="548" y="23"/>
                    <a:pt x="457" y="69"/>
                  </a:cubicBezTo>
                  <a:cubicBezTo>
                    <a:pt x="366" y="92"/>
                    <a:pt x="274" y="137"/>
                    <a:pt x="206" y="229"/>
                  </a:cubicBezTo>
                  <a:cubicBezTo>
                    <a:pt x="138" y="297"/>
                    <a:pt x="92" y="366"/>
                    <a:pt x="69" y="457"/>
                  </a:cubicBezTo>
                  <a:cubicBezTo>
                    <a:pt x="23" y="548"/>
                    <a:pt x="1" y="662"/>
                    <a:pt x="1" y="754"/>
                  </a:cubicBezTo>
                  <a:cubicBezTo>
                    <a:pt x="1" y="822"/>
                    <a:pt x="23" y="891"/>
                    <a:pt x="23" y="959"/>
                  </a:cubicBezTo>
                  <a:cubicBezTo>
                    <a:pt x="46" y="1096"/>
                    <a:pt x="115" y="1210"/>
                    <a:pt x="206" y="1302"/>
                  </a:cubicBezTo>
                  <a:cubicBezTo>
                    <a:pt x="274" y="1324"/>
                    <a:pt x="320" y="1370"/>
                    <a:pt x="366" y="1416"/>
                  </a:cubicBezTo>
                  <a:cubicBezTo>
                    <a:pt x="434" y="1438"/>
                    <a:pt x="503" y="1484"/>
                    <a:pt x="571" y="1484"/>
                  </a:cubicBezTo>
                  <a:cubicBezTo>
                    <a:pt x="594" y="1507"/>
                    <a:pt x="617" y="1507"/>
                    <a:pt x="640" y="1507"/>
                  </a:cubicBezTo>
                  <a:cubicBezTo>
                    <a:pt x="663" y="1530"/>
                    <a:pt x="708" y="1575"/>
                    <a:pt x="731" y="1598"/>
                  </a:cubicBezTo>
                  <a:cubicBezTo>
                    <a:pt x="777" y="1621"/>
                    <a:pt x="799" y="1621"/>
                    <a:pt x="845" y="1644"/>
                  </a:cubicBezTo>
                  <a:cubicBezTo>
                    <a:pt x="982" y="1690"/>
                    <a:pt x="982" y="1690"/>
                    <a:pt x="1165" y="1712"/>
                  </a:cubicBezTo>
                  <a:cubicBezTo>
                    <a:pt x="1233" y="1712"/>
                    <a:pt x="1302" y="1690"/>
                    <a:pt x="1370" y="1690"/>
                  </a:cubicBezTo>
                  <a:cubicBezTo>
                    <a:pt x="1461" y="1667"/>
                    <a:pt x="1530" y="1644"/>
                    <a:pt x="1576" y="1598"/>
                  </a:cubicBezTo>
                  <a:lnTo>
                    <a:pt x="1598" y="1598"/>
                  </a:lnTo>
                  <a:cubicBezTo>
                    <a:pt x="1644" y="1553"/>
                    <a:pt x="1690" y="1507"/>
                    <a:pt x="1758" y="1484"/>
                  </a:cubicBezTo>
                  <a:cubicBezTo>
                    <a:pt x="1758" y="1461"/>
                    <a:pt x="1758" y="1461"/>
                    <a:pt x="1758" y="1461"/>
                  </a:cubicBezTo>
                  <a:cubicBezTo>
                    <a:pt x="1804" y="1416"/>
                    <a:pt x="1849" y="1370"/>
                    <a:pt x="1895" y="1302"/>
                  </a:cubicBezTo>
                  <a:cubicBezTo>
                    <a:pt x="1918" y="1233"/>
                    <a:pt x="1941" y="1165"/>
                    <a:pt x="1964" y="1119"/>
                  </a:cubicBezTo>
                  <a:cubicBezTo>
                    <a:pt x="1964" y="1119"/>
                    <a:pt x="1964" y="1119"/>
                    <a:pt x="1964" y="1096"/>
                  </a:cubicBezTo>
                  <a:cubicBezTo>
                    <a:pt x="1986" y="1028"/>
                    <a:pt x="1986" y="982"/>
                    <a:pt x="1986" y="913"/>
                  </a:cubicBezTo>
                  <a:cubicBezTo>
                    <a:pt x="1986" y="891"/>
                    <a:pt x="1986" y="891"/>
                    <a:pt x="1986" y="891"/>
                  </a:cubicBezTo>
                  <a:cubicBezTo>
                    <a:pt x="1986" y="868"/>
                    <a:pt x="1986" y="822"/>
                    <a:pt x="1986" y="799"/>
                  </a:cubicBezTo>
                  <a:cubicBezTo>
                    <a:pt x="1986" y="754"/>
                    <a:pt x="1964" y="708"/>
                    <a:pt x="1964" y="685"/>
                  </a:cubicBezTo>
                  <a:cubicBezTo>
                    <a:pt x="1964" y="640"/>
                    <a:pt x="1895" y="503"/>
                    <a:pt x="1872" y="480"/>
                  </a:cubicBezTo>
                  <a:cubicBezTo>
                    <a:pt x="1849" y="411"/>
                    <a:pt x="1804" y="366"/>
                    <a:pt x="1758" y="320"/>
                  </a:cubicBezTo>
                  <a:cubicBezTo>
                    <a:pt x="1667" y="229"/>
                    <a:pt x="1507" y="137"/>
                    <a:pt x="1370" y="115"/>
                  </a:cubicBezTo>
                  <a:cubicBezTo>
                    <a:pt x="1302" y="92"/>
                    <a:pt x="1233" y="69"/>
                    <a:pt x="1165" y="69"/>
                  </a:cubicBezTo>
                  <a:cubicBezTo>
                    <a:pt x="1119" y="69"/>
                    <a:pt x="1096" y="46"/>
                    <a:pt x="1051" y="46"/>
                  </a:cubicBezTo>
                  <a:cubicBezTo>
                    <a:pt x="959" y="23"/>
                    <a:pt x="845" y="0"/>
                    <a:pt x="7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>
              <a:off x="1083225" y="3300150"/>
              <a:ext cx="43950" cy="42550"/>
            </a:xfrm>
            <a:custGeom>
              <a:avLst/>
              <a:gdLst/>
              <a:ahLst/>
              <a:cxnLst/>
              <a:rect l="l" t="t" r="r" b="b"/>
              <a:pathLst>
                <a:path w="1758" h="1702" extrusionOk="0">
                  <a:moveTo>
                    <a:pt x="811" y="1"/>
                  </a:moveTo>
                  <a:cubicBezTo>
                    <a:pt x="759" y="1"/>
                    <a:pt x="708" y="6"/>
                    <a:pt x="662" y="18"/>
                  </a:cubicBezTo>
                  <a:cubicBezTo>
                    <a:pt x="548" y="18"/>
                    <a:pt x="457" y="41"/>
                    <a:pt x="365" y="109"/>
                  </a:cubicBezTo>
                  <a:cubicBezTo>
                    <a:pt x="274" y="155"/>
                    <a:pt x="206" y="223"/>
                    <a:pt x="160" y="292"/>
                  </a:cubicBezTo>
                  <a:cubicBezTo>
                    <a:pt x="92" y="360"/>
                    <a:pt x="46" y="452"/>
                    <a:pt x="23" y="566"/>
                  </a:cubicBezTo>
                  <a:cubicBezTo>
                    <a:pt x="23" y="611"/>
                    <a:pt x="0" y="680"/>
                    <a:pt x="0" y="748"/>
                  </a:cubicBezTo>
                  <a:cubicBezTo>
                    <a:pt x="0" y="885"/>
                    <a:pt x="23" y="1022"/>
                    <a:pt x="92" y="1136"/>
                  </a:cubicBezTo>
                  <a:cubicBezTo>
                    <a:pt x="137" y="1182"/>
                    <a:pt x="183" y="1250"/>
                    <a:pt x="229" y="1296"/>
                  </a:cubicBezTo>
                  <a:cubicBezTo>
                    <a:pt x="274" y="1342"/>
                    <a:pt x="343" y="1387"/>
                    <a:pt x="411" y="1433"/>
                  </a:cubicBezTo>
                  <a:cubicBezTo>
                    <a:pt x="457" y="1479"/>
                    <a:pt x="480" y="1501"/>
                    <a:pt x="548" y="1547"/>
                  </a:cubicBezTo>
                  <a:cubicBezTo>
                    <a:pt x="617" y="1616"/>
                    <a:pt x="708" y="1661"/>
                    <a:pt x="799" y="1684"/>
                  </a:cubicBezTo>
                  <a:cubicBezTo>
                    <a:pt x="845" y="1695"/>
                    <a:pt x="896" y="1701"/>
                    <a:pt x="948" y="1701"/>
                  </a:cubicBezTo>
                  <a:cubicBezTo>
                    <a:pt x="999" y="1701"/>
                    <a:pt x="1050" y="1695"/>
                    <a:pt x="1096" y="1684"/>
                  </a:cubicBezTo>
                  <a:cubicBezTo>
                    <a:pt x="1210" y="1684"/>
                    <a:pt x="1301" y="1661"/>
                    <a:pt x="1393" y="1593"/>
                  </a:cubicBezTo>
                  <a:cubicBezTo>
                    <a:pt x="1438" y="1570"/>
                    <a:pt x="1484" y="1524"/>
                    <a:pt x="1530" y="1479"/>
                  </a:cubicBezTo>
                  <a:cubicBezTo>
                    <a:pt x="1621" y="1387"/>
                    <a:pt x="1689" y="1273"/>
                    <a:pt x="1735" y="1136"/>
                  </a:cubicBezTo>
                  <a:cubicBezTo>
                    <a:pt x="1735" y="1091"/>
                    <a:pt x="1758" y="1022"/>
                    <a:pt x="1758" y="954"/>
                  </a:cubicBezTo>
                  <a:cubicBezTo>
                    <a:pt x="1758" y="817"/>
                    <a:pt x="1735" y="680"/>
                    <a:pt x="1667" y="566"/>
                  </a:cubicBezTo>
                  <a:cubicBezTo>
                    <a:pt x="1644" y="543"/>
                    <a:pt x="1644" y="543"/>
                    <a:pt x="1644" y="520"/>
                  </a:cubicBezTo>
                  <a:cubicBezTo>
                    <a:pt x="1598" y="452"/>
                    <a:pt x="1552" y="406"/>
                    <a:pt x="1484" y="337"/>
                  </a:cubicBezTo>
                  <a:cubicBezTo>
                    <a:pt x="1484" y="315"/>
                    <a:pt x="1461" y="292"/>
                    <a:pt x="1438" y="292"/>
                  </a:cubicBezTo>
                  <a:cubicBezTo>
                    <a:pt x="1393" y="246"/>
                    <a:pt x="1324" y="200"/>
                    <a:pt x="1278" y="155"/>
                  </a:cubicBezTo>
                  <a:lnTo>
                    <a:pt x="1256" y="155"/>
                  </a:lnTo>
                  <a:cubicBezTo>
                    <a:pt x="1233" y="132"/>
                    <a:pt x="1233" y="132"/>
                    <a:pt x="1210" y="132"/>
                  </a:cubicBezTo>
                  <a:cubicBezTo>
                    <a:pt x="1142" y="86"/>
                    <a:pt x="1073" y="63"/>
                    <a:pt x="1005" y="41"/>
                  </a:cubicBezTo>
                  <a:cubicBezTo>
                    <a:pt x="982" y="41"/>
                    <a:pt x="982" y="18"/>
                    <a:pt x="959" y="18"/>
                  </a:cubicBezTo>
                  <a:cubicBezTo>
                    <a:pt x="913" y="6"/>
                    <a:pt x="862" y="1"/>
                    <a:pt x="8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5"/>
            <p:cNvSpPr/>
            <p:nvPr/>
          </p:nvSpPr>
          <p:spPr>
            <a:xfrm>
              <a:off x="882925" y="3315425"/>
              <a:ext cx="46825" cy="48525"/>
            </a:xfrm>
            <a:custGeom>
              <a:avLst/>
              <a:gdLst/>
              <a:ahLst/>
              <a:cxnLst/>
              <a:rect l="l" t="t" r="r" b="b"/>
              <a:pathLst>
                <a:path w="1873" h="1941" extrusionOk="0">
                  <a:moveTo>
                    <a:pt x="914" y="0"/>
                  </a:moveTo>
                  <a:cubicBezTo>
                    <a:pt x="845" y="0"/>
                    <a:pt x="777" y="23"/>
                    <a:pt x="708" y="23"/>
                  </a:cubicBezTo>
                  <a:cubicBezTo>
                    <a:pt x="571" y="69"/>
                    <a:pt x="457" y="137"/>
                    <a:pt x="366" y="229"/>
                  </a:cubicBezTo>
                  <a:cubicBezTo>
                    <a:pt x="320" y="274"/>
                    <a:pt x="297" y="320"/>
                    <a:pt x="252" y="388"/>
                  </a:cubicBezTo>
                  <a:cubicBezTo>
                    <a:pt x="206" y="434"/>
                    <a:pt x="183" y="502"/>
                    <a:pt x="160" y="571"/>
                  </a:cubicBezTo>
                  <a:cubicBezTo>
                    <a:pt x="138" y="617"/>
                    <a:pt x="92" y="685"/>
                    <a:pt x="69" y="754"/>
                  </a:cubicBezTo>
                  <a:cubicBezTo>
                    <a:pt x="23" y="845"/>
                    <a:pt x="1" y="936"/>
                    <a:pt x="1" y="1027"/>
                  </a:cubicBezTo>
                  <a:cubicBezTo>
                    <a:pt x="1" y="1142"/>
                    <a:pt x="23" y="1233"/>
                    <a:pt x="69" y="1324"/>
                  </a:cubicBezTo>
                  <a:cubicBezTo>
                    <a:pt x="115" y="1415"/>
                    <a:pt x="160" y="1507"/>
                    <a:pt x="229" y="1575"/>
                  </a:cubicBezTo>
                  <a:cubicBezTo>
                    <a:pt x="252" y="1598"/>
                    <a:pt x="297" y="1621"/>
                    <a:pt x="320" y="1644"/>
                  </a:cubicBezTo>
                  <a:cubicBezTo>
                    <a:pt x="366" y="1712"/>
                    <a:pt x="389" y="1735"/>
                    <a:pt x="457" y="1781"/>
                  </a:cubicBezTo>
                  <a:cubicBezTo>
                    <a:pt x="526" y="1849"/>
                    <a:pt x="617" y="1895"/>
                    <a:pt x="708" y="1918"/>
                  </a:cubicBezTo>
                  <a:lnTo>
                    <a:pt x="731" y="1918"/>
                  </a:lnTo>
                  <a:cubicBezTo>
                    <a:pt x="799" y="1940"/>
                    <a:pt x="868" y="1940"/>
                    <a:pt x="936" y="1940"/>
                  </a:cubicBezTo>
                  <a:lnTo>
                    <a:pt x="959" y="1940"/>
                  </a:lnTo>
                  <a:cubicBezTo>
                    <a:pt x="1028" y="1940"/>
                    <a:pt x="1096" y="1940"/>
                    <a:pt x="1165" y="1918"/>
                  </a:cubicBezTo>
                  <a:lnTo>
                    <a:pt x="1188" y="1918"/>
                  </a:lnTo>
                  <a:lnTo>
                    <a:pt x="1370" y="1849"/>
                  </a:lnTo>
                  <a:cubicBezTo>
                    <a:pt x="1370" y="1826"/>
                    <a:pt x="1393" y="1826"/>
                    <a:pt x="1393" y="1826"/>
                  </a:cubicBezTo>
                  <a:cubicBezTo>
                    <a:pt x="1439" y="1781"/>
                    <a:pt x="1507" y="1735"/>
                    <a:pt x="1553" y="1712"/>
                  </a:cubicBezTo>
                  <a:cubicBezTo>
                    <a:pt x="1553" y="1712"/>
                    <a:pt x="1553" y="1712"/>
                    <a:pt x="1553" y="1689"/>
                  </a:cubicBezTo>
                  <a:lnTo>
                    <a:pt x="1576" y="1689"/>
                  </a:lnTo>
                  <a:cubicBezTo>
                    <a:pt x="1598" y="1667"/>
                    <a:pt x="1621" y="1621"/>
                    <a:pt x="1644" y="1598"/>
                  </a:cubicBezTo>
                  <a:cubicBezTo>
                    <a:pt x="1644" y="1575"/>
                    <a:pt x="1690" y="1552"/>
                    <a:pt x="1712" y="1507"/>
                  </a:cubicBezTo>
                  <a:cubicBezTo>
                    <a:pt x="1712" y="1507"/>
                    <a:pt x="1712" y="1484"/>
                    <a:pt x="1735" y="1484"/>
                  </a:cubicBezTo>
                  <a:cubicBezTo>
                    <a:pt x="1758" y="1393"/>
                    <a:pt x="1804" y="1324"/>
                    <a:pt x="1827" y="1256"/>
                  </a:cubicBezTo>
                  <a:cubicBezTo>
                    <a:pt x="1827" y="1233"/>
                    <a:pt x="1827" y="1210"/>
                    <a:pt x="1827" y="1210"/>
                  </a:cubicBezTo>
                  <a:cubicBezTo>
                    <a:pt x="1827" y="1187"/>
                    <a:pt x="1827" y="1187"/>
                    <a:pt x="1827" y="1164"/>
                  </a:cubicBezTo>
                  <a:cubicBezTo>
                    <a:pt x="1849" y="1096"/>
                    <a:pt x="1849" y="1027"/>
                    <a:pt x="1872" y="959"/>
                  </a:cubicBezTo>
                  <a:cubicBezTo>
                    <a:pt x="1849" y="890"/>
                    <a:pt x="1849" y="822"/>
                    <a:pt x="1849" y="754"/>
                  </a:cubicBezTo>
                  <a:cubicBezTo>
                    <a:pt x="1827" y="639"/>
                    <a:pt x="1781" y="571"/>
                    <a:pt x="1712" y="480"/>
                  </a:cubicBezTo>
                  <a:cubicBezTo>
                    <a:pt x="1667" y="434"/>
                    <a:pt x="1621" y="388"/>
                    <a:pt x="1576" y="343"/>
                  </a:cubicBezTo>
                  <a:cubicBezTo>
                    <a:pt x="1553" y="343"/>
                    <a:pt x="1530" y="343"/>
                    <a:pt x="1530" y="320"/>
                  </a:cubicBezTo>
                  <a:cubicBezTo>
                    <a:pt x="1507" y="297"/>
                    <a:pt x="1484" y="251"/>
                    <a:pt x="1439" y="229"/>
                  </a:cubicBezTo>
                  <a:cubicBezTo>
                    <a:pt x="1370" y="160"/>
                    <a:pt x="1302" y="92"/>
                    <a:pt x="1188" y="69"/>
                  </a:cubicBezTo>
                  <a:cubicBezTo>
                    <a:pt x="1119" y="23"/>
                    <a:pt x="1005" y="0"/>
                    <a:pt x="9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5"/>
            <p:cNvSpPr/>
            <p:nvPr/>
          </p:nvSpPr>
          <p:spPr>
            <a:xfrm>
              <a:off x="778500" y="3442100"/>
              <a:ext cx="41675" cy="44750"/>
            </a:xfrm>
            <a:custGeom>
              <a:avLst/>
              <a:gdLst/>
              <a:ahLst/>
              <a:cxnLst/>
              <a:rect l="l" t="t" r="r" b="b"/>
              <a:pathLst>
                <a:path w="1667" h="1790" extrusionOk="0">
                  <a:moveTo>
                    <a:pt x="845" y="0"/>
                  </a:moveTo>
                  <a:cubicBezTo>
                    <a:pt x="708" y="0"/>
                    <a:pt x="594" y="23"/>
                    <a:pt x="457" y="92"/>
                  </a:cubicBezTo>
                  <a:cubicBezTo>
                    <a:pt x="411" y="137"/>
                    <a:pt x="366" y="183"/>
                    <a:pt x="320" y="229"/>
                  </a:cubicBezTo>
                  <a:cubicBezTo>
                    <a:pt x="252" y="297"/>
                    <a:pt x="183" y="366"/>
                    <a:pt x="160" y="457"/>
                  </a:cubicBezTo>
                  <a:cubicBezTo>
                    <a:pt x="115" y="503"/>
                    <a:pt x="92" y="548"/>
                    <a:pt x="92" y="617"/>
                  </a:cubicBezTo>
                  <a:cubicBezTo>
                    <a:pt x="23" y="708"/>
                    <a:pt x="1" y="799"/>
                    <a:pt x="23" y="913"/>
                  </a:cubicBezTo>
                  <a:lnTo>
                    <a:pt x="46" y="1096"/>
                  </a:lnTo>
                  <a:cubicBezTo>
                    <a:pt x="69" y="1233"/>
                    <a:pt x="138" y="1347"/>
                    <a:pt x="229" y="1438"/>
                  </a:cubicBezTo>
                  <a:cubicBezTo>
                    <a:pt x="252" y="1461"/>
                    <a:pt x="274" y="1484"/>
                    <a:pt x="297" y="1484"/>
                  </a:cubicBezTo>
                  <a:cubicBezTo>
                    <a:pt x="320" y="1507"/>
                    <a:pt x="343" y="1530"/>
                    <a:pt x="343" y="1553"/>
                  </a:cubicBezTo>
                  <a:cubicBezTo>
                    <a:pt x="343" y="1553"/>
                    <a:pt x="366" y="1575"/>
                    <a:pt x="366" y="1575"/>
                  </a:cubicBezTo>
                  <a:cubicBezTo>
                    <a:pt x="411" y="1598"/>
                    <a:pt x="457" y="1644"/>
                    <a:pt x="503" y="1690"/>
                  </a:cubicBezTo>
                  <a:cubicBezTo>
                    <a:pt x="571" y="1712"/>
                    <a:pt x="640" y="1735"/>
                    <a:pt x="685" y="1758"/>
                  </a:cubicBezTo>
                  <a:cubicBezTo>
                    <a:pt x="754" y="1781"/>
                    <a:pt x="822" y="1781"/>
                    <a:pt x="891" y="1781"/>
                  </a:cubicBezTo>
                  <a:cubicBezTo>
                    <a:pt x="921" y="1787"/>
                    <a:pt x="950" y="1790"/>
                    <a:pt x="978" y="1790"/>
                  </a:cubicBezTo>
                  <a:cubicBezTo>
                    <a:pt x="1054" y="1790"/>
                    <a:pt x="1121" y="1769"/>
                    <a:pt x="1187" y="1735"/>
                  </a:cubicBezTo>
                  <a:cubicBezTo>
                    <a:pt x="1256" y="1712"/>
                    <a:pt x="1302" y="1667"/>
                    <a:pt x="1347" y="1621"/>
                  </a:cubicBezTo>
                  <a:cubicBezTo>
                    <a:pt x="1416" y="1598"/>
                    <a:pt x="1461" y="1553"/>
                    <a:pt x="1484" y="1484"/>
                  </a:cubicBezTo>
                  <a:cubicBezTo>
                    <a:pt x="1553" y="1438"/>
                    <a:pt x="1576" y="1393"/>
                    <a:pt x="1598" y="1324"/>
                  </a:cubicBezTo>
                  <a:cubicBezTo>
                    <a:pt x="1644" y="1233"/>
                    <a:pt x="1667" y="1142"/>
                    <a:pt x="1667" y="1028"/>
                  </a:cubicBezTo>
                  <a:cubicBezTo>
                    <a:pt x="1667" y="982"/>
                    <a:pt x="1644" y="936"/>
                    <a:pt x="1644" y="913"/>
                  </a:cubicBezTo>
                  <a:cubicBezTo>
                    <a:pt x="1644" y="868"/>
                    <a:pt x="1644" y="822"/>
                    <a:pt x="1621" y="777"/>
                  </a:cubicBezTo>
                  <a:cubicBezTo>
                    <a:pt x="1621" y="781"/>
                    <a:pt x="1621" y="783"/>
                    <a:pt x="1621" y="783"/>
                  </a:cubicBezTo>
                  <a:cubicBezTo>
                    <a:pt x="1620" y="783"/>
                    <a:pt x="1617" y="749"/>
                    <a:pt x="1598" y="731"/>
                  </a:cubicBezTo>
                  <a:cubicBezTo>
                    <a:pt x="1598" y="708"/>
                    <a:pt x="1598" y="685"/>
                    <a:pt x="1598" y="662"/>
                  </a:cubicBezTo>
                  <a:cubicBezTo>
                    <a:pt x="1598" y="548"/>
                    <a:pt x="1553" y="457"/>
                    <a:pt x="1507" y="366"/>
                  </a:cubicBezTo>
                  <a:cubicBezTo>
                    <a:pt x="1461" y="297"/>
                    <a:pt x="1393" y="206"/>
                    <a:pt x="1302" y="160"/>
                  </a:cubicBezTo>
                  <a:cubicBezTo>
                    <a:pt x="1233" y="92"/>
                    <a:pt x="1142" y="46"/>
                    <a:pt x="1051" y="23"/>
                  </a:cubicBezTo>
                  <a:cubicBezTo>
                    <a:pt x="982" y="23"/>
                    <a:pt x="914" y="0"/>
                    <a:pt x="8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703175" y="3628400"/>
              <a:ext cx="42825" cy="40825"/>
            </a:xfrm>
            <a:custGeom>
              <a:avLst/>
              <a:gdLst/>
              <a:ahLst/>
              <a:cxnLst/>
              <a:rect l="l" t="t" r="r" b="b"/>
              <a:pathLst>
                <a:path w="1713" h="1633" extrusionOk="0">
                  <a:moveTo>
                    <a:pt x="777" y="1"/>
                  </a:moveTo>
                  <a:cubicBezTo>
                    <a:pt x="708" y="1"/>
                    <a:pt x="640" y="12"/>
                    <a:pt x="571" y="35"/>
                  </a:cubicBezTo>
                  <a:cubicBezTo>
                    <a:pt x="526" y="58"/>
                    <a:pt x="457" y="81"/>
                    <a:pt x="411" y="104"/>
                  </a:cubicBezTo>
                  <a:cubicBezTo>
                    <a:pt x="297" y="172"/>
                    <a:pt x="206" y="263"/>
                    <a:pt x="138" y="378"/>
                  </a:cubicBezTo>
                  <a:cubicBezTo>
                    <a:pt x="115" y="378"/>
                    <a:pt x="115" y="378"/>
                    <a:pt x="115" y="400"/>
                  </a:cubicBezTo>
                  <a:cubicBezTo>
                    <a:pt x="92" y="446"/>
                    <a:pt x="69" y="515"/>
                    <a:pt x="46" y="583"/>
                  </a:cubicBezTo>
                  <a:cubicBezTo>
                    <a:pt x="1" y="743"/>
                    <a:pt x="1" y="857"/>
                    <a:pt x="46" y="1017"/>
                  </a:cubicBezTo>
                  <a:cubicBezTo>
                    <a:pt x="69" y="1085"/>
                    <a:pt x="92" y="1131"/>
                    <a:pt x="115" y="1199"/>
                  </a:cubicBezTo>
                  <a:cubicBezTo>
                    <a:pt x="115" y="1199"/>
                    <a:pt x="115" y="1222"/>
                    <a:pt x="138" y="1222"/>
                  </a:cubicBezTo>
                  <a:cubicBezTo>
                    <a:pt x="160" y="1268"/>
                    <a:pt x="206" y="1336"/>
                    <a:pt x="252" y="1382"/>
                  </a:cubicBezTo>
                  <a:lnTo>
                    <a:pt x="275" y="1382"/>
                  </a:lnTo>
                  <a:cubicBezTo>
                    <a:pt x="320" y="1428"/>
                    <a:pt x="366" y="1473"/>
                    <a:pt x="434" y="1519"/>
                  </a:cubicBezTo>
                  <a:cubicBezTo>
                    <a:pt x="503" y="1542"/>
                    <a:pt x="571" y="1587"/>
                    <a:pt x="640" y="1610"/>
                  </a:cubicBezTo>
                  <a:cubicBezTo>
                    <a:pt x="731" y="1633"/>
                    <a:pt x="800" y="1633"/>
                    <a:pt x="868" y="1633"/>
                  </a:cubicBezTo>
                  <a:cubicBezTo>
                    <a:pt x="959" y="1633"/>
                    <a:pt x="1028" y="1610"/>
                    <a:pt x="1096" y="1610"/>
                  </a:cubicBezTo>
                  <a:cubicBezTo>
                    <a:pt x="1165" y="1587"/>
                    <a:pt x="1233" y="1564"/>
                    <a:pt x="1302" y="1519"/>
                  </a:cubicBezTo>
                  <a:cubicBezTo>
                    <a:pt x="1347" y="1496"/>
                    <a:pt x="1416" y="1450"/>
                    <a:pt x="1461" y="1405"/>
                  </a:cubicBezTo>
                  <a:cubicBezTo>
                    <a:pt x="1481" y="1386"/>
                    <a:pt x="1532" y="1303"/>
                    <a:pt x="1534" y="1303"/>
                  </a:cubicBezTo>
                  <a:cubicBezTo>
                    <a:pt x="1535" y="1303"/>
                    <a:pt x="1534" y="1306"/>
                    <a:pt x="1530" y="1313"/>
                  </a:cubicBezTo>
                  <a:cubicBezTo>
                    <a:pt x="1530" y="1313"/>
                    <a:pt x="1553" y="1268"/>
                    <a:pt x="1576" y="1245"/>
                  </a:cubicBezTo>
                  <a:cubicBezTo>
                    <a:pt x="1576" y="1245"/>
                    <a:pt x="1576" y="1222"/>
                    <a:pt x="1576" y="1222"/>
                  </a:cubicBezTo>
                  <a:cubicBezTo>
                    <a:pt x="1621" y="1176"/>
                    <a:pt x="1644" y="1108"/>
                    <a:pt x="1667" y="1039"/>
                  </a:cubicBezTo>
                  <a:cubicBezTo>
                    <a:pt x="1690" y="925"/>
                    <a:pt x="1713" y="834"/>
                    <a:pt x="1690" y="720"/>
                  </a:cubicBezTo>
                  <a:cubicBezTo>
                    <a:pt x="1667" y="629"/>
                    <a:pt x="1644" y="537"/>
                    <a:pt x="1598" y="446"/>
                  </a:cubicBezTo>
                  <a:cubicBezTo>
                    <a:pt x="1553" y="355"/>
                    <a:pt x="1484" y="286"/>
                    <a:pt x="1393" y="241"/>
                  </a:cubicBezTo>
                  <a:cubicBezTo>
                    <a:pt x="1324" y="172"/>
                    <a:pt x="1256" y="149"/>
                    <a:pt x="1188" y="104"/>
                  </a:cubicBezTo>
                  <a:lnTo>
                    <a:pt x="1165" y="104"/>
                  </a:lnTo>
                  <a:cubicBezTo>
                    <a:pt x="1119" y="81"/>
                    <a:pt x="1051" y="58"/>
                    <a:pt x="982" y="35"/>
                  </a:cubicBezTo>
                  <a:cubicBezTo>
                    <a:pt x="914" y="12"/>
                    <a:pt x="845" y="1"/>
                    <a:pt x="7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749400" y="3799875"/>
              <a:ext cx="45675" cy="45125"/>
            </a:xfrm>
            <a:custGeom>
              <a:avLst/>
              <a:gdLst/>
              <a:ahLst/>
              <a:cxnLst/>
              <a:rect l="l" t="t" r="r" b="b"/>
              <a:pathLst>
                <a:path w="1827" h="1805" extrusionOk="0">
                  <a:moveTo>
                    <a:pt x="799" y="1"/>
                  </a:moveTo>
                  <a:cubicBezTo>
                    <a:pt x="731" y="1"/>
                    <a:pt x="662" y="1"/>
                    <a:pt x="594" y="24"/>
                  </a:cubicBezTo>
                  <a:cubicBezTo>
                    <a:pt x="457" y="47"/>
                    <a:pt x="343" y="115"/>
                    <a:pt x="252" y="206"/>
                  </a:cubicBezTo>
                  <a:lnTo>
                    <a:pt x="252" y="229"/>
                  </a:lnTo>
                  <a:cubicBezTo>
                    <a:pt x="206" y="275"/>
                    <a:pt x="160" y="343"/>
                    <a:pt x="137" y="366"/>
                  </a:cubicBezTo>
                  <a:cubicBezTo>
                    <a:pt x="115" y="389"/>
                    <a:pt x="115" y="389"/>
                    <a:pt x="115" y="389"/>
                  </a:cubicBezTo>
                  <a:cubicBezTo>
                    <a:pt x="92" y="457"/>
                    <a:pt x="46" y="526"/>
                    <a:pt x="23" y="594"/>
                  </a:cubicBezTo>
                  <a:cubicBezTo>
                    <a:pt x="23" y="594"/>
                    <a:pt x="23" y="617"/>
                    <a:pt x="23" y="617"/>
                  </a:cubicBezTo>
                  <a:cubicBezTo>
                    <a:pt x="23" y="640"/>
                    <a:pt x="23" y="709"/>
                    <a:pt x="0" y="731"/>
                  </a:cubicBezTo>
                  <a:cubicBezTo>
                    <a:pt x="0" y="731"/>
                    <a:pt x="0" y="800"/>
                    <a:pt x="0" y="823"/>
                  </a:cubicBezTo>
                  <a:cubicBezTo>
                    <a:pt x="0" y="823"/>
                    <a:pt x="0" y="845"/>
                    <a:pt x="0" y="845"/>
                  </a:cubicBezTo>
                  <a:cubicBezTo>
                    <a:pt x="0" y="914"/>
                    <a:pt x="23" y="1005"/>
                    <a:pt x="23" y="1074"/>
                  </a:cubicBezTo>
                  <a:cubicBezTo>
                    <a:pt x="23" y="1074"/>
                    <a:pt x="23" y="1097"/>
                    <a:pt x="23" y="1097"/>
                  </a:cubicBezTo>
                  <a:cubicBezTo>
                    <a:pt x="46" y="1165"/>
                    <a:pt x="92" y="1233"/>
                    <a:pt x="115" y="1302"/>
                  </a:cubicBezTo>
                  <a:cubicBezTo>
                    <a:pt x="115" y="1302"/>
                    <a:pt x="115" y="1325"/>
                    <a:pt x="137" y="1325"/>
                  </a:cubicBezTo>
                  <a:cubicBezTo>
                    <a:pt x="183" y="1393"/>
                    <a:pt x="229" y="1462"/>
                    <a:pt x="274" y="1507"/>
                  </a:cubicBezTo>
                  <a:cubicBezTo>
                    <a:pt x="297" y="1530"/>
                    <a:pt x="297" y="1530"/>
                    <a:pt x="297" y="1530"/>
                  </a:cubicBezTo>
                  <a:cubicBezTo>
                    <a:pt x="366" y="1576"/>
                    <a:pt x="411" y="1622"/>
                    <a:pt x="480" y="1667"/>
                  </a:cubicBezTo>
                  <a:cubicBezTo>
                    <a:pt x="480" y="1667"/>
                    <a:pt x="480" y="1690"/>
                    <a:pt x="503" y="1690"/>
                  </a:cubicBezTo>
                  <a:cubicBezTo>
                    <a:pt x="571" y="1713"/>
                    <a:pt x="640" y="1758"/>
                    <a:pt x="708" y="1781"/>
                  </a:cubicBezTo>
                  <a:lnTo>
                    <a:pt x="731" y="1781"/>
                  </a:lnTo>
                  <a:cubicBezTo>
                    <a:pt x="799" y="1804"/>
                    <a:pt x="891" y="1804"/>
                    <a:pt x="959" y="1804"/>
                  </a:cubicBezTo>
                  <a:lnTo>
                    <a:pt x="982" y="1804"/>
                  </a:lnTo>
                  <a:cubicBezTo>
                    <a:pt x="1050" y="1804"/>
                    <a:pt x="1142" y="1804"/>
                    <a:pt x="1210" y="1781"/>
                  </a:cubicBezTo>
                  <a:cubicBezTo>
                    <a:pt x="1393" y="1736"/>
                    <a:pt x="1461" y="1667"/>
                    <a:pt x="1598" y="1553"/>
                  </a:cubicBezTo>
                  <a:cubicBezTo>
                    <a:pt x="1667" y="1485"/>
                    <a:pt x="1712" y="1416"/>
                    <a:pt x="1758" y="1325"/>
                  </a:cubicBezTo>
                  <a:cubicBezTo>
                    <a:pt x="1804" y="1233"/>
                    <a:pt x="1826" y="1119"/>
                    <a:pt x="1826" y="1028"/>
                  </a:cubicBezTo>
                  <a:cubicBezTo>
                    <a:pt x="1826" y="914"/>
                    <a:pt x="1804" y="823"/>
                    <a:pt x="1758" y="731"/>
                  </a:cubicBezTo>
                  <a:cubicBezTo>
                    <a:pt x="1712" y="640"/>
                    <a:pt x="1667" y="549"/>
                    <a:pt x="1598" y="480"/>
                  </a:cubicBezTo>
                  <a:cubicBezTo>
                    <a:pt x="1553" y="435"/>
                    <a:pt x="1484" y="412"/>
                    <a:pt x="1438" y="366"/>
                  </a:cubicBezTo>
                  <a:cubicBezTo>
                    <a:pt x="1416" y="320"/>
                    <a:pt x="1370" y="252"/>
                    <a:pt x="1324" y="206"/>
                  </a:cubicBezTo>
                  <a:lnTo>
                    <a:pt x="1165" y="92"/>
                  </a:lnTo>
                  <a:cubicBezTo>
                    <a:pt x="1050" y="24"/>
                    <a:pt x="936" y="1"/>
                    <a:pt x="7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5"/>
            <p:cNvSpPr/>
            <p:nvPr/>
          </p:nvSpPr>
          <p:spPr>
            <a:xfrm>
              <a:off x="888075" y="3920575"/>
              <a:ext cx="43375" cy="44475"/>
            </a:xfrm>
            <a:custGeom>
              <a:avLst/>
              <a:gdLst/>
              <a:ahLst/>
              <a:cxnLst/>
              <a:rect l="l" t="t" r="r" b="b"/>
              <a:pathLst>
                <a:path w="1735" h="1779" extrusionOk="0">
                  <a:moveTo>
                    <a:pt x="979" y="0"/>
                  </a:moveTo>
                  <a:cubicBezTo>
                    <a:pt x="913" y="0"/>
                    <a:pt x="845" y="12"/>
                    <a:pt x="776" y="35"/>
                  </a:cubicBezTo>
                  <a:lnTo>
                    <a:pt x="639" y="103"/>
                  </a:lnTo>
                  <a:cubicBezTo>
                    <a:pt x="548" y="103"/>
                    <a:pt x="457" y="126"/>
                    <a:pt x="388" y="172"/>
                  </a:cubicBezTo>
                  <a:cubicBezTo>
                    <a:pt x="342" y="217"/>
                    <a:pt x="274" y="263"/>
                    <a:pt x="228" y="286"/>
                  </a:cubicBezTo>
                  <a:cubicBezTo>
                    <a:pt x="137" y="400"/>
                    <a:pt x="69" y="514"/>
                    <a:pt x="46" y="628"/>
                  </a:cubicBezTo>
                  <a:cubicBezTo>
                    <a:pt x="23" y="697"/>
                    <a:pt x="0" y="788"/>
                    <a:pt x="0" y="856"/>
                  </a:cubicBezTo>
                  <a:cubicBezTo>
                    <a:pt x="0" y="879"/>
                    <a:pt x="0" y="879"/>
                    <a:pt x="0" y="879"/>
                  </a:cubicBezTo>
                  <a:cubicBezTo>
                    <a:pt x="0" y="971"/>
                    <a:pt x="23" y="1039"/>
                    <a:pt x="46" y="1107"/>
                  </a:cubicBezTo>
                  <a:cubicBezTo>
                    <a:pt x="46" y="1130"/>
                    <a:pt x="46" y="1130"/>
                    <a:pt x="46" y="1130"/>
                  </a:cubicBezTo>
                  <a:cubicBezTo>
                    <a:pt x="69" y="1199"/>
                    <a:pt x="91" y="1267"/>
                    <a:pt x="137" y="1336"/>
                  </a:cubicBezTo>
                  <a:cubicBezTo>
                    <a:pt x="137" y="1359"/>
                    <a:pt x="137" y="1359"/>
                    <a:pt x="137" y="1359"/>
                  </a:cubicBezTo>
                  <a:cubicBezTo>
                    <a:pt x="183" y="1404"/>
                    <a:pt x="228" y="1473"/>
                    <a:pt x="274" y="1541"/>
                  </a:cubicBezTo>
                  <a:cubicBezTo>
                    <a:pt x="342" y="1587"/>
                    <a:pt x="388" y="1632"/>
                    <a:pt x="457" y="1678"/>
                  </a:cubicBezTo>
                  <a:cubicBezTo>
                    <a:pt x="548" y="1724"/>
                    <a:pt x="639" y="1747"/>
                    <a:pt x="730" y="1769"/>
                  </a:cubicBezTo>
                  <a:cubicBezTo>
                    <a:pt x="764" y="1776"/>
                    <a:pt x="795" y="1779"/>
                    <a:pt x="826" y="1779"/>
                  </a:cubicBezTo>
                  <a:cubicBezTo>
                    <a:pt x="900" y="1779"/>
                    <a:pt x="969" y="1763"/>
                    <a:pt x="1050" y="1747"/>
                  </a:cubicBezTo>
                  <a:cubicBezTo>
                    <a:pt x="1096" y="1724"/>
                    <a:pt x="1164" y="1701"/>
                    <a:pt x="1210" y="1678"/>
                  </a:cubicBezTo>
                  <a:cubicBezTo>
                    <a:pt x="1324" y="1610"/>
                    <a:pt x="1415" y="1518"/>
                    <a:pt x="1484" y="1404"/>
                  </a:cubicBezTo>
                  <a:cubicBezTo>
                    <a:pt x="1529" y="1313"/>
                    <a:pt x="1575" y="1222"/>
                    <a:pt x="1621" y="1153"/>
                  </a:cubicBezTo>
                  <a:cubicBezTo>
                    <a:pt x="1689" y="1062"/>
                    <a:pt x="1712" y="971"/>
                    <a:pt x="1712" y="856"/>
                  </a:cubicBezTo>
                  <a:cubicBezTo>
                    <a:pt x="1735" y="765"/>
                    <a:pt x="1735" y="674"/>
                    <a:pt x="1712" y="560"/>
                  </a:cubicBezTo>
                  <a:cubicBezTo>
                    <a:pt x="1689" y="468"/>
                    <a:pt x="1643" y="377"/>
                    <a:pt x="1575" y="309"/>
                  </a:cubicBezTo>
                  <a:cubicBezTo>
                    <a:pt x="1506" y="217"/>
                    <a:pt x="1438" y="149"/>
                    <a:pt x="1347" y="103"/>
                  </a:cubicBezTo>
                  <a:lnTo>
                    <a:pt x="1164" y="35"/>
                  </a:lnTo>
                  <a:cubicBezTo>
                    <a:pt x="1107" y="12"/>
                    <a:pt x="1044" y="0"/>
                    <a:pt x="9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1070675" y="3952375"/>
              <a:ext cx="43375" cy="43250"/>
            </a:xfrm>
            <a:custGeom>
              <a:avLst/>
              <a:gdLst/>
              <a:ahLst/>
              <a:cxnLst/>
              <a:rect l="l" t="t" r="r" b="b"/>
              <a:pathLst>
                <a:path w="1735" h="1730" extrusionOk="0">
                  <a:moveTo>
                    <a:pt x="959" y="1"/>
                  </a:moveTo>
                  <a:cubicBezTo>
                    <a:pt x="907" y="1"/>
                    <a:pt x="856" y="7"/>
                    <a:pt x="799" y="18"/>
                  </a:cubicBezTo>
                  <a:cubicBezTo>
                    <a:pt x="708" y="18"/>
                    <a:pt x="616" y="41"/>
                    <a:pt x="525" y="87"/>
                  </a:cubicBezTo>
                  <a:cubicBezTo>
                    <a:pt x="479" y="132"/>
                    <a:pt x="434" y="155"/>
                    <a:pt x="388" y="201"/>
                  </a:cubicBezTo>
                  <a:cubicBezTo>
                    <a:pt x="320" y="246"/>
                    <a:pt x="274" y="269"/>
                    <a:pt x="228" y="315"/>
                  </a:cubicBezTo>
                  <a:cubicBezTo>
                    <a:pt x="183" y="383"/>
                    <a:pt x="160" y="429"/>
                    <a:pt x="114" y="475"/>
                  </a:cubicBezTo>
                  <a:cubicBezTo>
                    <a:pt x="46" y="589"/>
                    <a:pt x="0" y="726"/>
                    <a:pt x="0" y="863"/>
                  </a:cubicBezTo>
                  <a:cubicBezTo>
                    <a:pt x="0" y="931"/>
                    <a:pt x="23" y="1000"/>
                    <a:pt x="23" y="1068"/>
                  </a:cubicBezTo>
                  <a:cubicBezTo>
                    <a:pt x="46" y="1068"/>
                    <a:pt x="46" y="1091"/>
                    <a:pt x="46" y="1091"/>
                  </a:cubicBezTo>
                  <a:cubicBezTo>
                    <a:pt x="69" y="1159"/>
                    <a:pt x="91" y="1228"/>
                    <a:pt x="114" y="1296"/>
                  </a:cubicBezTo>
                  <a:cubicBezTo>
                    <a:pt x="137" y="1319"/>
                    <a:pt x="183" y="1365"/>
                    <a:pt x="183" y="1365"/>
                  </a:cubicBezTo>
                  <a:cubicBezTo>
                    <a:pt x="206" y="1388"/>
                    <a:pt x="228" y="1433"/>
                    <a:pt x="251" y="1456"/>
                  </a:cubicBezTo>
                  <a:lnTo>
                    <a:pt x="274" y="1456"/>
                  </a:lnTo>
                  <a:cubicBezTo>
                    <a:pt x="320" y="1502"/>
                    <a:pt x="365" y="1547"/>
                    <a:pt x="434" y="1593"/>
                  </a:cubicBezTo>
                  <a:cubicBezTo>
                    <a:pt x="434" y="1593"/>
                    <a:pt x="434" y="1593"/>
                    <a:pt x="457" y="1616"/>
                  </a:cubicBezTo>
                  <a:cubicBezTo>
                    <a:pt x="502" y="1639"/>
                    <a:pt x="571" y="1662"/>
                    <a:pt x="639" y="1684"/>
                  </a:cubicBezTo>
                  <a:cubicBezTo>
                    <a:pt x="731" y="1707"/>
                    <a:pt x="799" y="1707"/>
                    <a:pt x="867" y="1730"/>
                  </a:cubicBezTo>
                  <a:lnTo>
                    <a:pt x="890" y="1730"/>
                  </a:lnTo>
                  <a:cubicBezTo>
                    <a:pt x="959" y="1707"/>
                    <a:pt x="1096" y="1684"/>
                    <a:pt x="1096" y="1684"/>
                  </a:cubicBezTo>
                  <a:lnTo>
                    <a:pt x="1119" y="1684"/>
                  </a:lnTo>
                  <a:cubicBezTo>
                    <a:pt x="1187" y="1662"/>
                    <a:pt x="1256" y="1639"/>
                    <a:pt x="1301" y="1616"/>
                  </a:cubicBezTo>
                  <a:cubicBezTo>
                    <a:pt x="1322" y="1595"/>
                    <a:pt x="1324" y="1593"/>
                    <a:pt x="1324" y="1593"/>
                  </a:cubicBezTo>
                  <a:lnTo>
                    <a:pt x="1324" y="1593"/>
                  </a:lnTo>
                  <a:cubicBezTo>
                    <a:pt x="1322" y="1595"/>
                    <a:pt x="1321" y="1597"/>
                    <a:pt x="1323" y="1597"/>
                  </a:cubicBezTo>
                  <a:cubicBezTo>
                    <a:pt x="1334" y="1597"/>
                    <a:pt x="1463" y="1517"/>
                    <a:pt x="1484" y="1456"/>
                  </a:cubicBezTo>
                  <a:cubicBezTo>
                    <a:pt x="1529" y="1410"/>
                    <a:pt x="1575" y="1365"/>
                    <a:pt x="1621" y="1296"/>
                  </a:cubicBezTo>
                  <a:cubicBezTo>
                    <a:pt x="1644" y="1228"/>
                    <a:pt x="1689" y="1159"/>
                    <a:pt x="1712" y="1091"/>
                  </a:cubicBezTo>
                  <a:cubicBezTo>
                    <a:pt x="1712" y="1091"/>
                    <a:pt x="1712" y="1091"/>
                    <a:pt x="1712" y="1068"/>
                  </a:cubicBezTo>
                  <a:cubicBezTo>
                    <a:pt x="1712" y="1022"/>
                    <a:pt x="1735" y="954"/>
                    <a:pt x="1735" y="885"/>
                  </a:cubicBezTo>
                  <a:cubicBezTo>
                    <a:pt x="1735" y="885"/>
                    <a:pt x="1735" y="863"/>
                    <a:pt x="1735" y="863"/>
                  </a:cubicBezTo>
                  <a:cubicBezTo>
                    <a:pt x="1735" y="863"/>
                    <a:pt x="1735" y="863"/>
                    <a:pt x="1735" y="840"/>
                  </a:cubicBezTo>
                  <a:cubicBezTo>
                    <a:pt x="1735" y="771"/>
                    <a:pt x="1712" y="703"/>
                    <a:pt x="1712" y="634"/>
                  </a:cubicBezTo>
                  <a:cubicBezTo>
                    <a:pt x="1712" y="634"/>
                    <a:pt x="1712" y="634"/>
                    <a:pt x="1712" y="612"/>
                  </a:cubicBezTo>
                  <a:cubicBezTo>
                    <a:pt x="1644" y="452"/>
                    <a:pt x="1598" y="383"/>
                    <a:pt x="1484" y="246"/>
                  </a:cubicBezTo>
                  <a:cubicBezTo>
                    <a:pt x="1484" y="246"/>
                    <a:pt x="1484" y="246"/>
                    <a:pt x="1484" y="224"/>
                  </a:cubicBezTo>
                  <a:cubicBezTo>
                    <a:pt x="1415" y="178"/>
                    <a:pt x="1370" y="155"/>
                    <a:pt x="1324" y="109"/>
                  </a:cubicBezTo>
                  <a:lnTo>
                    <a:pt x="1301" y="109"/>
                  </a:lnTo>
                  <a:cubicBezTo>
                    <a:pt x="1233" y="64"/>
                    <a:pt x="1187" y="41"/>
                    <a:pt x="1119" y="18"/>
                  </a:cubicBezTo>
                  <a:cubicBezTo>
                    <a:pt x="1061" y="7"/>
                    <a:pt x="1010" y="1"/>
                    <a:pt x="9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1262400" y="3871225"/>
              <a:ext cx="41100" cy="47800"/>
            </a:xfrm>
            <a:custGeom>
              <a:avLst/>
              <a:gdLst/>
              <a:ahLst/>
              <a:cxnLst/>
              <a:rect l="l" t="t" r="r" b="b"/>
              <a:pathLst>
                <a:path w="1644" h="1912" extrusionOk="0">
                  <a:moveTo>
                    <a:pt x="891" y="0"/>
                  </a:moveTo>
                  <a:cubicBezTo>
                    <a:pt x="822" y="0"/>
                    <a:pt x="754" y="0"/>
                    <a:pt x="685" y="23"/>
                  </a:cubicBezTo>
                  <a:cubicBezTo>
                    <a:pt x="548" y="46"/>
                    <a:pt x="434" y="114"/>
                    <a:pt x="343" y="206"/>
                  </a:cubicBezTo>
                  <a:cubicBezTo>
                    <a:pt x="343" y="228"/>
                    <a:pt x="343" y="228"/>
                    <a:pt x="343" y="228"/>
                  </a:cubicBezTo>
                  <a:cubicBezTo>
                    <a:pt x="274" y="297"/>
                    <a:pt x="206" y="342"/>
                    <a:pt x="160" y="434"/>
                  </a:cubicBezTo>
                  <a:cubicBezTo>
                    <a:pt x="115" y="502"/>
                    <a:pt x="92" y="594"/>
                    <a:pt x="46" y="685"/>
                  </a:cubicBezTo>
                  <a:cubicBezTo>
                    <a:pt x="46" y="708"/>
                    <a:pt x="46" y="753"/>
                    <a:pt x="23" y="776"/>
                  </a:cubicBezTo>
                  <a:cubicBezTo>
                    <a:pt x="23" y="867"/>
                    <a:pt x="0" y="959"/>
                    <a:pt x="0" y="1050"/>
                  </a:cubicBezTo>
                  <a:cubicBezTo>
                    <a:pt x="0" y="1164"/>
                    <a:pt x="23" y="1255"/>
                    <a:pt x="46" y="1347"/>
                  </a:cubicBezTo>
                  <a:cubicBezTo>
                    <a:pt x="69" y="1415"/>
                    <a:pt x="92" y="1461"/>
                    <a:pt x="115" y="1529"/>
                  </a:cubicBezTo>
                  <a:cubicBezTo>
                    <a:pt x="160" y="1575"/>
                    <a:pt x="183" y="1621"/>
                    <a:pt x="229" y="1689"/>
                  </a:cubicBezTo>
                  <a:cubicBezTo>
                    <a:pt x="274" y="1712"/>
                    <a:pt x="343" y="1758"/>
                    <a:pt x="388" y="1803"/>
                  </a:cubicBezTo>
                  <a:cubicBezTo>
                    <a:pt x="480" y="1849"/>
                    <a:pt x="571" y="1895"/>
                    <a:pt x="662" y="1895"/>
                  </a:cubicBezTo>
                  <a:cubicBezTo>
                    <a:pt x="697" y="1906"/>
                    <a:pt x="731" y="1912"/>
                    <a:pt x="765" y="1912"/>
                  </a:cubicBezTo>
                  <a:cubicBezTo>
                    <a:pt x="799" y="1912"/>
                    <a:pt x="834" y="1906"/>
                    <a:pt x="868" y="1895"/>
                  </a:cubicBezTo>
                  <a:cubicBezTo>
                    <a:pt x="936" y="1895"/>
                    <a:pt x="1005" y="1872"/>
                    <a:pt x="1050" y="1849"/>
                  </a:cubicBezTo>
                  <a:cubicBezTo>
                    <a:pt x="1119" y="1826"/>
                    <a:pt x="1187" y="1780"/>
                    <a:pt x="1233" y="1735"/>
                  </a:cubicBezTo>
                  <a:cubicBezTo>
                    <a:pt x="1301" y="1689"/>
                    <a:pt x="1370" y="1621"/>
                    <a:pt x="1416" y="1529"/>
                  </a:cubicBezTo>
                  <a:cubicBezTo>
                    <a:pt x="1438" y="1507"/>
                    <a:pt x="1461" y="1461"/>
                    <a:pt x="1484" y="1438"/>
                  </a:cubicBezTo>
                  <a:cubicBezTo>
                    <a:pt x="1530" y="1347"/>
                    <a:pt x="1575" y="1255"/>
                    <a:pt x="1598" y="1164"/>
                  </a:cubicBezTo>
                  <a:cubicBezTo>
                    <a:pt x="1598" y="1119"/>
                    <a:pt x="1621" y="1096"/>
                    <a:pt x="1621" y="1050"/>
                  </a:cubicBezTo>
                  <a:cubicBezTo>
                    <a:pt x="1621" y="959"/>
                    <a:pt x="1644" y="845"/>
                    <a:pt x="1644" y="753"/>
                  </a:cubicBezTo>
                  <a:cubicBezTo>
                    <a:pt x="1644" y="639"/>
                    <a:pt x="1621" y="548"/>
                    <a:pt x="1575" y="457"/>
                  </a:cubicBezTo>
                  <a:cubicBezTo>
                    <a:pt x="1553" y="365"/>
                    <a:pt x="1507" y="274"/>
                    <a:pt x="1416" y="206"/>
                  </a:cubicBezTo>
                  <a:cubicBezTo>
                    <a:pt x="1347" y="137"/>
                    <a:pt x="1279" y="91"/>
                    <a:pt x="1187" y="69"/>
                  </a:cubicBezTo>
                  <a:cubicBezTo>
                    <a:pt x="1096" y="0"/>
                    <a:pt x="982" y="0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1322325" y="3765075"/>
              <a:ext cx="41675" cy="46525"/>
            </a:xfrm>
            <a:custGeom>
              <a:avLst/>
              <a:gdLst/>
              <a:ahLst/>
              <a:cxnLst/>
              <a:rect l="l" t="t" r="r" b="b"/>
              <a:pathLst>
                <a:path w="1667" h="1861" extrusionOk="0">
                  <a:moveTo>
                    <a:pt x="776" y="1"/>
                  </a:moveTo>
                  <a:cubicBezTo>
                    <a:pt x="708" y="1"/>
                    <a:pt x="639" y="23"/>
                    <a:pt x="571" y="23"/>
                  </a:cubicBezTo>
                  <a:cubicBezTo>
                    <a:pt x="434" y="69"/>
                    <a:pt x="320" y="138"/>
                    <a:pt x="228" y="229"/>
                  </a:cubicBezTo>
                  <a:cubicBezTo>
                    <a:pt x="183" y="274"/>
                    <a:pt x="160" y="320"/>
                    <a:pt x="114" y="389"/>
                  </a:cubicBezTo>
                  <a:cubicBezTo>
                    <a:pt x="46" y="503"/>
                    <a:pt x="0" y="617"/>
                    <a:pt x="0" y="754"/>
                  </a:cubicBezTo>
                  <a:lnTo>
                    <a:pt x="23" y="1096"/>
                  </a:lnTo>
                  <a:cubicBezTo>
                    <a:pt x="23" y="1233"/>
                    <a:pt x="46" y="1370"/>
                    <a:pt x="114" y="1484"/>
                  </a:cubicBezTo>
                  <a:cubicBezTo>
                    <a:pt x="183" y="1576"/>
                    <a:pt x="228" y="1644"/>
                    <a:pt x="320" y="1690"/>
                  </a:cubicBezTo>
                  <a:cubicBezTo>
                    <a:pt x="388" y="1758"/>
                    <a:pt x="479" y="1804"/>
                    <a:pt x="571" y="1827"/>
                  </a:cubicBezTo>
                  <a:cubicBezTo>
                    <a:pt x="639" y="1849"/>
                    <a:pt x="708" y="1861"/>
                    <a:pt x="776" y="1861"/>
                  </a:cubicBezTo>
                  <a:cubicBezTo>
                    <a:pt x="845" y="1861"/>
                    <a:pt x="913" y="1849"/>
                    <a:pt x="982" y="1827"/>
                  </a:cubicBezTo>
                  <a:lnTo>
                    <a:pt x="1004" y="1827"/>
                  </a:lnTo>
                  <a:cubicBezTo>
                    <a:pt x="1073" y="1804"/>
                    <a:pt x="1141" y="1781"/>
                    <a:pt x="1210" y="1735"/>
                  </a:cubicBezTo>
                  <a:cubicBezTo>
                    <a:pt x="1278" y="1712"/>
                    <a:pt x="1324" y="1644"/>
                    <a:pt x="1370" y="1598"/>
                  </a:cubicBezTo>
                  <a:lnTo>
                    <a:pt x="1392" y="1598"/>
                  </a:lnTo>
                  <a:cubicBezTo>
                    <a:pt x="1438" y="1530"/>
                    <a:pt x="1484" y="1484"/>
                    <a:pt x="1529" y="1416"/>
                  </a:cubicBezTo>
                  <a:cubicBezTo>
                    <a:pt x="1529" y="1416"/>
                    <a:pt x="1529" y="1416"/>
                    <a:pt x="1529" y="1393"/>
                  </a:cubicBezTo>
                  <a:cubicBezTo>
                    <a:pt x="1575" y="1347"/>
                    <a:pt x="1598" y="1279"/>
                    <a:pt x="1621" y="1210"/>
                  </a:cubicBezTo>
                  <a:cubicBezTo>
                    <a:pt x="1621" y="1187"/>
                    <a:pt x="1621" y="1187"/>
                    <a:pt x="1621" y="1187"/>
                  </a:cubicBezTo>
                  <a:cubicBezTo>
                    <a:pt x="1644" y="1096"/>
                    <a:pt x="1666" y="1005"/>
                    <a:pt x="1666" y="936"/>
                  </a:cubicBezTo>
                  <a:cubicBezTo>
                    <a:pt x="1666" y="868"/>
                    <a:pt x="1644" y="777"/>
                    <a:pt x="1621" y="708"/>
                  </a:cubicBezTo>
                  <a:cubicBezTo>
                    <a:pt x="1621" y="708"/>
                    <a:pt x="1621" y="708"/>
                    <a:pt x="1621" y="685"/>
                  </a:cubicBezTo>
                  <a:cubicBezTo>
                    <a:pt x="1598" y="617"/>
                    <a:pt x="1575" y="548"/>
                    <a:pt x="1552" y="503"/>
                  </a:cubicBezTo>
                  <a:cubicBezTo>
                    <a:pt x="1552" y="503"/>
                    <a:pt x="1552" y="480"/>
                    <a:pt x="1529" y="480"/>
                  </a:cubicBezTo>
                  <a:cubicBezTo>
                    <a:pt x="1438" y="343"/>
                    <a:pt x="1392" y="297"/>
                    <a:pt x="1301" y="229"/>
                  </a:cubicBezTo>
                  <a:cubicBezTo>
                    <a:pt x="1233" y="160"/>
                    <a:pt x="1164" y="92"/>
                    <a:pt x="1073" y="69"/>
                  </a:cubicBezTo>
                  <a:cubicBezTo>
                    <a:pt x="982" y="23"/>
                    <a:pt x="867" y="1"/>
                    <a:pt x="7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1382800" y="3611000"/>
              <a:ext cx="46250" cy="51950"/>
            </a:xfrm>
            <a:custGeom>
              <a:avLst/>
              <a:gdLst/>
              <a:ahLst/>
              <a:cxnLst/>
              <a:rect l="l" t="t" r="r" b="b"/>
              <a:pathLst>
                <a:path w="1850" h="2078" extrusionOk="0">
                  <a:moveTo>
                    <a:pt x="822" y="1"/>
                  </a:moveTo>
                  <a:cubicBezTo>
                    <a:pt x="754" y="1"/>
                    <a:pt x="662" y="1"/>
                    <a:pt x="594" y="46"/>
                  </a:cubicBezTo>
                  <a:cubicBezTo>
                    <a:pt x="526" y="69"/>
                    <a:pt x="434" y="92"/>
                    <a:pt x="366" y="138"/>
                  </a:cubicBezTo>
                  <a:cubicBezTo>
                    <a:pt x="297" y="183"/>
                    <a:pt x="206" y="252"/>
                    <a:pt x="160" y="320"/>
                  </a:cubicBezTo>
                  <a:cubicBezTo>
                    <a:pt x="92" y="412"/>
                    <a:pt x="46" y="480"/>
                    <a:pt x="23" y="594"/>
                  </a:cubicBezTo>
                  <a:cubicBezTo>
                    <a:pt x="1" y="686"/>
                    <a:pt x="1" y="800"/>
                    <a:pt x="23" y="891"/>
                  </a:cubicBezTo>
                  <a:cubicBezTo>
                    <a:pt x="23" y="982"/>
                    <a:pt x="46" y="1096"/>
                    <a:pt x="92" y="1165"/>
                  </a:cubicBezTo>
                  <a:cubicBezTo>
                    <a:pt x="115" y="1188"/>
                    <a:pt x="115" y="1188"/>
                    <a:pt x="115" y="1211"/>
                  </a:cubicBezTo>
                  <a:cubicBezTo>
                    <a:pt x="138" y="1370"/>
                    <a:pt x="160" y="1507"/>
                    <a:pt x="252" y="1644"/>
                  </a:cubicBezTo>
                  <a:cubicBezTo>
                    <a:pt x="366" y="1781"/>
                    <a:pt x="366" y="1804"/>
                    <a:pt x="480" y="1895"/>
                  </a:cubicBezTo>
                  <a:cubicBezTo>
                    <a:pt x="503" y="1918"/>
                    <a:pt x="548" y="1941"/>
                    <a:pt x="594" y="1964"/>
                  </a:cubicBezTo>
                  <a:cubicBezTo>
                    <a:pt x="662" y="2009"/>
                    <a:pt x="731" y="2032"/>
                    <a:pt x="799" y="2055"/>
                  </a:cubicBezTo>
                  <a:lnTo>
                    <a:pt x="982" y="2078"/>
                  </a:lnTo>
                  <a:cubicBezTo>
                    <a:pt x="1096" y="2078"/>
                    <a:pt x="1187" y="2055"/>
                    <a:pt x="1279" y="2009"/>
                  </a:cubicBezTo>
                  <a:cubicBezTo>
                    <a:pt x="1347" y="1987"/>
                    <a:pt x="1416" y="1964"/>
                    <a:pt x="1461" y="1918"/>
                  </a:cubicBezTo>
                  <a:cubicBezTo>
                    <a:pt x="1530" y="1850"/>
                    <a:pt x="1598" y="1781"/>
                    <a:pt x="1644" y="1690"/>
                  </a:cubicBezTo>
                  <a:cubicBezTo>
                    <a:pt x="1690" y="1599"/>
                    <a:pt x="1735" y="1507"/>
                    <a:pt x="1781" y="1393"/>
                  </a:cubicBezTo>
                  <a:cubicBezTo>
                    <a:pt x="1827" y="1302"/>
                    <a:pt x="1827" y="1188"/>
                    <a:pt x="1827" y="1074"/>
                  </a:cubicBezTo>
                  <a:cubicBezTo>
                    <a:pt x="1849" y="982"/>
                    <a:pt x="1827" y="868"/>
                    <a:pt x="1804" y="754"/>
                  </a:cubicBezTo>
                  <a:cubicBezTo>
                    <a:pt x="1804" y="731"/>
                    <a:pt x="1804" y="731"/>
                    <a:pt x="1804" y="708"/>
                  </a:cubicBezTo>
                  <a:cubicBezTo>
                    <a:pt x="1781" y="663"/>
                    <a:pt x="1735" y="549"/>
                    <a:pt x="1690" y="480"/>
                  </a:cubicBezTo>
                  <a:cubicBezTo>
                    <a:pt x="1667" y="457"/>
                    <a:pt x="1644" y="412"/>
                    <a:pt x="1621" y="389"/>
                  </a:cubicBezTo>
                  <a:cubicBezTo>
                    <a:pt x="1598" y="366"/>
                    <a:pt x="1576" y="320"/>
                    <a:pt x="1553" y="297"/>
                  </a:cubicBezTo>
                  <a:cubicBezTo>
                    <a:pt x="1553" y="297"/>
                    <a:pt x="1530" y="275"/>
                    <a:pt x="1530" y="275"/>
                  </a:cubicBezTo>
                  <a:cubicBezTo>
                    <a:pt x="1370" y="138"/>
                    <a:pt x="1302" y="115"/>
                    <a:pt x="1119" y="46"/>
                  </a:cubicBezTo>
                  <a:cubicBezTo>
                    <a:pt x="1051" y="24"/>
                    <a:pt x="914" y="1"/>
                    <a:pt x="8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1351425" y="3407600"/>
              <a:ext cx="43375" cy="47650"/>
            </a:xfrm>
            <a:custGeom>
              <a:avLst/>
              <a:gdLst/>
              <a:ahLst/>
              <a:cxnLst/>
              <a:rect l="l" t="t" r="r" b="b"/>
              <a:pathLst>
                <a:path w="1735" h="1906" extrusionOk="0">
                  <a:moveTo>
                    <a:pt x="845" y="1"/>
                  </a:moveTo>
                  <a:cubicBezTo>
                    <a:pt x="829" y="1"/>
                    <a:pt x="814" y="3"/>
                    <a:pt x="799" y="11"/>
                  </a:cubicBezTo>
                  <a:cubicBezTo>
                    <a:pt x="731" y="11"/>
                    <a:pt x="639" y="11"/>
                    <a:pt x="571" y="34"/>
                  </a:cubicBezTo>
                  <a:cubicBezTo>
                    <a:pt x="457" y="57"/>
                    <a:pt x="388" y="102"/>
                    <a:pt x="297" y="171"/>
                  </a:cubicBezTo>
                  <a:cubicBezTo>
                    <a:pt x="228" y="216"/>
                    <a:pt x="160" y="308"/>
                    <a:pt x="114" y="376"/>
                  </a:cubicBezTo>
                  <a:cubicBezTo>
                    <a:pt x="46" y="467"/>
                    <a:pt x="23" y="559"/>
                    <a:pt x="23" y="673"/>
                  </a:cubicBezTo>
                  <a:cubicBezTo>
                    <a:pt x="0" y="764"/>
                    <a:pt x="0" y="856"/>
                    <a:pt x="23" y="947"/>
                  </a:cubicBezTo>
                  <a:cubicBezTo>
                    <a:pt x="23" y="1015"/>
                    <a:pt x="0" y="1084"/>
                    <a:pt x="0" y="1152"/>
                  </a:cubicBezTo>
                  <a:cubicBezTo>
                    <a:pt x="0" y="1221"/>
                    <a:pt x="23" y="1289"/>
                    <a:pt x="23" y="1358"/>
                  </a:cubicBezTo>
                  <a:cubicBezTo>
                    <a:pt x="46" y="1403"/>
                    <a:pt x="69" y="1472"/>
                    <a:pt x="91" y="1540"/>
                  </a:cubicBezTo>
                  <a:cubicBezTo>
                    <a:pt x="137" y="1632"/>
                    <a:pt x="206" y="1700"/>
                    <a:pt x="297" y="1746"/>
                  </a:cubicBezTo>
                  <a:cubicBezTo>
                    <a:pt x="343" y="1791"/>
                    <a:pt x="411" y="1837"/>
                    <a:pt x="457" y="1837"/>
                  </a:cubicBezTo>
                  <a:cubicBezTo>
                    <a:pt x="525" y="1883"/>
                    <a:pt x="594" y="1905"/>
                    <a:pt x="662" y="1905"/>
                  </a:cubicBezTo>
                  <a:lnTo>
                    <a:pt x="868" y="1905"/>
                  </a:lnTo>
                  <a:cubicBezTo>
                    <a:pt x="959" y="1883"/>
                    <a:pt x="1050" y="1860"/>
                    <a:pt x="1141" y="1814"/>
                  </a:cubicBezTo>
                  <a:cubicBezTo>
                    <a:pt x="1210" y="1769"/>
                    <a:pt x="1301" y="1700"/>
                    <a:pt x="1370" y="1654"/>
                  </a:cubicBezTo>
                  <a:cubicBezTo>
                    <a:pt x="1393" y="1632"/>
                    <a:pt x="1393" y="1609"/>
                    <a:pt x="1415" y="1586"/>
                  </a:cubicBezTo>
                  <a:cubicBezTo>
                    <a:pt x="1461" y="1517"/>
                    <a:pt x="1529" y="1449"/>
                    <a:pt x="1575" y="1358"/>
                  </a:cubicBezTo>
                  <a:cubicBezTo>
                    <a:pt x="1621" y="1289"/>
                    <a:pt x="1644" y="1221"/>
                    <a:pt x="1666" y="1152"/>
                  </a:cubicBezTo>
                  <a:cubicBezTo>
                    <a:pt x="1666" y="1129"/>
                    <a:pt x="1689" y="1107"/>
                    <a:pt x="1689" y="1107"/>
                  </a:cubicBezTo>
                  <a:cubicBezTo>
                    <a:pt x="1689" y="1084"/>
                    <a:pt x="1689" y="1084"/>
                    <a:pt x="1689" y="1061"/>
                  </a:cubicBezTo>
                  <a:cubicBezTo>
                    <a:pt x="1712" y="992"/>
                    <a:pt x="1712" y="924"/>
                    <a:pt x="1735" y="833"/>
                  </a:cubicBezTo>
                  <a:cubicBezTo>
                    <a:pt x="1735" y="719"/>
                    <a:pt x="1712" y="627"/>
                    <a:pt x="1666" y="536"/>
                  </a:cubicBezTo>
                  <a:cubicBezTo>
                    <a:pt x="1621" y="445"/>
                    <a:pt x="1575" y="353"/>
                    <a:pt x="1507" y="285"/>
                  </a:cubicBezTo>
                  <a:cubicBezTo>
                    <a:pt x="1484" y="285"/>
                    <a:pt x="1484" y="285"/>
                    <a:pt x="1484" y="262"/>
                  </a:cubicBezTo>
                  <a:cubicBezTo>
                    <a:pt x="1415" y="216"/>
                    <a:pt x="1370" y="171"/>
                    <a:pt x="1301" y="125"/>
                  </a:cubicBezTo>
                  <a:cubicBezTo>
                    <a:pt x="1233" y="102"/>
                    <a:pt x="1164" y="57"/>
                    <a:pt x="1073" y="34"/>
                  </a:cubicBezTo>
                  <a:cubicBezTo>
                    <a:pt x="1050" y="34"/>
                    <a:pt x="982" y="11"/>
                    <a:pt x="936" y="11"/>
                  </a:cubicBezTo>
                  <a:cubicBezTo>
                    <a:pt x="906" y="11"/>
                    <a:pt x="875" y="1"/>
                    <a:pt x="8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1240150" y="3286325"/>
              <a:ext cx="45100" cy="44375"/>
            </a:xfrm>
            <a:custGeom>
              <a:avLst/>
              <a:gdLst/>
              <a:ahLst/>
              <a:cxnLst/>
              <a:rect l="l" t="t" r="r" b="b"/>
              <a:pathLst>
                <a:path w="1804" h="1775" extrusionOk="0">
                  <a:moveTo>
                    <a:pt x="913" y="0"/>
                  </a:moveTo>
                  <a:cubicBezTo>
                    <a:pt x="868" y="0"/>
                    <a:pt x="753" y="23"/>
                    <a:pt x="708" y="23"/>
                  </a:cubicBezTo>
                  <a:lnTo>
                    <a:pt x="708" y="46"/>
                  </a:lnTo>
                  <a:lnTo>
                    <a:pt x="685" y="46"/>
                  </a:lnTo>
                  <a:cubicBezTo>
                    <a:pt x="639" y="46"/>
                    <a:pt x="594" y="69"/>
                    <a:pt x="571" y="91"/>
                  </a:cubicBezTo>
                  <a:cubicBezTo>
                    <a:pt x="548" y="91"/>
                    <a:pt x="502" y="114"/>
                    <a:pt x="480" y="137"/>
                  </a:cubicBezTo>
                  <a:lnTo>
                    <a:pt x="457" y="137"/>
                  </a:lnTo>
                  <a:cubicBezTo>
                    <a:pt x="411" y="160"/>
                    <a:pt x="320" y="228"/>
                    <a:pt x="297" y="274"/>
                  </a:cubicBezTo>
                  <a:lnTo>
                    <a:pt x="274" y="274"/>
                  </a:lnTo>
                  <a:cubicBezTo>
                    <a:pt x="251" y="297"/>
                    <a:pt x="228" y="343"/>
                    <a:pt x="206" y="365"/>
                  </a:cubicBezTo>
                  <a:cubicBezTo>
                    <a:pt x="183" y="388"/>
                    <a:pt x="160" y="434"/>
                    <a:pt x="137" y="457"/>
                  </a:cubicBezTo>
                  <a:cubicBezTo>
                    <a:pt x="114" y="502"/>
                    <a:pt x="92" y="548"/>
                    <a:pt x="92" y="571"/>
                  </a:cubicBezTo>
                  <a:cubicBezTo>
                    <a:pt x="92" y="594"/>
                    <a:pt x="69" y="639"/>
                    <a:pt x="46" y="662"/>
                  </a:cubicBezTo>
                  <a:cubicBezTo>
                    <a:pt x="46" y="685"/>
                    <a:pt x="46" y="685"/>
                    <a:pt x="46" y="685"/>
                  </a:cubicBezTo>
                  <a:cubicBezTo>
                    <a:pt x="46" y="731"/>
                    <a:pt x="23" y="753"/>
                    <a:pt x="23" y="799"/>
                  </a:cubicBezTo>
                  <a:cubicBezTo>
                    <a:pt x="23" y="822"/>
                    <a:pt x="23" y="868"/>
                    <a:pt x="23" y="890"/>
                  </a:cubicBezTo>
                  <a:cubicBezTo>
                    <a:pt x="0" y="1005"/>
                    <a:pt x="23" y="1096"/>
                    <a:pt x="92" y="1187"/>
                  </a:cubicBezTo>
                  <a:cubicBezTo>
                    <a:pt x="114" y="1278"/>
                    <a:pt x="160" y="1370"/>
                    <a:pt x="228" y="1438"/>
                  </a:cubicBezTo>
                  <a:cubicBezTo>
                    <a:pt x="297" y="1507"/>
                    <a:pt x="388" y="1575"/>
                    <a:pt x="480" y="1598"/>
                  </a:cubicBezTo>
                  <a:lnTo>
                    <a:pt x="502" y="1598"/>
                  </a:lnTo>
                  <a:cubicBezTo>
                    <a:pt x="548" y="1621"/>
                    <a:pt x="571" y="1644"/>
                    <a:pt x="594" y="1666"/>
                  </a:cubicBezTo>
                  <a:cubicBezTo>
                    <a:pt x="685" y="1735"/>
                    <a:pt x="776" y="1758"/>
                    <a:pt x="868" y="1758"/>
                  </a:cubicBezTo>
                  <a:cubicBezTo>
                    <a:pt x="902" y="1769"/>
                    <a:pt x="936" y="1775"/>
                    <a:pt x="970" y="1775"/>
                  </a:cubicBezTo>
                  <a:cubicBezTo>
                    <a:pt x="1005" y="1775"/>
                    <a:pt x="1039" y="1769"/>
                    <a:pt x="1073" y="1758"/>
                  </a:cubicBezTo>
                  <a:cubicBezTo>
                    <a:pt x="1142" y="1758"/>
                    <a:pt x="1210" y="1735"/>
                    <a:pt x="1278" y="1712"/>
                  </a:cubicBezTo>
                  <a:cubicBezTo>
                    <a:pt x="1324" y="1689"/>
                    <a:pt x="1393" y="1666"/>
                    <a:pt x="1438" y="1598"/>
                  </a:cubicBezTo>
                  <a:cubicBezTo>
                    <a:pt x="1530" y="1552"/>
                    <a:pt x="1575" y="1484"/>
                    <a:pt x="1621" y="1393"/>
                  </a:cubicBezTo>
                  <a:lnTo>
                    <a:pt x="1644" y="1393"/>
                  </a:lnTo>
                  <a:cubicBezTo>
                    <a:pt x="1666" y="1324"/>
                    <a:pt x="1689" y="1256"/>
                    <a:pt x="1712" y="1187"/>
                  </a:cubicBezTo>
                  <a:cubicBezTo>
                    <a:pt x="1712" y="1187"/>
                    <a:pt x="1735" y="1164"/>
                    <a:pt x="1735" y="1164"/>
                  </a:cubicBezTo>
                  <a:cubicBezTo>
                    <a:pt x="1735" y="1164"/>
                    <a:pt x="1735" y="1141"/>
                    <a:pt x="1735" y="1141"/>
                  </a:cubicBezTo>
                  <a:cubicBezTo>
                    <a:pt x="1735" y="1119"/>
                    <a:pt x="1735" y="1073"/>
                    <a:pt x="1758" y="1027"/>
                  </a:cubicBezTo>
                  <a:cubicBezTo>
                    <a:pt x="1781" y="959"/>
                    <a:pt x="1803" y="868"/>
                    <a:pt x="1803" y="753"/>
                  </a:cubicBezTo>
                  <a:cubicBezTo>
                    <a:pt x="1803" y="662"/>
                    <a:pt x="1781" y="548"/>
                    <a:pt x="1735" y="480"/>
                  </a:cubicBezTo>
                  <a:cubicBezTo>
                    <a:pt x="1712" y="365"/>
                    <a:pt x="1666" y="297"/>
                    <a:pt x="1575" y="228"/>
                  </a:cubicBezTo>
                  <a:cubicBezTo>
                    <a:pt x="1530" y="183"/>
                    <a:pt x="1484" y="137"/>
                    <a:pt x="1438" y="114"/>
                  </a:cubicBezTo>
                  <a:cubicBezTo>
                    <a:pt x="1301" y="46"/>
                    <a:pt x="1187" y="0"/>
                    <a:pt x="10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_ONLY_2_1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0"/>
          <p:cNvSpPr/>
          <p:nvPr/>
        </p:nvSpPr>
        <p:spPr>
          <a:xfrm>
            <a:off x="-10415" y="-45225"/>
            <a:ext cx="5421127" cy="1960100"/>
          </a:xfrm>
          <a:custGeom>
            <a:avLst/>
            <a:gdLst/>
            <a:ahLst/>
            <a:cxnLst/>
            <a:rect l="l" t="t" r="r" b="b"/>
            <a:pathLst>
              <a:path w="356360" h="128848" extrusionOk="0">
                <a:moveTo>
                  <a:pt x="356360" y="1"/>
                </a:moveTo>
                <a:cubicBezTo>
                  <a:pt x="356360" y="1"/>
                  <a:pt x="341983" y="60853"/>
                  <a:pt x="279763" y="70336"/>
                </a:cubicBezTo>
                <a:cubicBezTo>
                  <a:pt x="197178" y="82859"/>
                  <a:pt x="188211" y="39667"/>
                  <a:pt x="120459" y="39393"/>
                </a:cubicBezTo>
                <a:cubicBezTo>
                  <a:pt x="38451" y="39059"/>
                  <a:pt x="1" y="128848"/>
                  <a:pt x="1" y="128848"/>
                </a:cubicBezTo>
                <a:lnTo>
                  <a:pt x="1" y="609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87" name="Google Shape;887;p20"/>
          <p:cNvSpPr/>
          <p:nvPr/>
        </p:nvSpPr>
        <p:spPr>
          <a:xfrm>
            <a:off x="6035050" y="4238577"/>
            <a:ext cx="3147959" cy="904926"/>
          </a:xfrm>
          <a:custGeom>
            <a:avLst/>
            <a:gdLst/>
            <a:ahLst/>
            <a:cxnLst/>
            <a:rect l="l" t="t" r="r" b="b"/>
            <a:pathLst>
              <a:path w="302834" h="87054" extrusionOk="0">
                <a:moveTo>
                  <a:pt x="1" y="87053"/>
                </a:moveTo>
                <a:cubicBezTo>
                  <a:pt x="1" y="87053"/>
                  <a:pt x="12250" y="45898"/>
                  <a:pt x="65108" y="39545"/>
                </a:cubicBezTo>
                <a:cubicBezTo>
                  <a:pt x="135262" y="31065"/>
                  <a:pt x="142921" y="60244"/>
                  <a:pt x="200460" y="60457"/>
                </a:cubicBezTo>
                <a:cubicBezTo>
                  <a:pt x="270158" y="60670"/>
                  <a:pt x="302833" y="0"/>
                  <a:pt x="302833" y="0"/>
                </a:cubicBezTo>
                <a:lnTo>
                  <a:pt x="302833" y="86628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8" name="Google Shape;888;p20"/>
          <p:cNvGrpSpPr/>
          <p:nvPr/>
        </p:nvGrpSpPr>
        <p:grpSpPr>
          <a:xfrm rot="-3777655">
            <a:off x="-53957" y="-151068"/>
            <a:ext cx="572927" cy="787028"/>
            <a:chOff x="3127800" y="2228675"/>
            <a:chExt cx="572925" cy="787025"/>
          </a:xfrm>
        </p:grpSpPr>
        <p:sp>
          <p:nvSpPr>
            <p:cNvPr id="889" name="Google Shape;889;p20"/>
            <p:cNvSpPr/>
            <p:nvPr/>
          </p:nvSpPr>
          <p:spPr>
            <a:xfrm>
              <a:off x="3150625" y="2450925"/>
              <a:ext cx="103300" cy="131100"/>
            </a:xfrm>
            <a:custGeom>
              <a:avLst/>
              <a:gdLst/>
              <a:ahLst/>
              <a:cxnLst/>
              <a:rect l="l" t="t" r="r" b="b"/>
              <a:pathLst>
                <a:path w="4132" h="5244" extrusionOk="0">
                  <a:moveTo>
                    <a:pt x="3059" y="0"/>
                  </a:moveTo>
                  <a:cubicBezTo>
                    <a:pt x="2734" y="0"/>
                    <a:pt x="2420" y="152"/>
                    <a:pt x="2237" y="457"/>
                  </a:cubicBezTo>
                  <a:cubicBezTo>
                    <a:pt x="1575" y="1575"/>
                    <a:pt x="913" y="2693"/>
                    <a:pt x="251" y="3812"/>
                  </a:cubicBezTo>
                  <a:cubicBezTo>
                    <a:pt x="0" y="4246"/>
                    <a:pt x="137" y="4885"/>
                    <a:pt x="594" y="5113"/>
                  </a:cubicBezTo>
                  <a:cubicBezTo>
                    <a:pt x="752" y="5200"/>
                    <a:pt x="925" y="5243"/>
                    <a:pt x="1094" y="5243"/>
                  </a:cubicBezTo>
                  <a:cubicBezTo>
                    <a:pt x="1411" y="5243"/>
                    <a:pt x="1716" y="5091"/>
                    <a:pt x="1895" y="4793"/>
                  </a:cubicBezTo>
                  <a:cubicBezTo>
                    <a:pt x="2557" y="3652"/>
                    <a:pt x="3219" y="2534"/>
                    <a:pt x="3881" y="1415"/>
                  </a:cubicBezTo>
                  <a:cubicBezTo>
                    <a:pt x="4132" y="1004"/>
                    <a:pt x="3995" y="365"/>
                    <a:pt x="3538" y="114"/>
                  </a:cubicBezTo>
                  <a:cubicBezTo>
                    <a:pt x="3386" y="38"/>
                    <a:pt x="3221" y="0"/>
                    <a:pt x="30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0"/>
            <p:cNvSpPr/>
            <p:nvPr/>
          </p:nvSpPr>
          <p:spPr>
            <a:xfrm>
              <a:off x="3291575" y="2539800"/>
              <a:ext cx="99875" cy="135275"/>
            </a:xfrm>
            <a:custGeom>
              <a:avLst/>
              <a:gdLst/>
              <a:ahLst/>
              <a:cxnLst/>
              <a:rect l="l" t="t" r="r" b="b"/>
              <a:pathLst>
                <a:path w="3995" h="5411" extrusionOk="0">
                  <a:moveTo>
                    <a:pt x="2909" y="1"/>
                  </a:moveTo>
                  <a:cubicBezTo>
                    <a:pt x="2584" y="1"/>
                    <a:pt x="2278" y="169"/>
                    <a:pt x="2077" y="462"/>
                  </a:cubicBezTo>
                  <a:cubicBezTo>
                    <a:pt x="1324" y="1581"/>
                    <a:pt x="685" y="2768"/>
                    <a:pt x="160" y="4000"/>
                  </a:cubicBezTo>
                  <a:cubicBezTo>
                    <a:pt x="69" y="4228"/>
                    <a:pt x="0" y="4457"/>
                    <a:pt x="69" y="4708"/>
                  </a:cubicBezTo>
                  <a:cubicBezTo>
                    <a:pt x="114" y="4936"/>
                    <a:pt x="297" y="5187"/>
                    <a:pt x="502" y="5301"/>
                  </a:cubicBezTo>
                  <a:cubicBezTo>
                    <a:pt x="644" y="5372"/>
                    <a:pt x="819" y="5410"/>
                    <a:pt x="995" y="5410"/>
                  </a:cubicBezTo>
                  <a:cubicBezTo>
                    <a:pt x="1329" y="5410"/>
                    <a:pt x="1669" y="5273"/>
                    <a:pt x="1803" y="4959"/>
                  </a:cubicBezTo>
                  <a:cubicBezTo>
                    <a:pt x="2328" y="3726"/>
                    <a:pt x="2968" y="2539"/>
                    <a:pt x="3721" y="1444"/>
                  </a:cubicBezTo>
                  <a:cubicBezTo>
                    <a:pt x="3995" y="1010"/>
                    <a:pt x="3812" y="371"/>
                    <a:pt x="3378" y="120"/>
                  </a:cubicBezTo>
                  <a:cubicBezTo>
                    <a:pt x="3224" y="39"/>
                    <a:pt x="3064" y="1"/>
                    <a:pt x="29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0"/>
            <p:cNvSpPr/>
            <p:nvPr/>
          </p:nvSpPr>
          <p:spPr>
            <a:xfrm>
              <a:off x="3429100" y="2620975"/>
              <a:ext cx="88475" cy="129675"/>
            </a:xfrm>
            <a:custGeom>
              <a:avLst/>
              <a:gdLst/>
              <a:ahLst/>
              <a:cxnLst/>
              <a:rect l="l" t="t" r="r" b="b"/>
              <a:pathLst>
                <a:path w="3539" h="5187" extrusionOk="0">
                  <a:moveTo>
                    <a:pt x="2558" y="1"/>
                  </a:moveTo>
                  <a:cubicBezTo>
                    <a:pt x="2390" y="1"/>
                    <a:pt x="2218" y="36"/>
                    <a:pt x="2077" y="114"/>
                  </a:cubicBezTo>
                  <a:cubicBezTo>
                    <a:pt x="1849" y="274"/>
                    <a:pt x="1712" y="456"/>
                    <a:pt x="1621" y="708"/>
                  </a:cubicBezTo>
                  <a:cubicBezTo>
                    <a:pt x="1575" y="844"/>
                    <a:pt x="1507" y="1004"/>
                    <a:pt x="1461" y="1141"/>
                  </a:cubicBezTo>
                  <a:cubicBezTo>
                    <a:pt x="1438" y="1210"/>
                    <a:pt x="1392" y="1278"/>
                    <a:pt x="1370" y="1324"/>
                  </a:cubicBezTo>
                  <a:cubicBezTo>
                    <a:pt x="1370" y="1347"/>
                    <a:pt x="1370" y="1369"/>
                    <a:pt x="1347" y="1415"/>
                  </a:cubicBezTo>
                  <a:cubicBezTo>
                    <a:pt x="1324" y="1438"/>
                    <a:pt x="1278" y="1575"/>
                    <a:pt x="1278" y="1598"/>
                  </a:cubicBezTo>
                  <a:cubicBezTo>
                    <a:pt x="1233" y="1666"/>
                    <a:pt x="1210" y="1712"/>
                    <a:pt x="1187" y="1780"/>
                  </a:cubicBezTo>
                  <a:cubicBezTo>
                    <a:pt x="1119" y="1917"/>
                    <a:pt x="1073" y="2054"/>
                    <a:pt x="1004" y="2168"/>
                  </a:cubicBezTo>
                  <a:cubicBezTo>
                    <a:pt x="753" y="2716"/>
                    <a:pt x="502" y="3241"/>
                    <a:pt x="228" y="3766"/>
                  </a:cubicBezTo>
                  <a:cubicBezTo>
                    <a:pt x="0" y="4223"/>
                    <a:pt x="91" y="4816"/>
                    <a:pt x="571" y="5067"/>
                  </a:cubicBezTo>
                  <a:cubicBezTo>
                    <a:pt x="720" y="5146"/>
                    <a:pt x="891" y="5186"/>
                    <a:pt x="1061" y="5186"/>
                  </a:cubicBezTo>
                  <a:cubicBezTo>
                    <a:pt x="1386" y="5186"/>
                    <a:pt x="1707" y="5039"/>
                    <a:pt x="1872" y="4725"/>
                  </a:cubicBezTo>
                  <a:cubicBezTo>
                    <a:pt x="2465" y="3583"/>
                    <a:pt x="2990" y="2397"/>
                    <a:pt x="3470" y="1187"/>
                  </a:cubicBezTo>
                  <a:cubicBezTo>
                    <a:pt x="3538" y="981"/>
                    <a:pt x="3470" y="685"/>
                    <a:pt x="3378" y="479"/>
                  </a:cubicBezTo>
                  <a:cubicBezTo>
                    <a:pt x="3264" y="274"/>
                    <a:pt x="3013" y="91"/>
                    <a:pt x="2785" y="23"/>
                  </a:cubicBezTo>
                  <a:cubicBezTo>
                    <a:pt x="2713" y="8"/>
                    <a:pt x="2636" y="1"/>
                    <a:pt x="25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0"/>
            <p:cNvSpPr/>
            <p:nvPr/>
          </p:nvSpPr>
          <p:spPr>
            <a:xfrm>
              <a:off x="3574025" y="2684625"/>
              <a:ext cx="93625" cy="112950"/>
            </a:xfrm>
            <a:custGeom>
              <a:avLst/>
              <a:gdLst/>
              <a:ahLst/>
              <a:cxnLst/>
              <a:rect l="l" t="t" r="r" b="b"/>
              <a:pathLst>
                <a:path w="3745" h="4518" extrusionOk="0">
                  <a:moveTo>
                    <a:pt x="2671" y="0"/>
                  </a:moveTo>
                  <a:cubicBezTo>
                    <a:pt x="2347" y="0"/>
                    <a:pt x="2032" y="163"/>
                    <a:pt x="1850" y="467"/>
                  </a:cubicBezTo>
                  <a:lnTo>
                    <a:pt x="275" y="3092"/>
                  </a:lnTo>
                  <a:cubicBezTo>
                    <a:pt x="1" y="3525"/>
                    <a:pt x="161" y="4165"/>
                    <a:pt x="594" y="4393"/>
                  </a:cubicBezTo>
                  <a:cubicBezTo>
                    <a:pt x="754" y="4477"/>
                    <a:pt x="921" y="4517"/>
                    <a:pt x="1084" y="4517"/>
                  </a:cubicBezTo>
                  <a:cubicBezTo>
                    <a:pt x="1408" y="4517"/>
                    <a:pt x="1713" y="4355"/>
                    <a:pt x="1895" y="4050"/>
                  </a:cubicBezTo>
                  <a:lnTo>
                    <a:pt x="3493" y="1426"/>
                  </a:lnTo>
                  <a:cubicBezTo>
                    <a:pt x="3744" y="992"/>
                    <a:pt x="3607" y="353"/>
                    <a:pt x="3151" y="124"/>
                  </a:cubicBezTo>
                  <a:cubicBezTo>
                    <a:pt x="2998" y="41"/>
                    <a:pt x="2834" y="0"/>
                    <a:pt x="26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0"/>
            <p:cNvSpPr/>
            <p:nvPr/>
          </p:nvSpPr>
          <p:spPr>
            <a:xfrm>
              <a:off x="3570600" y="2511325"/>
              <a:ext cx="85050" cy="119350"/>
            </a:xfrm>
            <a:custGeom>
              <a:avLst/>
              <a:gdLst/>
              <a:ahLst/>
              <a:cxnLst/>
              <a:rect l="l" t="t" r="r" b="b"/>
              <a:pathLst>
                <a:path w="3402" h="4774" extrusionOk="0">
                  <a:moveTo>
                    <a:pt x="2374" y="1"/>
                  </a:moveTo>
                  <a:cubicBezTo>
                    <a:pt x="1945" y="1"/>
                    <a:pt x="1536" y="265"/>
                    <a:pt x="1439" y="711"/>
                  </a:cubicBezTo>
                  <a:cubicBezTo>
                    <a:pt x="1347" y="1053"/>
                    <a:pt x="1233" y="1373"/>
                    <a:pt x="1096" y="1715"/>
                  </a:cubicBezTo>
                  <a:cubicBezTo>
                    <a:pt x="868" y="2263"/>
                    <a:pt x="571" y="2765"/>
                    <a:pt x="206" y="3245"/>
                  </a:cubicBezTo>
                  <a:lnTo>
                    <a:pt x="252" y="3153"/>
                  </a:lnTo>
                  <a:lnTo>
                    <a:pt x="252" y="3153"/>
                  </a:lnTo>
                  <a:cubicBezTo>
                    <a:pt x="115" y="3359"/>
                    <a:pt x="1" y="3541"/>
                    <a:pt x="1" y="3815"/>
                  </a:cubicBezTo>
                  <a:cubicBezTo>
                    <a:pt x="1" y="4044"/>
                    <a:pt x="92" y="4317"/>
                    <a:pt x="252" y="4477"/>
                  </a:cubicBezTo>
                  <a:cubicBezTo>
                    <a:pt x="434" y="4637"/>
                    <a:pt x="686" y="4774"/>
                    <a:pt x="937" y="4774"/>
                  </a:cubicBezTo>
                  <a:cubicBezTo>
                    <a:pt x="1165" y="4751"/>
                    <a:pt x="1462" y="4683"/>
                    <a:pt x="1599" y="4500"/>
                  </a:cubicBezTo>
                  <a:cubicBezTo>
                    <a:pt x="2397" y="3519"/>
                    <a:pt x="2968" y="2423"/>
                    <a:pt x="3265" y="1190"/>
                  </a:cubicBezTo>
                  <a:cubicBezTo>
                    <a:pt x="3402" y="711"/>
                    <a:pt x="3105" y="140"/>
                    <a:pt x="2603" y="26"/>
                  </a:cubicBezTo>
                  <a:cubicBezTo>
                    <a:pt x="2527" y="9"/>
                    <a:pt x="2450" y="1"/>
                    <a:pt x="23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0"/>
            <p:cNvSpPr/>
            <p:nvPr/>
          </p:nvSpPr>
          <p:spPr>
            <a:xfrm>
              <a:off x="3445650" y="2431250"/>
              <a:ext cx="94175" cy="115550"/>
            </a:xfrm>
            <a:custGeom>
              <a:avLst/>
              <a:gdLst/>
              <a:ahLst/>
              <a:cxnLst/>
              <a:rect l="l" t="t" r="r" b="b"/>
              <a:pathLst>
                <a:path w="3767" h="4622" extrusionOk="0">
                  <a:moveTo>
                    <a:pt x="2693" y="1"/>
                  </a:moveTo>
                  <a:cubicBezTo>
                    <a:pt x="2369" y="1"/>
                    <a:pt x="2054" y="163"/>
                    <a:pt x="1872" y="467"/>
                  </a:cubicBezTo>
                  <a:lnTo>
                    <a:pt x="251" y="3206"/>
                  </a:lnTo>
                  <a:cubicBezTo>
                    <a:pt x="0" y="3640"/>
                    <a:pt x="137" y="4256"/>
                    <a:pt x="594" y="4508"/>
                  </a:cubicBezTo>
                  <a:cubicBezTo>
                    <a:pt x="746" y="4584"/>
                    <a:pt x="913" y="4622"/>
                    <a:pt x="1078" y="4622"/>
                  </a:cubicBezTo>
                  <a:cubicBezTo>
                    <a:pt x="1408" y="4622"/>
                    <a:pt x="1727" y="4469"/>
                    <a:pt x="1895" y="4165"/>
                  </a:cubicBezTo>
                  <a:lnTo>
                    <a:pt x="3515" y="1426"/>
                  </a:lnTo>
                  <a:cubicBezTo>
                    <a:pt x="3766" y="992"/>
                    <a:pt x="3629" y="353"/>
                    <a:pt x="3173" y="125"/>
                  </a:cubicBezTo>
                  <a:cubicBezTo>
                    <a:pt x="3021" y="41"/>
                    <a:pt x="2856" y="1"/>
                    <a:pt x="2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0"/>
            <p:cNvSpPr/>
            <p:nvPr/>
          </p:nvSpPr>
          <p:spPr>
            <a:xfrm>
              <a:off x="3297275" y="2367475"/>
              <a:ext cx="98750" cy="113675"/>
            </a:xfrm>
            <a:custGeom>
              <a:avLst/>
              <a:gdLst/>
              <a:ahLst/>
              <a:cxnLst/>
              <a:rect l="l" t="t" r="r" b="b"/>
              <a:pathLst>
                <a:path w="3950" h="4547" extrusionOk="0">
                  <a:moveTo>
                    <a:pt x="2874" y="0"/>
                  </a:moveTo>
                  <a:cubicBezTo>
                    <a:pt x="2549" y="0"/>
                    <a:pt x="2233" y="168"/>
                    <a:pt x="2032" y="462"/>
                  </a:cubicBezTo>
                  <a:cubicBezTo>
                    <a:pt x="1461" y="1352"/>
                    <a:pt x="868" y="2242"/>
                    <a:pt x="274" y="3110"/>
                  </a:cubicBezTo>
                  <a:cubicBezTo>
                    <a:pt x="0" y="3543"/>
                    <a:pt x="183" y="4183"/>
                    <a:pt x="617" y="4411"/>
                  </a:cubicBezTo>
                  <a:cubicBezTo>
                    <a:pt x="778" y="4503"/>
                    <a:pt x="945" y="4546"/>
                    <a:pt x="1106" y="4546"/>
                  </a:cubicBezTo>
                  <a:cubicBezTo>
                    <a:pt x="1424" y="4546"/>
                    <a:pt x="1721" y="4379"/>
                    <a:pt x="1918" y="4091"/>
                  </a:cubicBezTo>
                  <a:lnTo>
                    <a:pt x="3675" y="1421"/>
                  </a:lnTo>
                  <a:cubicBezTo>
                    <a:pt x="3949" y="1010"/>
                    <a:pt x="3789" y="348"/>
                    <a:pt x="3333" y="120"/>
                  </a:cubicBezTo>
                  <a:cubicBezTo>
                    <a:pt x="3186" y="39"/>
                    <a:pt x="3029" y="0"/>
                    <a:pt x="28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0"/>
            <p:cNvSpPr/>
            <p:nvPr/>
          </p:nvSpPr>
          <p:spPr>
            <a:xfrm>
              <a:off x="3451925" y="2228675"/>
              <a:ext cx="79900" cy="109400"/>
            </a:xfrm>
            <a:custGeom>
              <a:avLst/>
              <a:gdLst/>
              <a:ahLst/>
              <a:cxnLst/>
              <a:rect l="l" t="t" r="r" b="b"/>
              <a:pathLst>
                <a:path w="3196" h="4376" extrusionOk="0">
                  <a:moveTo>
                    <a:pt x="2181" y="0"/>
                  </a:moveTo>
                  <a:cubicBezTo>
                    <a:pt x="1857" y="0"/>
                    <a:pt x="1540" y="144"/>
                    <a:pt x="1392" y="467"/>
                  </a:cubicBezTo>
                  <a:lnTo>
                    <a:pt x="183" y="2955"/>
                  </a:lnTo>
                  <a:cubicBezTo>
                    <a:pt x="69" y="3184"/>
                    <a:pt x="0" y="3435"/>
                    <a:pt x="69" y="3686"/>
                  </a:cubicBezTo>
                  <a:cubicBezTo>
                    <a:pt x="137" y="3914"/>
                    <a:pt x="297" y="4142"/>
                    <a:pt x="525" y="4256"/>
                  </a:cubicBezTo>
                  <a:cubicBezTo>
                    <a:pt x="667" y="4335"/>
                    <a:pt x="838" y="4376"/>
                    <a:pt x="1011" y="4376"/>
                  </a:cubicBezTo>
                  <a:cubicBezTo>
                    <a:pt x="1340" y="4376"/>
                    <a:pt x="1677" y="4228"/>
                    <a:pt x="1826" y="3914"/>
                  </a:cubicBezTo>
                  <a:lnTo>
                    <a:pt x="3013" y="1426"/>
                  </a:lnTo>
                  <a:cubicBezTo>
                    <a:pt x="3127" y="1198"/>
                    <a:pt x="3196" y="947"/>
                    <a:pt x="3127" y="696"/>
                  </a:cubicBezTo>
                  <a:cubicBezTo>
                    <a:pt x="3059" y="467"/>
                    <a:pt x="2899" y="216"/>
                    <a:pt x="2694" y="125"/>
                  </a:cubicBezTo>
                  <a:cubicBezTo>
                    <a:pt x="2539" y="44"/>
                    <a:pt x="2359" y="0"/>
                    <a:pt x="21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0"/>
            <p:cNvSpPr/>
            <p:nvPr/>
          </p:nvSpPr>
          <p:spPr>
            <a:xfrm>
              <a:off x="3607125" y="2317125"/>
              <a:ext cx="93600" cy="127000"/>
            </a:xfrm>
            <a:custGeom>
              <a:avLst/>
              <a:gdLst/>
              <a:ahLst/>
              <a:cxnLst/>
              <a:rect l="l" t="t" r="r" b="b"/>
              <a:pathLst>
                <a:path w="3744" h="5080" extrusionOk="0">
                  <a:moveTo>
                    <a:pt x="2643" y="1"/>
                  </a:moveTo>
                  <a:cubicBezTo>
                    <a:pt x="2324" y="1"/>
                    <a:pt x="2024" y="163"/>
                    <a:pt x="1827" y="467"/>
                  </a:cubicBezTo>
                  <a:cubicBezTo>
                    <a:pt x="1119" y="1540"/>
                    <a:pt x="548" y="2681"/>
                    <a:pt x="69" y="3891"/>
                  </a:cubicBezTo>
                  <a:cubicBezTo>
                    <a:pt x="1" y="4097"/>
                    <a:pt x="69" y="4416"/>
                    <a:pt x="160" y="4599"/>
                  </a:cubicBezTo>
                  <a:cubicBezTo>
                    <a:pt x="275" y="4804"/>
                    <a:pt x="526" y="5010"/>
                    <a:pt x="754" y="5055"/>
                  </a:cubicBezTo>
                  <a:cubicBezTo>
                    <a:pt x="833" y="5072"/>
                    <a:pt x="909" y="5080"/>
                    <a:pt x="982" y="5080"/>
                  </a:cubicBezTo>
                  <a:cubicBezTo>
                    <a:pt x="1416" y="5080"/>
                    <a:pt x="1742" y="4800"/>
                    <a:pt x="1918" y="4371"/>
                  </a:cubicBezTo>
                  <a:cubicBezTo>
                    <a:pt x="1941" y="4302"/>
                    <a:pt x="1986" y="4234"/>
                    <a:pt x="2009" y="4165"/>
                  </a:cubicBezTo>
                  <a:cubicBezTo>
                    <a:pt x="2009" y="4142"/>
                    <a:pt x="2009" y="4119"/>
                    <a:pt x="2032" y="4097"/>
                  </a:cubicBezTo>
                  <a:cubicBezTo>
                    <a:pt x="2078" y="3982"/>
                    <a:pt x="2146" y="3846"/>
                    <a:pt x="2192" y="3731"/>
                  </a:cubicBezTo>
                  <a:cubicBezTo>
                    <a:pt x="2306" y="3458"/>
                    <a:pt x="2443" y="3206"/>
                    <a:pt x="2580" y="2955"/>
                  </a:cubicBezTo>
                  <a:cubicBezTo>
                    <a:pt x="2854" y="2430"/>
                    <a:pt x="3151" y="1905"/>
                    <a:pt x="3470" y="1426"/>
                  </a:cubicBezTo>
                  <a:cubicBezTo>
                    <a:pt x="3744" y="1015"/>
                    <a:pt x="3561" y="353"/>
                    <a:pt x="3128" y="125"/>
                  </a:cubicBezTo>
                  <a:cubicBezTo>
                    <a:pt x="2968" y="41"/>
                    <a:pt x="2803" y="1"/>
                    <a:pt x="26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0"/>
            <p:cNvSpPr/>
            <p:nvPr/>
          </p:nvSpPr>
          <p:spPr>
            <a:xfrm>
              <a:off x="3176300" y="2631125"/>
              <a:ext cx="79350" cy="95650"/>
            </a:xfrm>
            <a:custGeom>
              <a:avLst/>
              <a:gdLst/>
              <a:ahLst/>
              <a:cxnLst/>
              <a:rect l="l" t="t" r="r" b="b"/>
              <a:pathLst>
                <a:path w="3174" h="3826" extrusionOk="0">
                  <a:moveTo>
                    <a:pt x="2148" y="0"/>
                  </a:moveTo>
                  <a:cubicBezTo>
                    <a:pt x="2079" y="0"/>
                    <a:pt x="2010" y="9"/>
                    <a:pt x="1941" y="28"/>
                  </a:cubicBezTo>
                  <a:lnTo>
                    <a:pt x="1735" y="119"/>
                  </a:lnTo>
                  <a:cubicBezTo>
                    <a:pt x="1575" y="210"/>
                    <a:pt x="1461" y="324"/>
                    <a:pt x="1370" y="484"/>
                  </a:cubicBezTo>
                  <a:cubicBezTo>
                    <a:pt x="914" y="1078"/>
                    <a:pt x="503" y="1717"/>
                    <a:pt x="183" y="2401"/>
                  </a:cubicBezTo>
                  <a:cubicBezTo>
                    <a:pt x="69" y="2630"/>
                    <a:pt x="1" y="2858"/>
                    <a:pt x="69" y="3109"/>
                  </a:cubicBezTo>
                  <a:cubicBezTo>
                    <a:pt x="137" y="3337"/>
                    <a:pt x="297" y="3588"/>
                    <a:pt x="503" y="3702"/>
                  </a:cubicBezTo>
                  <a:cubicBezTo>
                    <a:pt x="658" y="3780"/>
                    <a:pt x="823" y="3826"/>
                    <a:pt x="992" y="3826"/>
                  </a:cubicBezTo>
                  <a:cubicBezTo>
                    <a:pt x="1072" y="3826"/>
                    <a:pt x="1153" y="3816"/>
                    <a:pt x="1233" y="3794"/>
                  </a:cubicBezTo>
                  <a:cubicBezTo>
                    <a:pt x="1461" y="3725"/>
                    <a:pt x="1712" y="3588"/>
                    <a:pt x="1804" y="3360"/>
                  </a:cubicBezTo>
                  <a:cubicBezTo>
                    <a:pt x="2146" y="2675"/>
                    <a:pt x="2557" y="2036"/>
                    <a:pt x="3013" y="1443"/>
                  </a:cubicBezTo>
                  <a:cubicBezTo>
                    <a:pt x="3150" y="1260"/>
                    <a:pt x="3173" y="918"/>
                    <a:pt x="3105" y="712"/>
                  </a:cubicBezTo>
                  <a:cubicBezTo>
                    <a:pt x="3059" y="484"/>
                    <a:pt x="2876" y="256"/>
                    <a:pt x="2671" y="142"/>
                  </a:cubicBezTo>
                  <a:cubicBezTo>
                    <a:pt x="2506" y="59"/>
                    <a:pt x="2328" y="0"/>
                    <a:pt x="2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0"/>
            <p:cNvSpPr/>
            <p:nvPr/>
          </p:nvSpPr>
          <p:spPr>
            <a:xfrm>
              <a:off x="3289850" y="2746025"/>
              <a:ext cx="74775" cy="95025"/>
            </a:xfrm>
            <a:custGeom>
              <a:avLst/>
              <a:gdLst/>
              <a:ahLst/>
              <a:cxnLst/>
              <a:rect l="l" t="t" r="r" b="b"/>
              <a:pathLst>
                <a:path w="2991" h="3801" extrusionOk="0">
                  <a:moveTo>
                    <a:pt x="2023" y="0"/>
                  </a:moveTo>
                  <a:cubicBezTo>
                    <a:pt x="1943" y="0"/>
                    <a:pt x="1862" y="13"/>
                    <a:pt x="1781" y="42"/>
                  </a:cubicBezTo>
                  <a:cubicBezTo>
                    <a:pt x="1530" y="111"/>
                    <a:pt x="1347" y="248"/>
                    <a:pt x="1188" y="476"/>
                  </a:cubicBezTo>
                  <a:cubicBezTo>
                    <a:pt x="731" y="1138"/>
                    <a:pt x="389" y="1846"/>
                    <a:pt x="69" y="2599"/>
                  </a:cubicBezTo>
                  <a:cubicBezTo>
                    <a:pt x="1" y="2804"/>
                    <a:pt x="69" y="3124"/>
                    <a:pt x="161" y="3306"/>
                  </a:cubicBezTo>
                  <a:cubicBezTo>
                    <a:pt x="275" y="3535"/>
                    <a:pt x="526" y="3717"/>
                    <a:pt x="754" y="3763"/>
                  </a:cubicBezTo>
                  <a:cubicBezTo>
                    <a:pt x="836" y="3787"/>
                    <a:pt x="924" y="3800"/>
                    <a:pt x="1012" y="3800"/>
                  </a:cubicBezTo>
                  <a:cubicBezTo>
                    <a:pt x="1170" y="3800"/>
                    <a:pt x="1330" y="3759"/>
                    <a:pt x="1462" y="3672"/>
                  </a:cubicBezTo>
                  <a:cubicBezTo>
                    <a:pt x="1530" y="3626"/>
                    <a:pt x="1599" y="3580"/>
                    <a:pt x="1667" y="3535"/>
                  </a:cubicBezTo>
                  <a:cubicBezTo>
                    <a:pt x="1781" y="3420"/>
                    <a:pt x="1850" y="3284"/>
                    <a:pt x="1895" y="3124"/>
                  </a:cubicBezTo>
                  <a:cubicBezTo>
                    <a:pt x="2146" y="2530"/>
                    <a:pt x="2466" y="1960"/>
                    <a:pt x="2831" y="1435"/>
                  </a:cubicBezTo>
                  <a:cubicBezTo>
                    <a:pt x="2968" y="1252"/>
                    <a:pt x="2991" y="933"/>
                    <a:pt x="2945" y="704"/>
                  </a:cubicBezTo>
                  <a:cubicBezTo>
                    <a:pt x="2877" y="476"/>
                    <a:pt x="2717" y="248"/>
                    <a:pt x="2489" y="134"/>
                  </a:cubicBezTo>
                  <a:cubicBezTo>
                    <a:pt x="2350" y="56"/>
                    <a:pt x="2190" y="0"/>
                    <a:pt x="20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0"/>
            <p:cNvSpPr/>
            <p:nvPr/>
          </p:nvSpPr>
          <p:spPr>
            <a:xfrm>
              <a:off x="3463900" y="2821975"/>
              <a:ext cx="107875" cy="125375"/>
            </a:xfrm>
            <a:custGeom>
              <a:avLst/>
              <a:gdLst/>
              <a:ahLst/>
              <a:cxnLst/>
              <a:rect l="l" t="t" r="r" b="b"/>
              <a:pathLst>
                <a:path w="4315" h="5015" extrusionOk="0">
                  <a:moveTo>
                    <a:pt x="983" y="2710"/>
                  </a:moveTo>
                  <a:cubicBezTo>
                    <a:pt x="969" y="2726"/>
                    <a:pt x="963" y="2735"/>
                    <a:pt x="963" y="2735"/>
                  </a:cubicBezTo>
                  <a:cubicBezTo>
                    <a:pt x="964" y="2735"/>
                    <a:pt x="971" y="2727"/>
                    <a:pt x="983" y="2710"/>
                  </a:cubicBezTo>
                  <a:close/>
                  <a:moveTo>
                    <a:pt x="3248" y="1"/>
                  </a:moveTo>
                  <a:cubicBezTo>
                    <a:pt x="2926" y="1"/>
                    <a:pt x="2607" y="153"/>
                    <a:pt x="2443" y="451"/>
                  </a:cubicBezTo>
                  <a:cubicBezTo>
                    <a:pt x="2146" y="999"/>
                    <a:pt x="1826" y="1547"/>
                    <a:pt x="1461" y="2049"/>
                  </a:cubicBezTo>
                  <a:cubicBezTo>
                    <a:pt x="1370" y="2186"/>
                    <a:pt x="1279" y="2323"/>
                    <a:pt x="1187" y="2437"/>
                  </a:cubicBezTo>
                  <a:cubicBezTo>
                    <a:pt x="1142" y="2505"/>
                    <a:pt x="1096" y="2551"/>
                    <a:pt x="1050" y="2619"/>
                  </a:cubicBezTo>
                  <a:cubicBezTo>
                    <a:pt x="1030" y="2639"/>
                    <a:pt x="1028" y="2659"/>
                    <a:pt x="1012" y="2679"/>
                  </a:cubicBezTo>
                  <a:lnTo>
                    <a:pt x="1012" y="2679"/>
                  </a:lnTo>
                  <a:cubicBezTo>
                    <a:pt x="1022" y="2665"/>
                    <a:pt x="1028" y="2653"/>
                    <a:pt x="1028" y="2642"/>
                  </a:cubicBezTo>
                  <a:lnTo>
                    <a:pt x="1028" y="2642"/>
                  </a:lnTo>
                  <a:cubicBezTo>
                    <a:pt x="1009" y="2673"/>
                    <a:pt x="994" y="2695"/>
                    <a:pt x="983" y="2710"/>
                  </a:cubicBezTo>
                  <a:lnTo>
                    <a:pt x="983" y="2710"/>
                  </a:lnTo>
                  <a:cubicBezTo>
                    <a:pt x="989" y="2704"/>
                    <a:pt x="996" y="2696"/>
                    <a:pt x="1005" y="2688"/>
                  </a:cubicBezTo>
                  <a:cubicBezTo>
                    <a:pt x="1008" y="2685"/>
                    <a:pt x="1010" y="2682"/>
                    <a:pt x="1012" y="2679"/>
                  </a:cubicBezTo>
                  <a:lnTo>
                    <a:pt x="1012" y="2679"/>
                  </a:lnTo>
                  <a:cubicBezTo>
                    <a:pt x="980" y="2727"/>
                    <a:pt x="908" y="2789"/>
                    <a:pt x="891" y="2825"/>
                  </a:cubicBezTo>
                  <a:cubicBezTo>
                    <a:pt x="845" y="2870"/>
                    <a:pt x="799" y="2939"/>
                    <a:pt x="754" y="2985"/>
                  </a:cubicBezTo>
                  <a:cubicBezTo>
                    <a:pt x="640" y="3121"/>
                    <a:pt x="525" y="3258"/>
                    <a:pt x="411" y="3373"/>
                  </a:cubicBezTo>
                  <a:cubicBezTo>
                    <a:pt x="92" y="3761"/>
                    <a:pt x="0" y="4354"/>
                    <a:pt x="411" y="4719"/>
                  </a:cubicBezTo>
                  <a:cubicBezTo>
                    <a:pt x="595" y="4903"/>
                    <a:pt x="865" y="5015"/>
                    <a:pt x="1128" y="5015"/>
                  </a:cubicBezTo>
                  <a:cubicBezTo>
                    <a:pt x="1355" y="5015"/>
                    <a:pt x="1577" y="4932"/>
                    <a:pt x="1735" y="4742"/>
                  </a:cubicBezTo>
                  <a:cubicBezTo>
                    <a:pt x="2648" y="3738"/>
                    <a:pt x="3447" y="2619"/>
                    <a:pt x="4086" y="1432"/>
                  </a:cubicBezTo>
                  <a:cubicBezTo>
                    <a:pt x="4314" y="976"/>
                    <a:pt x="4200" y="360"/>
                    <a:pt x="3744" y="131"/>
                  </a:cubicBezTo>
                  <a:cubicBezTo>
                    <a:pt x="3593" y="44"/>
                    <a:pt x="3420" y="1"/>
                    <a:pt x="32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0"/>
            <p:cNvSpPr/>
            <p:nvPr/>
          </p:nvSpPr>
          <p:spPr>
            <a:xfrm>
              <a:off x="3285850" y="2894725"/>
              <a:ext cx="100475" cy="120975"/>
            </a:xfrm>
            <a:custGeom>
              <a:avLst/>
              <a:gdLst/>
              <a:ahLst/>
              <a:cxnLst/>
              <a:rect l="l" t="t" r="r" b="b"/>
              <a:pathLst>
                <a:path w="4019" h="4839" extrusionOk="0">
                  <a:moveTo>
                    <a:pt x="2957" y="1"/>
                  </a:moveTo>
                  <a:cubicBezTo>
                    <a:pt x="2633" y="1"/>
                    <a:pt x="2311" y="148"/>
                    <a:pt x="2147" y="463"/>
                  </a:cubicBezTo>
                  <a:cubicBezTo>
                    <a:pt x="1599" y="1490"/>
                    <a:pt x="982" y="2471"/>
                    <a:pt x="298" y="3407"/>
                  </a:cubicBezTo>
                  <a:cubicBezTo>
                    <a:pt x="1" y="3818"/>
                    <a:pt x="206" y="4503"/>
                    <a:pt x="640" y="4708"/>
                  </a:cubicBezTo>
                  <a:cubicBezTo>
                    <a:pt x="804" y="4798"/>
                    <a:pt x="966" y="4838"/>
                    <a:pt x="1120" y="4838"/>
                  </a:cubicBezTo>
                  <a:cubicBezTo>
                    <a:pt x="1438" y="4838"/>
                    <a:pt x="1726" y="4665"/>
                    <a:pt x="1941" y="4389"/>
                  </a:cubicBezTo>
                  <a:cubicBezTo>
                    <a:pt x="2626" y="3430"/>
                    <a:pt x="3242" y="2448"/>
                    <a:pt x="3790" y="1421"/>
                  </a:cubicBezTo>
                  <a:cubicBezTo>
                    <a:pt x="4018" y="988"/>
                    <a:pt x="3904" y="371"/>
                    <a:pt x="3448" y="120"/>
                  </a:cubicBezTo>
                  <a:cubicBezTo>
                    <a:pt x="3298" y="42"/>
                    <a:pt x="3127" y="1"/>
                    <a:pt x="29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0"/>
            <p:cNvSpPr/>
            <p:nvPr/>
          </p:nvSpPr>
          <p:spPr>
            <a:xfrm>
              <a:off x="3127800" y="2807725"/>
              <a:ext cx="90175" cy="117525"/>
            </a:xfrm>
            <a:custGeom>
              <a:avLst/>
              <a:gdLst/>
              <a:ahLst/>
              <a:cxnLst/>
              <a:rect l="l" t="t" r="r" b="b"/>
              <a:pathLst>
                <a:path w="3607" h="4701" extrusionOk="0">
                  <a:moveTo>
                    <a:pt x="2541" y="0"/>
                  </a:moveTo>
                  <a:cubicBezTo>
                    <a:pt x="2218" y="0"/>
                    <a:pt x="1899" y="152"/>
                    <a:pt x="1735" y="450"/>
                  </a:cubicBezTo>
                  <a:cubicBezTo>
                    <a:pt x="1233" y="1409"/>
                    <a:pt x="731" y="2345"/>
                    <a:pt x="251" y="3281"/>
                  </a:cubicBezTo>
                  <a:cubicBezTo>
                    <a:pt x="0" y="3714"/>
                    <a:pt x="114" y="4331"/>
                    <a:pt x="571" y="4582"/>
                  </a:cubicBezTo>
                  <a:cubicBezTo>
                    <a:pt x="728" y="4660"/>
                    <a:pt x="904" y="4701"/>
                    <a:pt x="1077" y="4701"/>
                  </a:cubicBezTo>
                  <a:cubicBezTo>
                    <a:pt x="1406" y="4701"/>
                    <a:pt x="1722" y="4554"/>
                    <a:pt x="1872" y="4239"/>
                  </a:cubicBezTo>
                  <a:cubicBezTo>
                    <a:pt x="2374" y="3303"/>
                    <a:pt x="2876" y="2368"/>
                    <a:pt x="3378" y="1432"/>
                  </a:cubicBezTo>
                  <a:cubicBezTo>
                    <a:pt x="3607" y="975"/>
                    <a:pt x="3515" y="359"/>
                    <a:pt x="3036" y="131"/>
                  </a:cubicBezTo>
                  <a:cubicBezTo>
                    <a:pt x="2885" y="43"/>
                    <a:pt x="2713" y="0"/>
                    <a:pt x="2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3" name="Google Shape;903;p20"/>
          <p:cNvGrpSpPr/>
          <p:nvPr/>
        </p:nvGrpSpPr>
        <p:grpSpPr>
          <a:xfrm rot="-3041862">
            <a:off x="8757584" y="3877514"/>
            <a:ext cx="446242" cy="453366"/>
            <a:chOff x="4350100" y="1147775"/>
            <a:chExt cx="446250" cy="453375"/>
          </a:xfrm>
        </p:grpSpPr>
        <p:sp>
          <p:nvSpPr>
            <p:cNvPr id="904" name="Google Shape;904;p20"/>
            <p:cNvSpPr/>
            <p:nvPr/>
          </p:nvSpPr>
          <p:spPr>
            <a:xfrm>
              <a:off x="4587475" y="1395350"/>
              <a:ext cx="208875" cy="205800"/>
            </a:xfrm>
            <a:custGeom>
              <a:avLst/>
              <a:gdLst/>
              <a:ahLst/>
              <a:cxnLst/>
              <a:rect l="l" t="t" r="r" b="b"/>
              <a:pathLst>
                <a:path w="8355" h="8232" extrusionOk="0">
                  <a:moveTo>
                    <a:pt x="4104" y="0"/>
                  </a:moveTo>
                  <a:cubicBezTo>
                    <a:pt x="2167" y="0"/>
                    <a:pt x="643" y="1771"/>
                    <a:pt x="320" y="3603"/>
                  </a:cubicBezTo>
                  <a:cubicBezTo>
                    <a:pt x="0" y="5543"/>
                    <a:pt x="1119" y="7483"/>
                    <a:pt x="3036" y="8076"/>
                  </a:cubicBezTo>
                  <a:cubicBezTo>
                    <a:pt x="3393" y="8180"/>
                    <a:pt x="3759" y="8231"/>
                    <a:pt x="4124" y="8231"/>
                  </a:cubicBezTo>
                  <a:cubicBezTo>
                    <a:pt x="4880" y="8231"/>
                    <a:pt x="5631" y="8013"/>
                    <a:pt x="6277" y="7597"/>
                  </a:cubicBezTo>
                  <a:cubicBezTo>
                    <a:pt x="6574" y="7414"/>
                    <a:pt x="6848" y="7163"/>
                    <a:pt x="7099" y="6890"/>
                  </a:cubicBezTo>
                  <a:cubicBezTo>
                    <a:pt x="7852" y="6296"/>
                    <a:pt x="8355" y="5383"/>
                    <a:pt x="8332" y="4402"/>
                  </a:cubicBezTo>
                  <a:cubicBezTo>
                    <a:pt x="8309" y="3352"/>
                    <a:pt x="7715" y="2210"/>
                    <a:pt x="7031" y="1411"/>
                  </a:cubicBezTo>
                  <a:cubicBezTo>
                    <a:pt x="6369" y="658"/>
                    <a:pt x="5456" y="110"/>
                    <a:pt x="4451" y="19"/>
                  </a:cubicBezTo>
                  <a:cubicBezTo>
                    <a:pt x="4334" y="6"/>
                    <a:pt x="4218" y="0"/>
                    <a:pt x="4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0"/>
            <p:cNvSpPr/>
            <p:nvPr/>
          </p:nvSpPr>
          <p:spPr>
            <a:xfrm>
              <a:off x="4350100" y="1473750"/>
              <a:ext cx="95875" cy="93525"/>
            </a:xfrm>
            <a:custGeom>
              <a:avLst/>
              <a:gdLst/>
              <a:ahLst/>
              <a:cxnLst/>
              <a:rect l="l" t="t" r="r" b="b"/>
              <a:pathLst>
                <a:path w="3835" h="3741" extrusionOk="0">
                  <a:moveTo>
                    <a:pt x="1554" y="1"/>
                  </a:moveTo>
                  <a:cubicBezTo>
                    <a:pt x="1238" y="1"/>
                    <a:pt x="928" y="93"/>
                    <a:pt x="662" y="307"/>
                  </a:cubicBezTo>
                  <a:cubicBezTo>
                    <a:pt x="23" y="832"/>
                    <a:pt x="0" y="1927"/>
                    <a:pt x="274" y="2658"/>
                  </a:cubicBezTo>
                  <a:cubicBezTo>
                    <a:pt x="434" y="3069"/>
                    <a:pt x="753" y="3411"/>
                    <a:pt x="1164" y="3594"/>
                  </a:cubicBezTo>
                  <a:cubicBezTo>
                    <a:pt x="1429" y="3705"/>
                    <a:pt x="1710" y="3740"/>
                    <a:pt x="1998" y="3740"/>
                  </a:cubicBezTo>
                  <a:cubicBezTo>
                    <a:pt x="2182" y="3740"/>
                    <a:pt x="2369" y="3726"/>
                    <a:pt x="2557" y="3708"/>
                  </a:cubicBezTo>
                  <a:cubicBezTo>
                    <a:pt x="2716" y="3708"/>
                    <a:pt x="2808" y="3594"/>
                    <a:pt x="2808" y="3457"/>
                  </a:cubicBezTo>
                  <a:cubicBezTo>
                    <a:pt x="3036" y="3343"/>
                    <a:pt x="3241" y="3137"/>
                    <a:pt x="3401" y="2886"/>
                  </a:cubicBezTo>
                  <a:cubicBezTo>
                    <a:pt x="3835" y="2133"/>
                    <a:pt x="3584" y="1220"/>
                    <a:pt x="2990" y="626"/>
                  </a:cubicBezTo>
                  <a:cubicBezTo>
                    <a:pt x="2620" y="256"/>
                    <a:pt x="2080" y="1"/>
                    <a:pt x="15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0"/>
            <p:cNvSpPr/>
            <p:nvPr/>
          </p:nvSpPr>
          <p:spPr>
            <a:xfrm>
              <a:off x="4386600" y="1147775"/>
              <a:ext cx="162675" cy="170425"/>
            </a:xfrm>
            <a:custGeom>
              <a:avLst/>
              <a:gdLst/>
              <a:ahLst/>
              <a:cxnLst/>
              <a:rect l="l" t="t" r="r" b="b"/>
              <a:pathLst>
                <a:path w="6507" h="6817" extrusionOk="0">
                  <a:moveTo>
                    <a:pt x="2995" y="0"/>
                  </a:moveTo>
                  <a:cubicBezTo>
                    <a:pt x="2821" y="0"/>
                    <a:pt x="2644" y="20"/>
                    <a:pt x="2466" y="62"/>
                  </a:cubicBezTo>
                  <a:cubicBezTo>
                    <a:pt x="1005" y="427"/>
                    <a:pt x="69" y="2002"/>
                    <a:pt x="47" y="3440"/>
                  </a:cubicBezTo>
                  <a:cubicBezTo>
                    <a:pt x="1" y="4764"/>
                    <a:pt x="754" y="6065"/>
                    <a:pt x="1964" y="6544"/>
                  </a:cubicBezTo>
                  <a:cubicBezTo>
                    <a:pt x="2359" y="6723"/>
                    <a:pt x="2786" y="6816"/>
                    <a:pt x="3215" y="6816"/>
                  </a:cubicBezTo>
                  <a:cubicBezTo>
                    <a:pt x="3825" y="6816"/>
                    <a:pt x="4440" y="6627"/>
                    <a:pt x="4977" y="6224"/>
                  </a:cubicBezTo>
                  <a:cubicBezTo>
                    <a:pt x="6141" y="5357"/>
                    <a:pt x="6506" y="3736"/>
                    <a:pt x="6027" y="2390"/>
                  </a:cubicBezTo>
                  <a:cubicBezTo>
                    <a:pt x="5562" y="1177"/>
                    <a:pt x="4345" y="0"/>
                    <a:pt x="2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20"/>
          <p:cNvGrpSpPr/>
          <p:nvPr/>
        </p:nvGrpSpPr>
        <p:grpSpPr>
          <a:xfrm>
            <a:off x="6388150" y="4754550"/>
            <a:ext cx="1067700" cy="1029050"/>
            <a:chOff x="4445375" y="3754025"/>
            <a:chExt cx="1067700" cy="1029050"/>
          </a:xfrm>
        </p:grpSpPr>
        <p:sp>
          <p:nvSpPr>
            <p:cNvPr id="908" name="Google Shape;908;p20"/>
            <p:cNvSpPr/>
            <p:nvPr/>
          </p:nvSpPr>
          <p:spPr>
            <a:xfrm>
              <a:off x="4445375" y="3754025"/>
              <a:ext cx="1067700" cy="1029050"/>
            </a:xfrm>
            <a:custGeom>
              <a:avLst/>
              <a:gdLst/>
              <a:ahLst/>
              <a:cxnLst/>
              <a:rect l="l" t="t" r="r" b="b"/>
              <a:pathLst>
                <a:path w="42708" h="41162" extrusionOk="0">
                  <a:moveTo>
                    <a:pt x="18268" y="754"/>
                  </a:moveTo>
                  <a:cubicBezTo>
                    <a:pt x="21180" y="754"/>
                    <a:pt x="24101" y="1353"/>
                    <a:pt x="26844" y="2291"/>
                  </a:cubicBezTo>
                  <a:cubicBezTo>
                    <a:pt x="30975" y="3684"/>
                    <a:pt x="35083" y="5807"/>
                    <a:pt x="37594" y="9481"/>
                  </a:cubicBezTo>
                  <a:cubicBezTo>
                    <a:pt x="38850" y="11307"/>
                    <a:pt x="39717" y="13362"/>
                    <a:pt x="40356" y="15462"/>
                  </a:cubicBezTo>
                  <a:cubicBezTo>
                    <a:pt x="41018" y="17539"/>
                    <a:pt x="41429" y="19684"/>
                    <a:pt x="41520" y="21876"/>
                  </a:cubicBezTo>
                  <a:cubicBezTo>
                    <a:pt x="41703" y="26098"/>
                    <a:pt x="40539" y="30252"/>
                    <a:pt x="37708" y="33448"/>
                  </a:cubicBezTo>
                  <a:cubicBezTo>
                    <a:pt x="35038" y="36461"/>
                    <a:pt x="31363" y="38469"/>
                    <a:pt x="27551" y="39565"/>
                  </a:cubicBezTo>
                  <a:cubicBezTo>
                    <a:pt x="25655" y="40107"/>
                    <a:pt x="23718" y="40389"/>
                    <a:pt x="21791" y="40389"/>
                  </a:cubicBezTo>
                  <a:cubicBezTo>
                    <a:pt x="19334" y="40389"/>
                    <a:pt x="16891" y="39931"/>
                    <a:pt x="14564" y="38972"/>
                  </a:cubicBezTo>
                  <a:cubicBezTo>
                    <a:pt x="10706" y="37374"/>
                    <a:pt x="7419" y="34544"/>
                    <a:pt x="5182" y="31028"/>
                  </a:cubicBezTo>
                  <a:cubicBezTo>
                    <a:pt x="823" y="24158"/>
                    <a:pt x="229" y="14686"/>
                    <a:pt x="4635" y="7678"/>
                  </a:cubicBezTo>
                  <a:cubicBezTo>
                    <a:pt x="5160" y="6811"/>
                    <a:pt x="5776" y="5989"/>
                    <a:pt x="6461" y="5236"/>
                  </a:cubicBezTo>
                  <a:cubicBezTo>
                    <a:pt x="6483" y="5236"/>
                    <a:pt x="6483" y="5213"/>
                    <a:pt x="6506" y="5190"/>
                  </a:cubicBezTo>
                  <a:cubicBezTo>
                    <a:pt x="8424" y="3341"/>
                    <a:pt x="10866" y="2063"/>
                    <a:pt x="13445" y="1356"/>
                  </a:cubicBezTo>
                  <a:cubicBezTo>
                    <a:pt x="15029" y="939"/>
                    <a:pt x="16647" y="754"/>
                    <a:pt x="18268" y="754"/>
                  </a:cubicBezTo>
                  <a:close/>
                  <a:moveTo>
                    <a:pt x="18378" y="0"/>
                  </a:moveTo>
                  <a:cubicBezTo>
                    <a:pt x="17616" y="0"/>
                    <a:pt x="16853" y="40"/>
                    <a:pt x="16093" y="123"/>
                  </a:cubicBezTo>
                  <a:cubicBezTo>
                    <a:pt x="12098" y="534"/>
                    <a:pt x="8150" y="2246"/>
                    <a:pt x="5388" y="5236"/>
                  </a:cubicBezTo>
                  <a:cubicBezTo>
                    <a:pt x="4703" y="5943"/>
                    <a:pt x="4132" y="6742"/>
                    <a:pt x="3630" y="7587"/>
                  </a:cubicBezTo>
                  <a:cubicBezTo>
                    <a:pt x="3562" y="7701"/>
                    <a:pt x="3562" y="7815"/>
                    <a:pt x="3607" y="7906"/>
                  </a:cubicBezTo>
                  <a:cubicBezTo>
                    <a:pt x="1" y="14183"/>
                    <a:pt x="69" y="22286"/>
                    <a:pt x="3105" y="28814"/>
                  </a:cubicBezTo>
                  <a:cubicBezTo>
                    <a:pt x="4931" y="32718"/>
                    <a:pt x="7853" y="36073"/>
                    <a:pt x="11551" y="38287"/>
                  </a:cubicBezTo>
                  <a:cubicBezTo>
                    <a:pt x="14671" y="40163"/>
                    <a:pt x="18229" y="41162"/>
                    <a:pt x="21856" y="41162"/>
                  </a:cubicBezTo>
                  <a:cubicBezTo>
                    <a:pt x="22687" y="41162"/>
                    <a:pt x="23522" y="41109"/>
                    <a:pt x="24356" y="41003"/>
                  </a:cubicBezTo>
                  <a:cubicBezTo>
                    <a:pt x="28647" y="40432"/>
                    <a:pt x="32915" y="38675"/>
                    <a:pt x="36270" y="35890"/>
                  </a:cubicBezTo>
                  <a:cubicBezTo>
                    <a:pt x="39580" y="33151"/>
                    <a:pt x="41657" y="29385"/>
                    <a:pt x="42182" y="25117"/>
                  </a:cubicBezTo>
                  <a:cubicBezTo>
                    <a:pt x="42707" y="20620"/>
                    <a:pt x="41657" y="15895"/>
                    <a:pt x="39763" y="11810"/>
                  </a:cubicBezTo>
                  <a:cubicBezTo>
                    <a:pt x="38804" y="9732"/>
                    <a:pt x="37526" y="7838"/>
                    <a:pt x="35814" y="6309"/>
                  </a:cubicBezTo>
                  <a:cubicBezTo>
                    <a:pt x="34148" y="4802"/>
                    <a:pt x="32185" y="3661"/>
                    <a:pt x="30130" y="2748"/>
                  </a:cubicBezTo>
                  <a:cubicBezTo>
                    <a:pt x="26462" y="1115"/>
                    <a:pt x="22422" y="0"/>
                    <a:pt x="18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0"/>
            <p:cNvSpPr/>
            <p:nvPr/>
          </p:nvSpPr>
          <p:spPr>
            <a:xfrm>
              <a:off x="4525850" y="3828875"/>
              <a:ext cx="901050" cy="847950"/>
            </a:xfrm>
            <a:custGeom>
              <a:avLst/>
              <a:gdLst/>
              <a:ahLst/>
              <a:cxnLst/>
              <a:rect l="l" t="t" r="r" b="b"/>
              <a:pathLst>
                <a:path w="36042" h="33918" extrusionOk="0">
                  <a:moveTo>
                    <a:pt x="15729" y="732"/>
                  </a:moveTo>
                  <a:cubicBezTo>
                    <a:pt x="18305" y="732"/>
                    <a:pt x="20906" y="1153"/>
                    <a:pt x="23328" y="1922"/>
                  </a:cubicBezTo>
                  <a:cubicBezTo>
                    <a:pt x="26546" y="2927"/>
                    <a:pt x="29536" y="4707"/>
                    <a:pt x="31659" y="7355"/>
                  </a:cubicBezTo>
                  <a:cubicBezTo>
                    <a:pt x="33873" y="10139"/>
                    <a:pt x="34992" y="13746"/>
                    <a:pt x="34946" y="17284"/>
                  </a:cubicBezTo>
                  <a:cubicBezTo>
                    <a:pt x="34832" y="23926"/>
                    <a:pt x="30678" y="30157"/>
                    <a:pt x="24309" y="32303"/>
                  </a:cubicBezTo>
                  <a:cubicBezTo>
                    <a:pt x="22589" y="32880"/>
                    <a:pt x="20779" y="33172"/>
                    <a:pt x="18968" y="33172"/>
                  </a:cubicBezTo>
                  <a:cubicBezTo>
                    <a:pt x="17343" y="33172"/>
                    <a:pt x="15717" y="32937"/>
                    <a:pt x="14152" y="32463"/>
                  </a:cubicBezTo>
                  <a:cubicBezTo>
                    <a:pt x="11048" y="31527"/>
                    <a:pt x="8263" y="29632"/>
                    <a:pt x="6140" y="27167"/>
                  </a:cubicBezTo>
                  <a:cubicBezTo>
                    <a:pt x="1461" y="21757"/>
                    <a:pt x="525" y="14065"/>
                    <a:pt x="3127" y="7492"/>
                  </a:cubicBezTo>
                  <a:cubicBezTo>
                    <a:pt x="3401" y="6807"/>
                    <a:pt x="3721" y="6145"/>
                    <a:pt x="4063" y="5506"/>
                  </a:cubicBezTo>
                  <a:cubicBezTo>
                    <a:pt x="6072" y="2881"/>
                    <a:pt x="9245" y="1443"/>
                    <a:pt x="12486" y="964"/>
                  </a:cubicBezTo>
                  <a:cubicBezTo>
                    <a:pt x="13552" y="808"/>
                    <a:pt x="14638" y="732"/>
                    <a:pt x="15729" y="732"/>
                  </a:cubicBezTo>
                  <a:close/>
                  <a:moveTo>
                    <a:pt x="15639" y="0"/>
                  </a:moveTo>
                  <a:cubicBezTo>
                    <a:pt x="15463" y="0"/>
                    <a:pt x="15287" y="2"/>
                    <a:pt x="15111" y="5"/>
                  </a:cubicBezTo>
                  <a:cubicBezTo>
                    <a:pt x="11299" y="73"/>
                    <a:pt x="7373" y="1101"/>
                    <a:pt x="4565" y="3794"/>
                  </a:cubicBezTo>
                  <a:cubicBezTo>
                    <a:pt x="4360" y="3999"/>
                    <a:pt x="4155" y="4205"/>
                    <a:pt x="3972" y="4433"/>
                  </a:cubicBezTo>
                  <a:cubicBezTo>
                    <a:pt x="3858" y="4433"/>
                    <a:pt x="3767" y="4479"/>
                    <a:pt x="3698" y="4593"/>
                  </a:cubicBezTo>
                  <a:cubicBezTo>
                    <a:pt x="3607" y="4753"/>
                    <a:pt x="3515" y="4935"/>
                    <a:pt x="3424" y="5095"/>
                  </a:cubicBezTo>
                  <a:cubicBezTo>
                    <a:pt x="3264" y="5323"/>
                    <a:pt x="3082" y="5552"/>
                    <a:pt x="2922" y="5803"/>
                  </a:cubicBezTo>
                  <a:cubicBezTo>
                    <a:pt x="2854" y="5917"/>
                    <a:pt x="2854" y="6054"/>
                    <a:pt x="2899" y="6145"/>
                  </a:cubicBezTo>
                  <a:cubicBezTo>
                    <a:pt x="0" y="12422"/>
                    <a:pt x="229" y="20023"/>
                    <a:pt x="4155" y="25843"/>
                  </a:cubicBezTo>
                  <a:cubicBezTo>
                    <a:pt x="6049" y="28628"/>
                    <a:pt x="8674" y="30956"/>
                    <a:pt x="11755" y="32371"/>
                  </a:cubicBezTo>
                  <a:cubicBezTo>
                    <a:pt x="14029" y="33405"/>
                    <a:pt x="16491" y="33918"/>
                    <a:pt x="18965" y="33918"/>
                  </a:cubicBezTo>
                  <a:cubicBezTo>
                    <a:pt x="20041" y="33918"/>
                    <a:pt x="21120" y="33820"/>
                    <a:pt x="22187" y="33627"/>
                  </a:cubicBezTo>
                  <a:cubicBezTo>
                    <a:pt x="25656" y="32988"/>
                    <a:pt x="28920" y="31253"/>
                    <a:pt x="31271" y="28628"/>
                  </a:cubicBezTo>
                  <a:cubicBezTo>
                    <a:pt x="33554" y="26094"/>
                    <a:pt x="35037" y="22876"/>
                    <a:pt x="35517" y="19498"/>
                  </a:cubicBezTo>
                  <a:cubicBezTo>
                    <a:pt x="36042" y="15960"/>
                    <a:pt x="35425" y="12331"/>
                    <a:pt x="33736" y="9181"/>
                  </a:cubicBezTo>
                  <a:cubicBezTo>
                    <a:pt x="32024" y="5940"/>
                    <a:pt x="29171" y="3520"/>
                    <a:pt x="25839" y="2059"/>
                  </a:cubicBezTo>
                  <a:cubicBezTo>
                    <a:pt x="22645" y="647"/>
                    <a:pt x="19120" y="0"/>
                    <a:pt x="156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0"/>
            <p:cNvSpPr/>
            <p:nvPr/>
          </p:nvSpPr>
          <p:spPr>
            <a:xfrm>
              <a:off x="4684475" y="3927800"/>
              <a:ext cx="575225" cy="578550"/>
            </a:xfrm>
            <a:custGeom>
              <a:avLst/>
              <a:gdLst/>
              <a:ahLst/>
              <a:cxnLst/>
              <a:rect l="l" t="t" r="r" b="b"/>
              <a:pathLst>
                <a:path w="23009" h="23142" extrusionOk="0">
                  <a:moveTo>
                    <a:pt x="8298" y="779"/>
                  </a:moveTo>
                  <a:cubicBezTo>
                    <a:pt x="9182" y="779"/>
                    <a:pt x="10067" y="877"/>
                    <a:pt x="10888" y="1001"/>
                  </a:cubicBezTo>
                  <a:cubicBezTo>
                    <a:pt x="15454" y="1732"/>
                    <a:pt x="19813" y="4402"/>
                    <a:pt x="21388" y="8921"/>
                  </a:cubicBezTo>
                  <a:cubicBezTo>
                    <a:pt x="22141" y="11021"/>
                    <a:pt x="22187" y="13304"/>
                    <a:pt x="21365" y="15381"/>
                  </a:cubicBezTo>
                  <a:cubicBezTo>
                    <a:pt x="20475" y="17618"/>
                    <a:pt x="18763" y="19535"/>
                    <a:pt x="16732" y="20791"/>
                  </a:cubicBezTo>
                  <a:cubicBezTo>
                    <a:pt x="15082" y="21810"/>
                    <a:pt x="13192" y="22393"/>
                    <a:pt x="11281" y="22393"/>
                  </a:cubicBezTo>
                  <a:cubicBezTo>
                    <a:pt x="10839" y="22393"/>
                    <a:pt x="10395" y="22361"/>
                    <a:pt x="9953" y="22297"/>
                  </a:cubicBezTo>
                  <a:cubicBezTo>
                    <a:pt x="7624" y="21955"/>
                    <a:pt x="5570" y="20722"/>
                    <a:pt x="4109" y="18896"/>
                  </a:cubicBezTo>
                  <a:cubicBezTo>
                    <a:pt x="2534" y="16887"/>
                    <a:pt x="1599" y="14331"/>
                    <a:pt x="1279" y="11820"/>
                  </a:cubicBezTo>
                  <a:cubicBezTo>
                    <a:pt x="937" y="9127"/>
                    <a:pt x="1302" y="6342"/>
                    <a:pt x="2603" y="3946"/>
                  </a:cubicBezTo>
                  <a:cubicBezTo>
                    <a:pt x="2671" y="3831"/>
                    <a:pt x="2671" y="3717"/>
                    <a:pt x="2626" y="3626"/>
                  </a:cubicBezTo>
                  <a:cubicBezTo>
                    <a:pt x="3014" y="3033"/>
                    <a:pt x="3447" y="2508"/>
                    <a:pt x="3995" y="2051"/>
                  </a:cubicBezTo>
                  <a:cubicBezTo>
                    <a:pt x="5201" y="1078"/>
                    <a:pt x="6749" y="779"/>
                    <a:pt x="8298" y="779"/>
                  </a:cubicBezTo>
                  <a:close/>
                  <a:moveTo>
                    <a:pt x="8312" y="0"/>
                  </a:moveTo>
                  <a:cubicBezTo>
                    <a:pt x="6754" y="0"/>
                    <a:pt x="5221" y="298"/>
                    <a:pt x="3972" y="1138"/>
                  </a:cubicBezTo>
                  <a:cubicBezTo>
                    <a:pt x="1850" y="2553"/>
                    <a:pt x="845" y="5087"/>
                    <a:pt x="571" y="7529"/>
                  </a:cubicBezTo>
                  <a:cubicBezTo>
                    <a:pt x="549" y="7598"/>
                    <a:pt x="571" y="7643"/>
                    <a:pt x="571" y="7689"/>
                  </a:cubicBezTo>
                  <a:cubicBezTo>
                    <a:pt x="1" y="11318"/>
                    <a:pt x="822" y="15221"/>
                    <a:pt x="2763" y="18280"/>
                  </a:cubicBezTo>
                  <a:cubicBezTo>
                    <a:pt x="4041" y="20311"/>
                    <a:pt x="5890" y="21932"/>
                    <a:pt x="8195" y="22662"/>
                  </a:cubicBezTo>
                  <a:cubicBezTo>
                    <a:pt x="9203" y="22986"/>
                    <a:pt x="10246" y="23141"/>
                    <a:pt x="11287" y="23141"/>
                  </a:cubicBezTo>
                  <a:cubicBezTo>
                    <a:pt x="12814" y="23141"/>
                    <a:pt x="14339" y="22807"/>
                    <a:pt x="15750" y="22183"/>
                  </a:cubicBezTo>
                  <a:cubicBezTo>
                    <a:pt x="18078" y="21133"/>
                    <a:pt x="20087" y="19307"/>
                    <a:pt x="21365" y="17093"/>
                  </a:cubicBezTo>
                  <a:cubicBezTo>
                    <a:pt x="22598" y="14970"/>
                    <a:pt x="23009" y="12528"/>
                    <a:pt x="22529" y="10131"/>
                  </a:cubicBezTo>
                  <a:cubicBezTo>
                    <a:pt x="21502" y="5110"/>
                    <a:pt x="17211" y="1686"/>
                    <a:pt x="12395" y="545"/>
                  </a:cubicBezTo>
                  <a:cubicBezTo>
                    <a:pt x="11140" y="242"/>
                    <a:pt x="9716" y="0"/>
                    <a:pt x="83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0"/>
            <p:cNvSpPr/>
            <p:nvPr/>
          </p:nvSpPr>
          <p:spPr>
            <a:xfrm>
              <a:off x="4832850" y="4094200"/>
              <a:ext cx="292175" cy="273000"/>
            </a:xfrm>
            <a:custGeom>
              <a:avLst/>
              <a:gdLst/>
              <a:ahLst/>
              <a:cxnLst/>
              <a:rect l="l" t="t" r="r" b="b"/>
              <a:pathLst>
                <a:path w="11687" h="10920" extrusionOk="0">
                  <a:moveTo>
                    <a:pt x="4301" y="761"/>
                  </a:moveTo>
                  <a:cubicBezTo>
                    <a:pt x="4948" y="761"/>
                    <a:pt x="5577" y="847"/>
                    <a:pt x="6072" y="964"/>
                  </a:cubicBezTo>
                  <a:cubicBezTo>
                    <a:pt x="8012" y="1444"/>
                    <a:pt x="9998" y="2768"/>
                    <a:pt x="10523" y="4822"/>
                  </a:cubicBezTo>
                  <a:cubicBezTo>
                    <a:pt x="11048" y="6876"/>
                    <a:pt x="9427" y="8588"/>
                    <a:pt x="7761" y="9501"/>
                  </a:cubicBezTo>
                  <a:cubicBezTo>
                    <a:pt x="6957" y="9928"/>
                    <a:pt x="6072" y="10174"/>
                    <a:pt x="5209" y="10174"/>
                  </a:cubicBezTo>
                  <a:cubicBezTo>
                    <a:pt x="4134" y="10174"/>
                    <a:pt x="3093" y="9793"/>
                    <a:pt x="2283" y="8908"/>
                  </a:cubicBezTo>
                  <a:cubicBezTo>
                    <a:pt x="594" y="7036"/>
                    <a:pt x="754" y="4365"/>
                    <a:pt x="1233" y="2060"/>
                  </a:cubicBezTo>
                  <a:cubicBezTo>
                    <a:pt x="1772" y="1072"/>
                    <a:pt x="3067" y="761"/>
                    <a:pt x="4301" y="761"/>
                  </a:cubicBezTo>
                  <a:close/>
                  <a:moveTo>
                    <a:pt x="4332" y="1"/>
                  </a:moveTo>
                  <a:cubicBezTo>
                    <a:pt x="3014" y="1"/>
                    <a:pt x="1677" y="328"/>
                    <a:pt x="891" y="1238"/>
                  </a:cubicBezTo>
                  <a:cubicBezTo>
                    <a:pt x="731" y="1261"/>
                    <a:pt x="594" y="1330"/>
                    <a:pt x="571" y="1512"/>
                  </a:cubicBezTo>
                  <a:cubicBezTo>
                    <a:pt x="548" y="1604"/>
                    <a:pt x="525" y="1695"/>
                    <a:pt x="503" y="1786"/>
                  </a:cubicBezTo>
                  <a:cubicBezTo>
                    <a:pt x="434" y="1946"/>
                    <a:pt x="366" y="2106"/>
                    <a:pt x="320" y="2288"/>
                  </a:cubicBezTo>
                  <a:cubicBezTo>
                    <a:pt x="274" y="2402"/>
                    <a:pt x="297" y="2517"/>
                    <a:pt x="366" y="2585"/>
                  </a:cubicBezTo>
                  <a:cubicBezTo>
                    <a:pt x="0" y="4822"/>
                    <a:pt x="23" y="7219"/>
                    <a:pt x="1461" y="9090"/>
                  </a:cubicBezTo>
                  <a:cubicBezTo>
                    <a:pt x="2434" y="10343"/>
                    <a:pt x="3806" y="10920"/>
                    <a:pt x="5239" y="10920"/>
                  </a:cubicBezTo>
                  <a:cubicBezTo>
                    <a:pt x="6027" y="10920"/>
                    <a:pt x="6833" y="10746"/>
                    <a:pt x="7601" y="10414"/>
                  </a:cubicBezTo>
                  <a:cubicBezTo>
                    <a:pt x="9655" y="9524"/>
                    <a:pt x="11687" y="7538"/>
                    <a:pt x="11367" y="5141"/>
                  </a:cubicBezTo>
                  <a:cubicBezTo>
                    <a:pt x="11048" y="2745"/>
                    <a:pt x="8902" y="1033"/>
                    <a:pt x="6734" y="348"/>
                  </a:cubicBezTo>
                  <a:cubicBezTo>
                    <a:pt x="6048" y="141"/>
                    <a:pt x="5194" y="1"/>
                    <a:pt x="43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0"/>
            <p:cNvSpPr/>
            <p:nvPr/>
          </p:nvSpPr>
          <p:spPr>
            <a:xfrm>
              <a:off x="4974375" y="4233575"/>
              <a:ext cx="575" cy="57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23" y="0"/>
                  </a:moveTo>
                  <a:cubicBezTo>
                    <a:pt x="23" y="23"/>
                    <a:pt x="0" y="23"/>
                    <a:pt x="0" y="23"/>
                  </a:cubicBezTo>
                  <a:cubicBezTo>
                    <a:pt x="23" y="23"/>
                    <a:pt x="23" y="23"/>
                    <a:pt x="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0"/>
            <p:cNvSpPr/>
            <p:nvPr/>
          </p:nvSpPr>
          <p:spPr>
            <a:xfrm>
              <a:off x="4977225" y="4222150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3" y="1"/>
                  </a:moveTo>
                  <a:cubicBezTo>
                    <a:pt x="0" y="1"/>
                    <a:pt x="0" y="1"/>
                    <a:pt x="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0"/>
            <p:cNvSpPr/>
            <p:nvPr/>
          </p:nvSpPr>
          <p:spPr>
            <a:xfrm>
              <a:off x="4915600" y="4190775"/>
              <a:ext cx="82750" cy="69875"/>
            </a:xfrm>
            <a:custGeom>
              <a:avLst/>
              <a:gdLst/>
              <a:ahLst/>
              <a:cxnLst/>
              <a:rect l="l" t="t" r="r" b="b"/>
              <a:pathLst>
                <a:path w="3310" h="2795" extrusionOk="0">
                  <a:moveTo>
                    <a:pt x="1643" y="753"/>
                  </a:moveTo>
                  <a:cubicBezTo>
                    <a:pt x="1666" y="776"/>
                    <a:pt x="1712" y="776"/>
                    <a:pt x="1735" y="776"/>
                  </a:cubicBezTo>
                  <a:cubicBezTo>
                    <a:pt x="1803" y="799"/>
                    <a:pt x="1849" y="822"/>
                    <a:pt x="1917" y="845"/>
                  </a:cubicBezTo>
                  <a:lnTo>
                    <a:pt x="1940" y="845"/>
                  </a:lnTo>
                  <a:cubicBezTo>
                    <a:pt x="1963" y="868"/>
                    <a:pt x="1986" y="890"/>
                    <a:pt x="2031" y="913"/>
                  </a:cubicBezTo>
                  <a:cubicBezTo>
                    <a:pt x="2077" y="936"/>
                    <a:pt x="2123" y="959"/>
                    <a:pt x="2146" y="982"/>
                  </a:cubicBezTo>
                  <a:cubicBezTo>
                    <a:pt x="2214" y="1005"/>
                    <a:pt x="2260" y="1050"/>
                    <a:pt x="2305" y="1073"/>
                  </a:cubicBezTo>
                  <a:cubicBezTo>
                    <a:pt x="2351" y="1096"/>
                    <a:pt x="2374" y="1119"/>
                    <a:pt x="2397" y="1141"/>
                  </a:cubicBezTo>
                  <a:cubicBezTo>
                    <a:pt x="2420" y="1164"/>
                    <a:pt x="2442" y="1187"/>
                    <a:pt x="2465" y="1210"/>
                  </a:cubicBezTo>
                  <a:cubicBezTo>
                    <a:pt x="2465" y="1233"/>
                    <a:pt x="2465" y="1233"/>
                    <a:pt x="2465" y="1233"/>
                  </a:cubicBezTo>
                  <a:cubicBezTo>
                    <a:pt x="2465" y="1256"/>
                    <a:pt x="2488" y="1278"/>
                    <a:pt x="2488" y="1278"/>
                  </a:cubicBezTo>
                  <a:cubicBezTo>
                    <a:pt x="2488" y="1284"/>
                    <a:pt x="2488" y="1290"/>
                    <a:pt x="2488" y="1301"/>
                  </a:cubicBezTo>
                  <a:cubicBezTo>
                    <a:pt x="2511" y="1324"/>
                    <a:pt x="2511" y="1347"/>
                    <a:pt x="2511" y="1347"/>
                  </a:cubicBezTo>
                  <a:cubicBezTo>
                    <a:pt x="2511" y="1370"/>
                    <a:pt x="2511" y="1393"/>
                    <a:pt x="2511" y="1393"/>
                  </a:cubicBezTo>
                  <a:cubicBezTo>
                    <a:pt x="2511" y="1415"/>
                    <a:pt x="2511" y="1438"/>
                    <a:pt x="2511" y="1438"/>
                  </a:cubicBezTo>
                  <a:cubicBezTo>
                    <a:pt x="2511" y="1438"/>
                    <a:pt x="2511" y="1438"/>
                    <a:pt x="2511" y="1461"/>
                  </a:cubicBezTo>
                  <a:cubicBezTo>
                    <a:pt x="2511" y="1484"/>
                    <a:pt x="2488" y="1507"/>
                    <a:pt x="2488" y="1530"/>
                  </a:cubicBezTo>
                  <a:cubicBezTo>
                    <a:pt x="2488" y="1535"/>
                    <a:pt x="2485" y="1544"/>
                    <a:pt x="2481" y="1553"/>
                  </a:cubicBezTo>
                  <a:lnTo>
                    <a:pt x="2481" y="1553"/>
                  </a:lnTo>
                  <a:cubicBezTo>
                    <a:pt x="2465" y="1557"/>
                    <a:pt x="2465" y="1578"/>
                    <a:pt x="2465" y="1598"/>
                  </a:cubicBezTo>
                  <a:cubicBezTo>
                    <a:pt x="2442" y="1644"/>
                    <a:pt x="2397" y="1689"/>
                    <a:pt x="2374" y="1712"/>
                  </a:cubicBezTo>
                  <a:cubicBezTo>
                    <a:pt x="2374" y="1735"/>
                    <a:pt x="2351" y="1735"/>
                    <a:pt x="2351" y="1735"/>
                  </a:cubicBezTo>
                  <a:cubicBezTo>
                    <a:pt x="2351" y="1758"/>
                    <a:pt x="2328" y="1758"/>
                    <a:pt x="2328" y="1781"/>
                  </a:cubicBezTo>
                  <a:cubicBezTo>
                    <a:pt x="2305" y="1803"/>
                    <a:pt x="2260" y="1826"/>
                    <a:pt x="2237" y="1872"/>
                  </a:cubicBezTo>
                  <a:cubicBezTo>
                    <a:pt x="2237" y="1872"/>
                    <a:pt x="2191" y="1895"/>
                    <a:pt x="2168" y="1918"/>
                  </a:cubicBezTo>
                  <a:cubicBezTo>
                    <a:pt x="2146" y="1940"/>
                    <a:pt x="2100" y="1940"/>
                    <a:pt x="2054" y="1963"/>
                  </a:cubicBezTo>
                  <a:cubicBezTo>
                    <a:pt x="2009" y="1986"/>
                    <a:pt x="1986" y="1986"/>
                    <a:pt x="1940" y="2009"/>
                  </a:cubicBezTo>
                  <a:cubicBezTo>
                    <a:pt x="1895" y="2009"/>
                    <a:pt x="1849" y="2032"/>
                    <a:pt x="1826" y="2032"/>
                  </a:cubicBezTo>
                  <a:lnTo>
                    <a:pt x="1780" y="2032"/>
                  </a:lnTo>
                  <a:cubicBezTo>
                    <a:pt x="1758" y="2032"/>
                    <a:pt x="1735" y="2032"/>
                    <a:pt x="1712" y="2055"/>
                  </a:cubicBezTo>
                  <a:cubicBezTo>
                    <a:pt x="1666" y="2055"/>
                    <a:pt x="1621" y="2055"/>
                    <a:pt x="1575" y="2032"/>
                  </a:cubicBezTo>
                  <a:lnTo>
                    <a:pt x="1461" y="2032"/>
                  </a:lnTo>
                  <a:cubicBezTo>
                    <a:pt x="1415" y="2009"/>
                    <a:pt x="1370" y="2009"/>
                    <a:pt x="1324" y="1986"/>
                  </a:cubicBezTo>
                  <a:cubicBezTo>
                    <a:pt x="1324" y="1986"/>
                    <a:pt x="1301" y="1963"/>
                    <a:pt x="1278" y="1963"/>
                  </a:cubicBezTo>
                  <a:lnTo>
                    <a:pt x="1255" y="1963"/>
                  </a:lnTo>
                  <a:cubicBezTo>
                    <a:pt x="1210" y="1940"/>
                    <a:pt x="1164" y="1895"/>
                    <a:pt x="1118" y="1872"/>
                  </a:cubicBezTo>
                  <a:cubicBezTo>
                    <a:pt x="1096" y="1849"/>
                    <a:pt x="1073" y="1826"/>
                    <a:pt x="1073" y="1803"/>
                  </a:cubicBezTo>
                  <a:cubicBezTo>
                    <a:pt x="1050" y="1803"/>
                    <a:pt x="1027" y="1781"/>
                    <a:pt x="1027" y="1758"/>
                  </a:cubicBezTo>
                  <a:cubicBezTo>
                    <a:pt x="1004" y="1758"/>
                    <a:pt x="1004" y="1758"/>
                    <a:pt x="1004" y="1735"/>
                  </a:cubicBezTo>
                  <a:cubicBezTo>
                    <a:pt x="982" y="1689"/>
                    <a:pt x="959" y="1644"/>
                    <a:pt x="936" y="1598"/>
                  </a:cubicBezTo>
                  <a:cubicBezTo>
                    <a:pt x="913" y="1575"/>
                    <a:pt x="913" y="1552"/>
                    <a:pt x="890" y="1507"/>
                  </a:cubicBezTo>
                  <a:cubicBezTo>
                    <a:pt x="890" y="1484"/>
                    <a:pt x="890" y="1461"/>
                    <a:pt x="890" y="1438"/>
                  </a:cubicBezTo>
                  <a:lnTo>
                    <a:pt x="867" y="1438"/>
                  </a:lnTo>
                  <a:lnTo>
                    <a:pt x="867" y="1415"/>
                  </a:lnTo>
                  <a:cubicBezTo>
                    <a:pt x="867" y="1370"/>
                    <a:pt x="867" y="1324"/>
                    <a:pt x="867" y="1278"/>
                  </a:cubicBezTo>
                  <a:cubicBezTo>
                    <a:pt x="867" y="1278"/>
                    <a:pt x="867" y="1278"/>
                    <a:pt x="867" y="1256"/>
                  </a:cubicBezTo>
                  <a:cubicBezTo>
                    <a:pt x="867" y="1233"/>
                    <a:pt x="890" y="1187"/>
                    <a:pt x="890" y="1187"/>
                  </a:cubicBezTo>
                  <a:cubicBezTo>
                    <a:pt x="890" y="1164"/>
                    <a:pt x="890" y="1164"/>
                    <a:pt x="890" y="1164"/>
                  </a:cubicBezTo>
                  <a:cubicBezTo>
                    <a:pt x="982" y="1141"/>
                    <a:pt x="1073" y="1073"/>
                    <a:pt x="1118" y="982"/>
                  </a:cubicBezTo>
                  <a:cubicBezTo>
                    <a:pt x="1118" y="959"/>
                    <a:pt x="1141" y="936"/>
                    <a:pt x="1141" y="913"/>
                  </a:cubicBezTo>
                  <a:lnTo>
                    <a:pt x="1164" y="913"/>
                  </a:lnTo>
                  <a:cubicBezTo>
                    <a:pt x="1164" y="913"/>
                    <a:pt x="1187" y="890"/>
                    <a:pt x="1187" y="868"/>
                  </a:cubicBezTo>
                  <a:cubicBezTo>
                    <a:pt x="1210" y="868"/>
                    <a:pt x="1233" y="845"/>
                    <a:pt x="1233" y="845"/>
                  </a:cubicBezTo>
                  <a:cubicBezTo>
                    <a:pt x="1255" y="845"/>
                    <a:pt x="1255" y="822"/>
                    <a:pt x="1255" y="822"/>
                  </a:cubicBezTo>
                  <a:cubicBezTo>
                    <a:pt x="1278" y="822"/>
                    <a:pt x="1301" y="799"/>
                    <a:pt x="1324" y="799"/>
                  </a:cubicBezTo>
                  <a:cubicBezTo>
                    <a:pt x="1370" y="799"/>
                    <a:pt x="1392" y="776"/>
                    <a:pt x="1438" y="776"/>
                  </a:cubicBezTo>
                  <a:cubicBezTo>
                    <a:pt x="1438" y="753"/>
                    <a:pt x="1461" y="753"/>
                    <a:pt x="1461" y="753"/>
                  </a:cubicBezTo>
                  <a:close/>
                  <a:moveTo>
                    <a:pt x="1519" y="0"/>
                  </a:moveTo>
                  <a:cubicBezTo>
                    <a:pt x="1432" y="0"/>
                    <a:pt x="1344" y="7"/>
                    <a:pt x="1255" y="23"/>
                  </a:cubicBezTo>
                  <a:cubicBezTo>
                    <a:pt x="1004" y="69"/>
                    <a:pt x="776" y="206"/>
                    <a:pt x="593" y="411"/>
                  </a:cubicBezTo>
                  <a:cubicBezTo>
                    <a:pt x="502" y="434"/>
                    <a:pt x="411" y="480"/>
                    <a:pt x="342" y="571"/>
                  </a:cubicBezTo>
                  <a:cubicBezTo>
                    <a:pt x="0" y="1027"/>
                    <a:pt x="46" y="1735"/>
                    <a:pt x="388" y="2169"/>
                  </a:cubicBezTo>
                  <a:cubicBezTo>
                    <a:pt x="684" y="2594"/>
                    <a:pt x="1175" y="2795"/>
                    <a:pt x="1678" y="2795"/>
                  </a:cubicBezTo>
                  <a:cubicBezTo>
                    <a:pt x="1796" y="2795"/>
                    <a:pt x="1915" y="2784"/>
                    <a:pt x="2031" y="2762"/>
                  </a:cubicBezTo>
                  <a:cubicBezTo>
                    <a:pt x="2579" y="2671"/>
                    <a:pt x="3104" y="2237"/>
                    <a:pt x="3241" y="1689"/>
                  </a:cubicBezTo>
                  <a:cubicBezTo>
                    <a:pt x="3310" y="1393"/>
                    <a:pt x="3264" y="1073"/>
                    <a:pt x="3104" y="822"/>
                  </a:cubicBezTo>
                  <a:cubicBezTo>
                    <a:pt x="2922" y="548"/>
                    <a:pt x="2625" y="343"/>
                    <a:pt x="2351" y="206"/>
                  </a:cubicBezTo>
                  <a:cubicBezTo>
                    <a:pt x="2087" y="83"/>
                    <a:pt x="1810" y="0"/>
                    <a:pt x="15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5" name="Google Shape;915;p20"/>
          <p:cNvSpPr txBox="1">
            <a:spLocks noGrp="1"/>
          </p:cNvSpPr>
          <p:nvPr>
            <p:ph type="subTitle" idx="1"/>
          </p:nvPr>
        </p:nvSpPr>
        <p:spPr>
          <a:xfrm>
            <a:off x="6167450" y="1365551"/>
            <a:ext cx="2365800" cy="45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16" name="Google Shape;916;p20"/>
          <p:cNvSpPr txBox="1">
            <a:spLocks noGrp="1"/>
          </p:cNvSpPr>
          <p:nvPr>
            <p:ph type="subTitle" idx="2"/>
          </p:nvPr>
        </p:nvSpPr>
        <p:spPr>
          <a:xfrm>
            <a:off x="6167450" y="1602026"/>
            <a:ext cx="2365800" cy="7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7" name="Google Shape;917;p20"/>
          <p:cNvSpPr txBox="1">
            <a:spLocks noGrp="1"/>
          </p:cNvSpPr>
          <p:nvPr>
            <p:ph type="subTitle" idx="3"/>
          </p:nvPr>
        </p:nvSpPr>
        <p:spPr>
          <a:xfrm>
            <a:off x="6167452" y="2427425"/>
            <a:ext cx="2365800" cy="45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18" name="Google Shape;918;p20"/>
          <p:cNvSpPr txBox="1">
            <a:spLocks noGrp="1"/>
          </p:cNvSpPr>
          <p:nvPr>
            <p:ph type="subTitle" idx="4"/>
          </p:nvPr>
        </p:nvSpPr>
        <p:spPr>
          <a:xfrm>
            <a:off x="6167450" y="2663900"/>
            <a:ext cx="2365800" cy="7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9" name="Google Shape;919;p20"/>
          <p:cNvSpPr txBox="1">
            <a:spLocks noGrp="1"/>
          </p:cNvSpPr>
          <p:nvPr>
            <p:ph type="subTitle" idx="5"/>
          </p:nvPr>
        </p:nvSpPr>
        <p:spPr>
          <a:xfrm>
            <a:off x="6167449" y="3485775"/>
            <a:ext cx="2365800" cy="45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0" name="Google Shape;920;p20"/>
          <p:cNvSpPr txBox="1">
            <a:spLocks noGrp="1"/>
          </p:cNvSpPr>
          <p:nvPr>
            <p:ph type="subTitle" idx="6"/>
          </p:nvPr>
        </p:nvSpPr>
        <p:spPr>
          <a:xfrm>
            <a:off x="6167450" y="3722250"/>
            <a:ext cx="2365800" cy="7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1" name="Google Shape;921;p20"/>
          <p:cNvSpPr txBox="1">
            <a:spLocks noGrp="1"/>
          </p:cNvSpPr>
          <p:nvPr>
            <p:ph type="title" idx="7" hasCustomPrompt="1"/>
          </p:nvPr>
        </p:nvSpPr>
        <p:spPr>
          <a:xfrm>
            <a:off x="5704199" y="1442128"/>
            <a:ext cx="514200" cy="2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922" name="Google Shape;922;p20"/>
          <p:cNvSpPr txBox="1">
            <a:spLocks noGrp="1"/>
          </p:cNvSpPr>
          <p:nvPr>
            <p:ph type="title" idx="8" hasCustomPrompt="1"/>
          </p:nvPr>
        </p:nvSpPr>
        <p:spPr>
          <a:xfrm>
            <a:off x="5704199" y="2506982"/>
            <a:ext cx="514200" cy="2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923" name="Google Shape;923;p20"/>
          <p:cNvSpPr txBox="1">
            <a:spLocks noGrp="1"/>
          </p:cNvSpPr>
          <p:nvPr>
            <p:ph type="title" idx="9" hasCustomPrompt="1"/>
          </p:nvPr>
        </p:nvSpPr>
        <p:spPr>
          <a:xfrm>
            <a:off x="5704199" y="3562104"/>
            <a:ext cx="514200" cy="2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APTION_ONLY_2_2"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9"/>
          <p:cNvSpPr txBox="1">
            <a:spLocks noGrp="1"/>
          </p:cNvSpPr>
          <p:nvPr>
            <p:ph type="body" idx="1"/>
          </p:nvPr>
        </p:nvSpPr>
        <p:spPr>
          <a:xfrm>
            <a:off x="5603825" y="2894208"/>
            <a:ext cx="2843400" cy="7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</a:lstStyle>
          <a:p>
            <a:endParaRPr/>
          </a:p>
        </p:txBody>
      </p:sp>
      <p:sp>
        <p:nvSpPr>
          <p:cNvPr id="1395" name="Google Shape;1395;p29"/>
          <p:cNvSpPr txBox="1">
            <a:spLocks noGrp="1"/>
          </p:cNvSpPr>
          <p:nvPr>
            <p:ph type="subTitle" idx="2"/>
          </p:nvPr>
        </p:nvSpPr>
        <p:spPr>
          <a:xfrm>
            <a:off x="5136575" y="1550525"/>
            <a:ext cx="3310200" cy="137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ytone One"/>
              <a:buNone/>
              <a:defRPr sz="2800">
                <a:latin typeface="Paytone One"/>
                <a:ea typeface="Paytone One"/>
                <a:cs typeface="Paytone One"/>
                <a:sym typeface="Payton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ytone One"/>
              <a:buNone/>
              <a:defRPr sz="2800">
                <a:latin typeface="Paytone One"/>
                <a:ea typeface="Paytone One"/>
                <a:cs typeface="Paytone One"/>
                <a:sym typeface="Payton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ytone One"/>
              <a:buNone/>
              <a:defRPr sz="2800">
                <a:latin typeface="Paytone One"/>
                <a:ea typeface="Paytone One"/>
                <a:cs typeface="Paytone One"/>
                <a:sym typeface="Payton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ytone One"/>
              <a:buNone/>
              <a:defRPr sz="2800">
                <a:latin typeface="Paytone One"/>
                <a:ea typeface="Paytone One"/>
                <a:cs typeface="Paytone One"/>
                <a:sym typeface="Payton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ytone One"/>
              <a:buNone/>
              <a:defRPr sz="2800">
                <a:latin typeface="Paytone One"/>
                <a:ea typeface="Paytone One"/>
                <a:cs typeface="Paytone One"/>
                <a:sym typeface="Payton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ytone One"/>
              <a:buNone/>
              <a:defRPr sz="2800">
                <a:latin typeface="Paytone One"/>
                <a:ea typeface="Paytone One"/>
                <a:cs typeface="Paytone One"/>
                <a:sym typeface="Payton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ytone One"/>
              <a:buNone/>
              <a:defRPr sz="2800">
                <a:latin typeface="Paytone One"/>
                <a:ea typeface="Paytone One"/>
                <a:cs typeface="Paytone One"/>
                <a:sym typeface="Payton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ytone One"/>
              <a:buNone/>
              <a:defRPr sz="2800">
                <a:latin typeface="Paytone One"/>
                <a:ea typeface="Paytone One"/>
                <a:cs typeface="Paytone One"/>
                <a:sym typeface="Payton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ytone One"/>
              <a:buNone/>
              <a:defRPr sz="2800">
                <a:latin typeface="Paytone One"/>
                <a:ea typeface="Paytone One"/>
                <a:cs typeface="Paytone One"/>
                <a:sym typeface="Paytone One"/>
              </a:defRPr>
            </a:lvl9pPr>
          </a:lstStyle>
          <a:p>
            <a:endParaRPr/>
          </a:p>
        </p:txBody>
      </p:sp>
      <p:sp>
        <p:nvSpPr>
          <p:cNvPr id="1396" name="Google Shape;1396;p29"/>
          <p:cNvSpPr/>
          <p:nvPr/>
        </p:nvSpPr>
        <p:spPr>
          <a:xfrm flipH="1">
            <a:off x="4371324" y="-45225"/>
            <a:ext cx="5421127" cy="1960100"/>
          </a:xfrm>
          <a:custGeom>
            <a:avLst/>
            <a:gdLst/>
            <a:ahLst/>
            <a:cxnLst/>
            <a:rect l="l" t="t" r="r" b="b"/>
            <a:pathLst>
              <a:path w="356360" h="128848" extrusionOk="0">
                <a:moveTo>
                  <a:pt x="356360" y="1"/>
                </a:moveTo>
                <a:cubicBezTo>
                  <a:pt x="356360" y="1"/>
                  <a:pt x="341983" y="60853"/>
                  <a:pt x="279763" y="70336"/>
                </a:cubicBezTo>
                <a:cubicBezTo>
                  <a:pt x="197178" y="82859"/>
                  <a:pt x="188211" y="39667"/>
                  <a:pt x="120459" y="39393"/>
                </a:cubicBezTo>
                <a:cubicBezTo>
                  <a:pt x="38451" y="39059"/>
                  <a:pt x="1" y="128848"/>
                  <a:pt x="1" y="128848"/>
                </a:cubicBezTo>
                <a:lnTo>
                  <a:pt x="1" y="609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7" name="Google Shape;1397;p29"/>
          <p:cNvGrpSpPr/>
          <p:nvPr/>
        </p:nvGrpSpPr>
        <p:grpSpPr>
          <a:xfrm>
            <a:off x="8285150" y="-214100"/>
            <a:ext cx="1067700" cy="1029050"/>
            <a:chOff x="4445375" y="3754025"/>
            <a:chExt cx="1067700" cy="1029050"/>
          </a:xfrm>
        </p:grpSpPr>
        <p:sp>
          <p:nvSpPr>
            <p:cNvPr id="1398" name="Google Shape;1398;p29"/>
            <p:cNvSpPr/>
            <p:nvPr/>
          </p:nvSpPr>
          <p:spPr>
            <a:xfrm>
              <a:off x="4445375" y="3754025"/>
              <a:ext cx="1067700" cy="1029050"/>
            </a:xfrm>
            <a:custGeom>
              <a:avLst/>
              <a:gdLst/>
              <a:ahLst/>
              <a:cxnLst/>
              <a:rect l="l" t="t" r="r" b="b"/>
              <a:pathLst>
                <a:path w="42708" h="41162" extrusionOk="0">
                  <a:moveTo>
                    <a:pt x="18268" y="754"/>
                  </a:moveTo>
                  <a:cubicBezTo>
                    <a:pt x="21180" y="754"/>
                    <a:pt x="24101" y="1353"/>
                    <a:pt x="26844" y="2291"/>
                  </a:cubicBezTo>
                  <a:cubicBezTo>
                    <a:pt x="30975" y="3684"/>
                    <a:pt x="35083" y="5807"/>
                    <a:pt x="37594" y="9481"/>
                  </a:cubicBezTo>
                  <a:cubicBezTo>
                    <a:pt x="38850" y="11307"/>
                    <a:pt x="39717" y="13362"/>
                    <a:pt x="40356" y="15462"/>
                  </a:cubicBezTo>
                  <a:cubicBezTo>
                    <a:pt x="41018" y="17539"/>
                    <a:pt x="41429" y="19684"/>
                    <a:pt x="41520" y="21876"/>
                  </a:cubicBezTo>
                  <a:cubicBezTo>
                    <a:pt x="41703" y="26098"/>
                    <a:pt x="40539" y="30252"/>
                    <a:pt x="37708" y="33448"/>
                  </a:cubicBezTo>
                  <a:cubicBezTo>
                    <a:pt x="35038" y="36461"/>
                    <a:pt x="31363" y="38469"/>
                    <a:pt x="27551" y="39565"/>
                  </a:cubicBezTo>
                  <a:cubicBezTo>
                    <a:pt x="25655" y="40107"/>
                    <a:pt x="23718" y="40389"/>
                    <a:pt x="21791" y="40389"/>
                  </a:cubicBezTo>
                  <a:cubicBezTo>
                    <a:pt x="19334" y="40389"/>
                    <a:pt x="16891" y="39931"/>
                    <a:pt x="14564" y="38972"/>
                  </a:cubicBezTo>
                  <a:cubicBezTo>
                    <a:pt x="10706" y="37374"/>
                    <a:pt x="7419" y="34544"/>
                    <a:pt x="5182" y="31028"/>
                  </a:cubicBezTo>
                  <a:cubicBezTo>
                    <a:pt x="823" y="24158"/>
                    <a:pt x="229" y="14686"/>
                    <a:pt x="4635" y="7678"/>
                  </a:cubicBezTo>
                  <a:cubicBezTo>
                    <a:pt x="5160" y="6811"/>
                    <a:pt x="5776" y="5989"/>
                    <a:pt x="6461" y="5236"/>
                  </a:cubicBezTo>
                  <a:cubicBezTo>
                    <a:pt x="6483" y="5236"/>
                    <a:pt x="6483" y="5213"/>
                    <a:pt x="6506" y="5190"/>
                  </a:cubicBezTo>
                  <a:cubicBezTo>
                    <a:pt x="8424" y="3341"/>
                    <a:pt x="10866" y="2063"/>
                    <a:pt x="13445" y="1356"/>
                  </a:cubicBezTo>
                  <a:cubicBezTo>
                    <a:pt x="15029" y="939"/>
                    <a:pt x="16647" y="754"/>
                    <a:pt x="18268" y="754"/>
                  </a:cubicBezTo>
                  <a:close/>
                  <a:moveTo>
                    <a:pt x="18378" y="0"/>
                  </a:moveTo>
                  <a:cubicBezTo>
                    <a:pt x="17616" y="0"/>
                    <a:pt x="16853" y="40"/>
                    <a:pt x="16093" y="123"/>
                  </a:cubicBezTo>
                  <a:cubicBezTo>
                    <a:pt x="12098" y="534"/>
                    <a:pt x="8150" y="2246"/>
                    <a:pt x="5388" y="5236"/>
                  </a:cubicBezTo>
                  <a:cubicBezTo>
                    <a:pt x="4703" y="5943"/>
                    <a:pt x="4132" y="6742"/>
                    <a:pt x="3630" y="7587"/>
                  </a:cubicBezTo>
                  <a:cubicBezTo>
                    <a:pt x="3562" y="7701"/>
                    <a:pt x="3562" y="7815"/>
                    <a:pt x="3607" y="7906"/>
                  </a:cubicBezTo>
                  <a:cubicBezTo>
                    <a:pt x="1" y="14183"/>
                    <a:pt x="69" y="22286"/>
                    <a:pt x="3105" y="28814"/>
                  </a:cubicBezTo>
                  <a:cubicBezTo>
                    <a:pt x="4931" y="32718"/>
                    <a:pt x="7853" y="36073"/>
                    <a:pt x="11551" y="38287"/>
                  </a:cubicBezTo>
                  <a:cubicBezTo>
                    <a:pt x="14671" y="40163"/>
                    <a:pt x="18229" y="41162"/>
                    <a:pt x="21856" y="41162"/>
                  </a:cubicBezTo>
                  <a:cubicBezTo>
                    <a:pt x="22687" y="41162"/>
                    <a:pt x="23522" y="41109"/>
                    <a:pt x="24356" y="41003"/>
                  </a:cubicBezTo>
                  <a:cubicBezTo>
                    <a:pt x="28647" y="40432"/>
                    <a:pt x="32915" y="38675"/>
                    <a:pt x="36270" y="35890"/>
                  </a:cubicBezTo>
                  <a:cubicBezTo>
                    <a:pt x="39580" y="33151"/>
                    <a:pt x="41657" y="29385"/>
                    <a:pt x="42182" y="25117"/>
                  </a:cubicBezTo>
                  <a:cubicBezTo>
                    <a:pt x="42707" y="20620"/>
                    <a:pt x="41657" y="15895"/>
                    <a:pt x="39763" y="11810"/>
                  </a:cubicBezTo>
                  <a:cubicBezTo>
                    <a:pt x="38804" y="9732"/>
                    <a:pt x="37526" y="7838"/>
                    <a:pt x="35814" y="6309"/>
                  </a:cubicBezTo>
                  <a:cubicBezTo>
                    <a:pt x="34148" y="4802"/>
                    <a:pt x="32185" y="3661"/>
                    <a:pt x="30130" y="2748"/>
                  </a:cubicBezTo>
                  <a:cubicBezTo>
                    <a:pt x="26462" y="1115"/>
                    <a:pt x="22422" y="0"/>
                    <a:pt x="18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9"/>
            <p:cNvSpPr/>
            <p:nvPr/>
          </p:nvSpPr>
          <p:spPr>
            <a:xfrm>
              <a:off x="4525850" y="3828875"/>
              <a:ext cx="901050" cy="847950"/>
            </a:xfrm>
            <a:custGeom>
              <a:avLst/>
              <a:gdLst/>
              <a:ahLst/>
              <a:cxnLst/>
              <a:rect l="l" t="t" r="r" b="b"/>
              <a:pathLst>
                <a:path w="36042" h="33918" extrusionOk="0">
                  <a:moveTo>
                    <a:pt x="15729" y="732"/>
                  </a:moveTo>
                  <a:cubicBezTo>
                    <a:pt x="18305" y="732"/>
                    <a:pt x="20906" y="1153"/>
                    <a:pt x="23328" y="1922"/>
                  </a:cubicBezTo>
                  <a:cubicBezTo>
                    <a:pt x="26546" y="2927"/>
                    <a:pt x="29536" y="4707"/>
                    <a:pt x="31659" y="7355"/>
                  </a:cubicBezTo>
                  <a:cubicBezTo>
                    <a:pt x="33873" y="10139"/>
                    <a:pt x="34992" y="13746"/>
                    <a:pt x="34946" y="17284"/>
                  </a:cubicBezTo>
                  <a:cubicBezTo>
                    <a:pt x="34832" y="23926"/>
                    <a:pt x="30678" y="30157"/>
                    <a:pt x="24309" y="32303"/>
                  </a:cubicBezTo>
                  <a:cubicBezTo>
                    <a:pt x="22589" y="32880"/>
                    <a:pt x="20779" y="33172"/>
                    <a:pt x="18968" y="33172"/>
                  </a:cubicBezTo>
                  <a:cubicBezTo>
                    <a:pt x="17343" y="33172"/>
                    <a:pt x="15717" y="32937"/>
                    <a:pt x="14152" y="32463"/>
                  </a:cubicBezTo>
                  <a:cubicBezTo>
                    <a:pt x="11048" y="31527"/>
                    <a:pt x="8263" y="29632"/>
                    <a:pt x="6140" y="27167"/>
                  </a:cubicBezTo>
                  <a:cubicBezTo>
                    <a:pt x="1461" y="21757"/>
                    <a:pt x="525" y="14065"/>
                    <a:pt x="3127" y="7492"/>
                  </a:cubicBezTo>
                  <a:cubicBezTo>
                    <a:pt x="3401" y="6807"/>
                    <a:pt x="3721" y="6145"/>
                    <a:pt x="4063" y="5506"/>
                  </a:cubicBezTo>
                  <a:cubicBezTo>
                    <a:pt x="6072" y="2881"/>
                    <a:pt x="9245" y="1443"/>
                    <a:pt x="12486" y="964"/>
                  </a:cubicBezTo>
                  <a:cubicBezTo>
                    <a:pt x="13552" y="808"/>
                    <a:pt x="14638" y="732"/>
                    <a:pt x="15729" y="732"/>
                  </a:cubicBezTo>
                  <a:close/>
                  <a:moveTo>
                    <a:pt x="15639" y="0"/>
                  </a:moveTo>
                  <a:cubicBezTo>
                    <a:pt x="15463" y="0"/>
                    <a:pt x="15287" y="2"/>
                    <a:pt x="15111" y="5"/>
                  </a:cubicBezTo>
                  <a:cubicBezTo>
                    <a:pt x="11299" y="73"/>
                    <a:pt x="7373" y="1101"/>
                    <a:pt x="4565" y="3794"/>
                  </a:cubicBezTo>
                  <a:cubicBezTo>
                    <a:pt x="4360" y="3999"/>
                    <a:pt x="4155" y="4205"/>
                    <a:pt x="3972" y="4433"/>
                  </a:cubicBezTo>
                  <a:cubicBezTo>
                    <a:pt x="3858" y="4433"/>
                    <a:pt x="3767" y="4479"/>
                    <a:pt x="3698" y="4593"/>
                  </a:cubicBezTo>
                  <a:cubicBezTo>
                    <a:pt x="3607" y="4753"/>
                    <a:pt x="3515" y="4935"/>
                    <a:pt x="3424" y="5095"/>
                  </a:cubicBezTo>
                  <a:cubicBezTo>
                    <a:pt x="3264" y="5323"/>
                    <a:pt x="3082" y="5552"/>
                    <a:pt x="2922" y="5803"/>
                  </a:cubicBezTo>
                  <a:cubicBezTo>
                    <a:pt x="2854" y="5917"/>
                    <a:pt x="2854" y="6054"/>
                    <a:pt x="2899" y="6145"/>
                  </a:cubicBezTo>
                  <a:cubicBezTo>
                    <a:pt x="0" y="12422"/>
                    <a:pt x="229" y="20023"/>
                    <a:pt x="4155" y="25843"/>
                  </a:cubicBezTo>
                  <a:cubicBezTo>
                    <a:pt x="6049" y="28628"/>
                    <a:pt x="8674" y="30956"/>
                    <a:pt x="11755" y="32371"/>
                  </a:cubicBezTo>
                  <a:cubicBezTo>
                    <a:pt x="14029" y="33405"/>
                    <a:pt x="16491" y="33918"/>
                    <a:pt x="18965" y="33918"/>
                  </a:cubicBezTo>
                  <a:cubicBezTo>
                    <a:pt x="20041" y="33918"/>
                    <a:pt x="21120" y="33820"/>
                    <a:pt x="22187" y="33627"/>
                  </a:cubicBezTo>
                  <a:cubicBezTo>
                    <a:pt x="25656" y="32988"/>
                    <a:pt x="28920" y="31253"/>
                    <a:pt x="31271" y="28628"/>
                  </a:cubicBezTo>
                  <a:cubicBezTo>
                    <a:pt x="33554" y="26094"/>
                    <a:pt x="35037" y="22876"/>
                    <a:pt x="35517" y="19498"/>
                  </a:cubicBezTo>
                  <a:cubicBezTo>
                    <a:pt x="36042" y="15960"/>
                    <a:pt x="35425" y="12331"/>
                    <a:pt x="33736" y="9181"/>
                  </a:cubicBezTo>
                  <a:cubicBezTo>
                    <a:pt x="32024" y="5940"/>
                    <a:pt x="29171" y="3520"/>
                    <a:pt x="25839" y="2059"/>
                  </a:cubicBezTo>
                  <a:cubicBezTo>
                    <a:pt x="22645" y="647"/>
                    <a:pt x="19120" y="0"/>
                    <a:pt x="156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9"/>
            <p:cNvSpPr/>
            <p:nvPr/>
          </p:nvSpPr>
          <p:spPr>
            <a:xfrm>
              <a:off x="4684475" y="3927800"/>
              <a:ext cx="575225" cy="578550"/>
            </a:xfrm>
            <a:custGeom>
              <a:avLst/>
              <a:gdLst/>
              <a:ahLst/>
              <a:cxnLst/>
              <a:rect l="l" t="t" r="r" b="b"/>
              <a:pathLst>
                <a:path w="23009" h="23142" extrusionOk="0">
                  <a:moveTo>
                    <a:pt x="8298" y="779"/>
                  </a:moveTo>
                  <a:cubicBezTo>
                    <a:pt x="9182" y="779"/>
                    <a:pt x="10067" y="877"/>
                    <a:pt x="10888" y="1001"/>
                  </a:cubicBezTo>
                  <a:cubicBezTo>
                    <a:pt x="15454" y="1732"/>
                    <a:pt x="19813" y="4402"/>
                    <a:pt x="21388" y="8921"/>
                  </a:cubicBezTo>
                  <a:cubicBezTo>
                    <a:pt x="22141" y="11021"/>
                    <a:pt x="22187" y="13304"/>
                    <a:pt x="21365" y="15381"/>
                  </a:cubicBezTo>
                  <a:cubicBezTo>
                    <a:pt x="20475" y="17618"/>
                    <a:pt x="18763" y="19535"/>
                    <a:pt x="16732" y="20791"/>
                  </a:cubicBezTo>
                  <a:cubicBezTo>
                    <a:pt x="15082" y="21810"/>
                    <a:pt x="13192" y="22393"/>
                    <a:pt x="11281" y="22393"/>
                  </a:cubicBezTo>
                  <a:cubicBezTo>
                    <a:pt x="10839" y="22393"/>
                    <a:pt x="10395" y="22361"/>
                    <a:pt x="9953" y="22297"/>
                  </a:cubicBezTo>
                  <a:cubicBezTo>
                    <a:pt x="7624" y="21955"/>
                    <a:pt x="5570" y="20722"/>
                    <a:pt x="4109" y="18896"/>
                  </a:cubicBezTo>
                  <a:cubicBezTo>
                    <a:pt x="2534" y="16887"/>
                    <a:pt x="1599" y="14331"/>
                    <a:pt x="1279" y="11820"/>
                  </a:cubicBezTo>
                  <a:cubicBezTo>
                    <a:pt x="937" y="9127"/>
                    <a:pt x="1302" y="6342"/>
                    <a:pt x="2603" y="3946"/>
                  </a:cubicBezTo>
                  <a:cubicBezTo>
                    <a:pt x="2671" y="3831"/>
                    <a:pt x="2671" y="3717"/>
                    <a:pt x="2626" y="3626"/>
                  </a:cubicBezTo>
                  <a:cubicBezTo>
                    <a:pt x="3014" y="3033"/>
                    <a:pt x="3447" y="2508"/>
                    <a:pt x="3995" y="2051"/>
                  </a:cubicBezTo>
                  <a:cubicBezTo>
                    <a:pt x="5201" y="1078"/>
                    <a:pt x="6749" y="779"/>
                    <a:pt x="8298" y="779"/>
                  </a:cubicBezTo>
                  <a:close/>
                  <a:moveTo>
                    <a:pt x="8312" y="0"/>
                  </a:moveTo>
                  <a:cubicBezTo>
                    <a:pt x="6754" y="0"/>
                    <a:pt x="5221" y="298"/>
                    <a:pt x="3972" y="1138"/>
                  </a:cubicBezTo>
                  <a:cubicBezTo>
                    <a:pt x="1850" y="2553"/>
                    <a:pt x="845" y="5087"/>
                    <a:pt x="571" y="7529"/>
                  </a:cubicBezTo>
                  <a:cubicBezTo>
                    <a:pt x="549" y="7598"/>
                    <a:pt x="571" y="7643"/>
                    <a:pt x="571" y="7689"/>
                  </a:cubicBezTo>
                  <a:cubicBezTo>
                    <a:pt x="1" y="11318"/>
                    <a:pt x="822" y="15221"/>
                    <a:pt x="2763" y="18280"/>
                  </a:cubicBezTo>
                  <a:cubicBezTo>
                    <a:pt x="4041" y="20311"/>
                    <a:pt x="5890" y="21932"/>
                    <a:pt x="8195" y="22662"/>
                  </a:cubicBezTo>
                  <a:cubicBezTo>
                    <a:pt x="9203" y="22986"/>
                    <a:pt x="10246" y="23141"/>
                    <a:pt x="11287" y="23141"/>
                  </a:cubicBezTo>
                  <a:cubicBezTo>
                    <a:pt x="12814" y="23141"/>
                    <a:pt x="14339" y="22807"/>
                    <a:pt x="15750" y="22183"/>
                  </a:cubicBezTo>
                  <a:cubicBezTo>
                    <a:pt x="18078" y="21133"/>
                    <a:pt x="20087" y="19307"/>
                    <a:pt x="21365" y="17093"/>
                  </a:cubicBezTo>
                  <a:cubicBezTo>
                    <a:pt x="22598" y="14970"/>
                    <a:pt x="23009" y="12528"/>
                    <a:pt x="22529" y="10131"/>
                  </a:cubicBezTo>
                  <a:cubicBezTo>
                    <a:pt x="21502" y="5110"/>
                    <a:pt x="17211" y="1686"/>
                    <a:pt x="12395" y="545"/>
                  </a:cubicBezTo>
                  <a:cubicBezTo>
                    <a:pt x="11140" y="242"/>
                    <a:pt x="9716" y="0"/>
                    <a:pt x="83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9"/>
            <p:cNvSpPr/>
            <p:nvPr/>
          </p:nvSpPr>
          <p:spPr>
            <a:xfrm>
              <a:off x="4832850" y="4094200"/>
              <a:ext cx="292175" cy="273000"/>
            </a:xfrm>
            <a:custGeom>
              <a:avLst/>
              <a:gdLst/>
              <a:ahLst/>
              <a:cxnLst/>
              <a:rect l="l" t="t" r="r" b="b"/>
              <a:pathLst>
                <a:path w="11687" h="10920" extrusionOk="0">
                  <a:moveTo>
                    <a:pt x="4301" y="761"/>
                  </a:moveTo>
                  <a:cubicBezTo>
                    <a:pt x="4948" y="761"/>
                    <a:pt x="5577" y="847"/>
                    <a:pt x="6072" y="964"/>
                  </a:cubicBezTo>
                  <a:cubicBezTo>
                    <a:pt x="8012" y="1444"/>
                    <a:pt x="9998" y="2768"/>
                    <a:pt x="10523" y="4822"/>
                  </a:cubicBezTo>
                  <a:cubicBezTo>
                    <a:pt x="11048" y="6876"/>
                    <a:pt x="9427" y="8588"/>
                    <a:pt x="7761" y="9501"/>
                  </a:cubicBezTo>
                  <a:cubicBezTo>
                    <a:pt x="6957" y="9928"/>
                    <a:pt x="6072" y="10174"/>
                    <a:pt x="5209" y="10174"/>
                  </a:cubicBezTo>
                  <a:cubicBezTo>
                    <a:pt x="4134" y="10174"/>
                    <a:pt x="3093" y="9793"/>
                    <a:pt x="2283" y="8908"/>
                  </a:cubicBezTo>
                  <a:cubicBezTo>
                    <a:pt x="594" y="7036"/>
                    <a:pt x="754" y="4365"/>
                    <a:pt x="1233" y="2060"/>
                  </a:cubicBezTo>
                  <a:cubicBezTo>
                    <a:pt x="1772" y="1072"/>
                    <a:pt x="3067" y="761"/>
                    <a:pt x="4301" y="761"/>
                  </a:cubicBezTo>
                  <a:close/>
                  <a:moveTo>
                    <a:pt x="4332" y="1"/>
                  </a:moveTo>
                  <a:cubicBezTo>
                    <a:pt x="3014" y="1"/>
                    <a:pt x="1677" y="328"/>
                    <a:pt x="891" y="1238"/>
                  </a:cubicBezTo>
                  <a:cubicBezTo>
                    <a:pt x="731" y="1261"/>
                    <a:pt x="594" y="1330"/>
                    <a:pt x="571" y="1512"/>
                  </a:cubicBezTo>
                  <a:cubicBezTo>
                    <a:pt x="548" y="1604"/>
                    <a:pt x="525" y="1695"/>
                    <a:pt x="503" y="1786"/>
                  </a:cubicBezTo>
                  <a:cubicBezTo>
                    <a:pt x="434" y="1946"/>
                    <a:pt x="366" y="2106"/>
                    <a:pt x="320" y="2288"/>
                  </a:cubicBezTo>
                  <a:cubicBezTo>
                    <a:pt x="274" y="2402"/>
                    <a:pt x="297" y="2517"/>
                    <a:pt x="366" y="2585"/>
                  </a:cubicBezTo>
                  <a:cubicBezTo>
                    <a:pt x="0" y="4822"/>
                    <a:pt x="23" y="7219"/>
                    <a:pt x="1461" y="9090"/>
                  </a:cubicBezTo>
                  <a:cubicBezTo>
                    <a:pt x="2434" y="10343"/>
                    <a:pt x="3806" y="10920"/>
                    <a:pt x="5239" y="10920"/>
                  </a:cubicBezTo>
                  <a:cubicBezTo>
                    <a:pt x="6027" y="10920"/>
                    <a:pt x="6833" y="10746"/>
                    <a:pt x="7601" y="10414"/>
                  </a:cubicBezTo>
                  <a:cubicBezTo>
                    <a:pt x="9655" y="9524"/>
                    <a:pt x="11687" y="7538"/>
                    <a:pt x="11367" y="5141"/>
                  </a:cubicBezTo>
                  <a:cubicBezTo>
                    <a:pt x="11048" y="2745"/>
                    <a:pt x="8902" y="1033"/>
                    <a:pt x="6734" y="348"/>
                  </a:cubicBezTo>
                  <a:cubicBezTo>
                    <a:pt x="6048" y="141"/>
                    <a:pt x="5194" y="1"/>
                    <a:pt x="43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9"/>
            <p:cNvSpPr/>
            <p:nvPr/>
          </p:nvSpPr>
          <p:spPr>
            <a:xfrm>
              <a:off x="4974375" y="4233575"/>
              <a:ext cx="575" cy="57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23" y="0"/>
                  </a:moveTo>
                  <a:cubicBezTo>
                    <a:pt x="23" y="23"/>
                    <a:pt x="0" y="23"/>
                    <a:pt x="0" y="23"/>
                  </a:cubicBezTo>
                  <a:cubicBezTo>
                    <a:pt x="23" y="23"/>
                    <a:pt x="23" y="23"/>
                    <a:pt x="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9"/>
            <p:cNvSpPr/>
            <p:nvPr/>
          </p:nvSpPr>
          <p:spPr>
            <a:xfrm>
              <a:off x="4977225" y="4222150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3" y="1"/>
                  </a:moveTo>
                  <a:cubicBezTo>
                    <a:pt x="0" y="1"/>
                    <a:pt x="0" y="1"/>
                    <a:pt x="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9"/>
            <p:cNvSpPr/>
            <p:nvPr/>
          </p:nvSpPr>
          <p:spPr>
            <a:xfrm>
              <a:off x="4915600" y="4190775"/>
              <a:ext cx="82750" cy="69875"/>
            </a:xfrm>
            <a:custGeom>
              <a:avLst/>
              <a:gdLst/>
              <a:ahLst/>
              <a:cxnLst/>
              <a:rect l="l" t="t" r="r" b="b"/>
              <a:pathLst>
                <a:path w="3310" h="2795" extrusionOk="0">
                  <a:moveTo>
                    <a:pt x="1643" y="753"/>
                  </a:moveTo>
                  <a:cubicBezTo>
                    <a:pt x="1666" y="776"/>
                    <a:pt x="1712" y="776"/>
                    <a:pt x="1735" y="776"/>
                  </a:cubicBezTo>
                  <a:cubicBezTo>
                    <a:pt x="1803" y="799"/>
                    <a:pt x="1849" y="822"/>
                    <a:pt x="1917" y="845"/>
                  </a:cubicBezTo>
                  <a:lnTo>
                    <a:pt x="1940" y="845"/>
                  </a:lnTo>
                  <a:cubicBezTo>
                    <a:pt x="1963" y="868"/>
                    <a:pt x="1986" y="890"/>
                    <a:pt x="2031" y="913"/>
                  </a:cubicBezTo>
                  <a:cubicBezTo>
                    <a:pt x="2077" y="936"/>
                    <a:pt x="2123" y="959"/>
                    <a:pt x="2146" y="982"/>
                  </a:cubicBezTo>
                  <a:cubicBezTo>
                    <a:pt x="2214" y="1005"/>
                    <a:pt x="2260" y="1050"/>
                    <a:pt x="2305" y="1073"/>
                  </a:cubicBezTo>
                  <a:cubicBezTo>
                    <a:pt x="2351" y="1096"/>
                    <a:pt x="2374" y="1119"/>
                    <a:pt x="2397" y="1141"/>
                  </a:cubicBezTo>
                  <a:cubicBezTo>
                    <a:pt x="2420" y="1164"/>
                    <a:pt x="2442" y="1187"/>
                    <a:pt x="2465" y="1210"/>
                  </a:cubicBezTo>
                  <a:cubicBezTo>
                    <a:pt x="2465" y="1233"/>
                    <a:pt x="2465" y="1233"/>
                    <a:pt x="2465" y="1233"/>
                  </a:cubicBezTo>
                  <a:cubicBezTo>
                    <a:pt x="2465" y="1256"/>
                    <a:pt x="2488" y="1278"/>
                    <a:pt x="2488" y="1278"/>
                  </a:cubicBezTo>
                  <a:cubicBezTo>
                    <a:pt x="2488" y="1284"/>
                    <a:pt x="2488" y="1290"/>
                    <a:pt x="2488" y="1301"/>
                  </a:cubicBezTo>
                  <a:cubicBezTo>
                    <a:pt x="2511" y="1324"/>
                    <a:pt x="2511" y="1347"/>
                    <a:pt x="2511" y="1347"/>
                  </a:cubicBezTo>
                  <a:cubicBezTo>
                    <a:pt x="2511" y="1370"/>
                    <a:pt x="2511" y="1393"/>
                    <a:pt x="2511" y="1393"/>
                  </a:cubicBezTo>
                  <a:cubicBezTo>
                    <a:pt x="2511" y="1415"/>
                    <a:pt x="2511" y="1438"/>
                    <a:pt x="2511" y="1438"/>
                  </a:cubicBezTo>
                  <a:cubicBezTo>
                    <a:pt x="2511" y="1438"/>
                    <a:pt x="2511" y="1438"/>
                    <a:pt x="2511" y="1461"/>
                  </a:cubicBezTo>
                  <a:cubicBezTo>
                    <a:pt x="2511" y="1484"/>
                    <a:pt x="2488" y="1507"/>
                    <a:pt x="2488" y="1530"/>
                  </a:cubicBezTo>
                  <a:cubicBezTo>
                    <a:pt x="2488" y="1535"/>
                    <a:pt x="2485" y="1544"/>
                    <a:pt x="2481" y="1553"/>
                  </a:cubicBezTo>
                  <a:lnTo>
                    <a:pt x="2481" y="1553"/>
                  </a:lnTo>
                  <a:cubicBezTo>
                    <a:pt x="2465" y="1557"/>
                    <a:pt x="2465" y="1578"/>
                    <a:pt x="2465" y="1598"/>
                  </a:cubicBezTo>
                  <a:cubicBezTo>
                    <a:pt x="2442" y="1644"/>
                    <a:pt x="2397" y="1689"/>
                    <a:pt x="2374" y="1712"/>
                  </a:cubicBezTo>
                  <a:cubicBezTo>
                    <a:pt x="2374" y="1735"/>
                    <a:pt x="2351" y="1735"/>
                    <a:pt x="2351" y="1735"/>
                  </a:cubicBezTo>
                  <a:cubicBezTo>
                    <a:pt x="2351" y="1758"/>
                    <a:pt x="2328" y="1758"/>
                    <a:pt x="2328" y="1781"/>
                  </a:cubicBezTo>
                  <a:cubicBezTo>
                    <a:pt x="2305" y="1803"/>
                    <a:pt x="2260" y="1826"/>
                    <a:pt x="2237" y="1872"/>
                  </a:cubicBezTo>
                  <a:cubicBezTo>
                    <a:pt x="2237" y="1872"/>
                    <a:pt x="2191" y="1895"/>
                    <a:pt x="2168" y="1918"/>
                  </a:cubicBezTo>
                  <a:cubicBezTo>
                    <a:pt x="2146" y="1940"/>
                    <a:pt x="2100" y="1940"/>
                    <a:pt x="2054" y="1963"/>
                  </a:cubicBezTo>
                  <a:cubicBezTo>
                    <a:pt x="2009" y="1986"/>
                    <a:pt x="1986" y="1986"/>
                    <a:pt x="1940" y="2009"/>
                  </a:cubicBezTo>
                  <a:cubicBezTo>
                    <a:pt x="1895" y="2009"/>
                    <a:pt x="1849" y="2032"/>
                    <a:pt x="1826" y="2032"/>
                  </a:cubicBezTo>
                  <a:lnTo>
                    <a:pt x="1780" y="2032"/>
                  </a:lnTo>
                  <a:cubicBezTo>
                    <a:pt x="1758" y="2032"/>
                    <a:pt x="1735" y="2032"/>
                    <a:pt x="1712" y="2055"/>
                  </a:cubicBezTo>
                  <a:cubicBezTo>
                    <a:pt x="1666" y="2055"/>
                    <a:pt x="1621" y="2055"/>
                    <a:pt x="1575" y="2032"/>
                  </a:cubicBezTo>
                  <a:lnTo>
                    <a:pt x="1461" y="2032"/>
                  </a:lnTo>
                  <a:cubicBezTo>
                    <a:pt x="1415" y="2009"/>
                    <a:pt x="1370" y="2009"/>
                    <a:pt x="1324" y="1986"/>
                  </a:cubicBezTo>
                  <a:cubicBezTo>
                    <a:pt x="1324" y="1986"/>
                    <a:pt x="1301" y="1963"/>
                    <a:pt x="1278" y="1963"/>
                  </a:cubicBezTo>
                  <a:lnTo>
                    <a:pt x="1255" y="1963"/>
                  </a:lnTo>
                  <a:cubicBezTo>
                    <a:pt x="1210" y="1940"/>
                    <a:pt x="1164" y="1895"/>
                    <a:pt x="1118" y="1872"/>
                  </a:cubicBezTo>
                  <a:cubicBezTo>
                    <a:pt x="1096" y="1849"/>
                    <a:pt x="1073" y="1826"/>
                    <a:pt x="1073" y="1803"/>
                  </a:cubicBezTo>
                  <a:cubicBezTo>
                    <a:pt x="1050" y="1803"/>
                    <a:pt x="1027" y="1781"/>
                    <a:pt x="1027" y="1758"/>
                  </a:cubicBezTo>
                  <a:cubicBezTo>
                    <a:pt x="1004" y="1758"/>
                    <a:pt x="1004" y="1758"/>
                    <a:pt x="1004" y="1735"/>
                  </a:cubicBezTo>
                  <a:cubicBezTo>
                    <a:pt x="982" y="1689"/>
                    <a:pt x="959" y="1644"/>
                    <a:pt x="936" y="1598"/>
                  </a:cubicBezTo>
                  <a:cubicBezTo>
                    <a:pt x="913" y="1575"/>
                    <a:pt x="913" y="1552"/>
                    <a:pt x="890" y="1507"/>
                  </a:cubicBezTo>
                  <a:cubicBezTo>
                    <a:pt x="890" y="1484"/>
                    <a:pt x="890" y="1461"/>
                    <a:pt x="890" y="1438"/>
                  </a:cubicBezTo>
                  <a:lnTo>
                    <a:pt x="867" y="1438"/>
                  </a:lnTo>
                  <a:lnTo>
                    <a:pt x="867" y="1415"/>
                  </a:lnTo>
                  <a:cubicBezTo>
                    <a:pt x="867" y="1370"/>
                    <a:pt x="867" y="1324"/>
                    <a:pt x="867" y="1278"/>
                  </a:cubicBezTo>
                  <a:cubicBezTo>
                    <a:pt x="867" y="1278"/>
                    <a:pt x="867" y="1278"/>
                    <a:pt x="867" y="1256"/>
                  </a:cubicBezTo>
                  <a:cubicBezTo>
                    <a:pt x="867" y="1233"/>
                    <a:pt x="890" y="1187"/>
                    <a:pt x="890" y="1187"/>
                  </a:cubicBezTo>
                  <a:cubicBezTo>
                    <a:pt x="890" y="1164"/>
                    <a:pt x="890" y="1164"/>
                    <a:pt x="890" y="1164"/>
                  </a:cubicBezTo>
                  <a:cubicBezTo>
                    <a:pt x="982" y="1141"/>
                    <a:pt x="1073" y="1073"/>
                    <a:pt x="1118" y="982"/>
                  </a:cubicBezTo>
                  <a:cubicBezTo>
                    <a:pt x="1118" y="959"/>
                    <a:pt x="1141" y="936"/>
                    <a:pt x="1141" y="913"/>
                  </a:cubicBezTo>
                  <a:lnTo>
                    <a:pt x="1164" y="913"/>
                  </a:lnTo>
                  <a:cubicBezTo>
                    <a:pt x="1164" y="913"/>
                    <a:pt x="1187" y="890"/>
                    <a:pt x="1187" y="868"/>
                  </a:cubicBezTo>
                  <a:cubicBezTo>
                    <a:pt x="1210" y="868"/>
                    <a:pt x="1233" y="845"/>
                    <a:pt x="1233" y="845"/>
                  </a:cubicBezTo>
                  <a:cubicBezTo>
                    <a:pt x="1255" y="845"/>
                    <a:pt x="1255" y="822"/>
                    <a:pt x="1255" y="822"/>
                  </a:cubicBezTo>
                  <a:cubicBezTo>
                    <a:pt x="1278" y="822"/>
                    <a:pt x="1301" y="799"/>
                    <a:pt x="1324" y="799"/>
                  </a:cubicBezTo>
                  <a:cubicBezTo>
                    <a:pt x="1370" y="799"/>
                    <a:pt x="1392" y="776"/>
                    <a:pt x="1438" y="776"/>
                  </a:cubicBezTo>
                  <a:cubicBezTo>
                    <a:pt x="1438" y="753"/>
                    <a:pt x="1461" y="753"/>
                    <a:pt x="1461" y="753"/>
                  </a:cubicBezTo>
                  <a:close/>
                  <a:moveTo>
                    <a:pt x="1519" y="0"/>
                  </a:moveTo>
                  <a:cubicBezTo>
                    <a:pt x="1432" y="0"/>
                    <a:pt x="1344" y="7"/>
                    <a:pt x="1255" y="23"/>
                  </a:cubicBezTo>
                  <a:cubicBezTo>
                    <a:pt x="1004" y="69"/>
                    <a:pt x="776" y="206"/>
                    <a:pt x="593" y="411"/>
                  </a:cubicBezTo>
                  <a:cubicBezTo>
                    <a:pt x="502" y="434"/>
                    <a:pt x="411" y="480"/>
                    <a:pt x="342" y="571"/>
                  </a:cubicBezTo>
                  <a:cubicBezTo>
                    <a:pt x="0" y="1027"/>
                    <a:pt x="46" y="1735"/>
                    <a:pt x="388" y="2169"/>
                  </a:cubicBezTo>
                  <a:cubicBezTo>
                    <a:pt x="684" y="2594"/>
                    <a:pt x="1175" y="2795"/>
                    <a:pt x="1678" y="2795"/>
                  </a:cubicBezTo>
                  <a:cubicBezTo>
                    <a:pt x="1796" y="2795"/>
                    <a:pt x="1915" y="2784"/>
                    <a:pt x="2031" y="2762"/>
                  </a:cubicBezTo>
                  <a:cubicBezTo>
                    <a:pt x="2579" y="2671"/>
                    <a:pt x="3104" y="2237"/>
                    <a:pt x="3241" y="1689"/>
                  </a:cubicBezTo>
                  <a:cubicBezTo>
                    <a:pt x="3310" y="1393"/>
                    <a:pt x="3264" y="1073"/>
                    <a:pt x="3104" y="822"/>
                  </a:cubicBezTo>
                  <a:cubicBezTo>
                    <a:pt x="2922" y="548"/>
                    <a:pt x="2625" y="343"/>
                    <a:pt x="2351" y="206"/>
                  </a:cubicBezTo>
                  <a:cubicBezTo>
                    <a:pt x="2087" y="83"/>
                    <a:pt x="1810" y="0"/>
                    <a:pt x="15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9"/>
          <p:cNvGrpSpPr/>
          <p:nvPr/>
        </p:nvGrpSpPr>
        <p:grpSpPr>
          <a:xfrm>
            <a:off x="8679950" y="976150"/>
            <a:ext cx="416575" cy="426150"/>
            <a:chOff x="5045125" y="2936525"/>
            <a:chExt cx="416575" cy="426150"/>
          </a:xfrm>
        </p:grpSpPr>
        <p:sp>
          <p:nvSpPr>
            <p:cNvPr id="1406" name="Google Shape;1406;p29"/>
            <p:cNvSpPr/>
            <p:nvPr/>
          </p:nvSpPr>
          <p:spPr>
            <a:xfrm>
              <a:off x="5045125" y="3118075"/>
              <a:ext cx="292750" cy="244600"/>
            </a:xfrm>
            <a:custGeom>
              <a:avLst/>
              <a:gdLst/>
              <a:ahLst/>
              <a:cxnLst/>
              <a:rect l="l" t="t" r="r" b="b"/>
              <a:pathLst>
                <a:path w="11710" h="9784" extrusionOk="0">
                  <a:moveTo>
                    <a:pt x="5469" y="0"/>
                  </a:moveTo>
                  <a:cubicBezTo>
                    <a:pt x="4761" y="0"/>
                    <a:pt x="4052" y="132"/>
                    <a:pt x="3379" y="416"/>
                  </a:cubicBezTo>
                  <a:cubicBezTo>
                    <a:pt x="1827" y="1078"/>
                    <a:pt x="1073" y="2516"/>
                    <a:pt x="571" y="4045"/>
                  </a:cubicBezTo>
                  <a:cubicBezTo>
                    <a:pt x="183" y="5232"/>
                    <a:pt x="1" y="6647"/>
                    <a:pt x="548" y="7766"/>
                  </a:cubicBezTo>
                  <a:cubicBezTo>
                    <a:pt x="571" y="7834"/>
                    <a:pt x="571" y="7880"/>
                    <a:pt x="594" y="7926"/>
                  </a:cubicBezTo>
                  <a:cubicBezTo>
                    <a:pt x="1187" y="9181"/>
                    <a:pt x="2511" y="9660"/>
                    <a:pt x="3812" y="9752"/>
                  </a:cubicBezTo>
                  <a:cubicBezTo>
                    <a:pt x="4057" y="9773"/>
                    <a:pt x="4305" y="9783"/>
                    <a:pt x="4554" y="9783"/>
                  </a:cubicBezTo>
                  <a:cubicBezTo>
                    <a:pt x="5907" y="9783"/>
                    <a:pt x="7307" y="9480"/>
                    <a:pt x="8560" y="8998"/>
                  </a:cubicBezTo>
                  <a:cubicBezTo>
                    <a:pt x="9907" y="8450"/>
                    <a:pt x="11253" y="7697"/>
                    <a:pt x="11505" y="6145"/>
                  </a:cubicBezTo>
                  <a:cubicBezTo>
                    <a:pt x="11710" y="4867"/>
                    <a:pt x="11208" y="3520"/>
                    <a:pt x="10432" y="2493"/>
                  </a:cubicBezTo>
                  <a:cubicBezTo>
                    <a:pt x="9283" y="961"/>
                    <a:pt x="7380" y="0"/>
                    <a:pt x="54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9"/>
            <p:cNvSpPr/>
            <p:nvPr/>
          </p:nvSpPr>
          <p:spPr>
            <a:xfrm>
              <a:off x="5271100" y="2936525"/>
              <a:ext cx="190600" cy="157350"/>
            </a:xfrm>
            <a:custGeom>
              <a:avLst/>
              <a:gdLst/>
              <a:ahLst/>
              <a:cxnLst/>
              <a:rect l="l" t="t" r="r" b="b"/>
              <a:pathLst>
                <a:path w="7624" h="6294" extrusionOk="0">
                  <a:moveTo>
                    <a:pt x="3401" y="0"/>
                  </a:moveTo>
                  <a:cubicBezTo>
                    <a:pt x="2602" y="0"/>
                    <a:pt x="1803" y="274"/>
                    <a:pt x="1233" y="868"/>
                  </a:cubicBezTo>
                  <a:cubicBezTo>
                    <a:pt x="639" y="1484"/>
                    <a:pt x="343" y="2328"/>
                    <a:pt x="92" y="3127"/>
                  </a:cubicBezTo>
                  <a:cubicBezTo>
                    <a:pt x="0" y="3424"/>
                    <a:pt x="137" y="3652"/>
                    <a:pt x="343" y="3766"/>
                  </a:cubicBezTo>
                  <a:cubicBezTo>
                    <a:pt x="411" y="4246"/>
                    <a:pt x="594" y="4702"/>
                    <a:pt x="913" y="5113"/>
                  </a:cubicBezTo>
                  <a:cubicBezTo>
                    <a:pt x="1559" y="5920"/>
                    <a:pt x="2506" y="6293"/>
                    <a:pt x="3470" y="6293"/>
                  </a:cubicBezTo>
                  <a:cubicBezTo>
                    <a:pt x="4006" y="6293"/>
                    <a:pt x="4547" y="6178"/>
                    <a:pt x="5045" y="5958"/>
                  </a:cubicBezTo>
                  <a:cubicBezTo>
                    <a:pt x="6437" y="5341"/>
                    <a:pt x="7624" y="3812"/>
                    <a:pt x="7122" y="2237"/>
                  </a:cubicBezTo>
                  <a:cubicBezTo>
                    <a:pt x="6665" y="799"/>
                    <a:pt x="4816" y="23"/>
                    <a:pt x="34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8" name="Google Shape;1408;p29"/>
          <p:cNvSpPr/>
          <p:nvPr/>
        </p:nvSpPr>
        <p:spPr>
          <a:xfrm flipH="1">
            <a:off x="-10415" y="3986400"/>
            <a:ext cx="5085340" cy="1461854"/>
          </a:xfrm>
          <a:custGeom>
            <a:avLst/>
            <a:gdLst/>
            <a:ahLst/>
            <a:cxnLst/>
            <a:rect l="l" t="t" r="r" b="b"/>
            <a:pathLst>
              <a:path w="302834" h="87054" extrusionOk="0">
                <a:moveTo>
                  <a:pt x="1" y="87053"/>
                </a:moveTo>
                <a:cubicBezTo>
                  <a:pt x="1" y="87053"/>
                  <a:pt x="12250" y="45898"/>
                  <a:pt x="65108" y="39545"/>
                </a:cubicBezTo>
                <a:cubicBezTo>
                  <a:pt x="135262" y="31065"/>
                  <a:pt x="142921" y="60244"/>
                  <a:pt x="200460" y="60457"/>
                </a:cubicBezTo>
                <a:cubicBezTo>
                  <a:pt x="270158" y="60670"/>
                  <a:pt x="302833" y="0"/>
                  <a:pt x="302833" y="0"/>
                </a:cubicBezTo>
                <a:lnTo>
                  <a:pt x="302833" y="86628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9" name="Google Shape;1409;p29"/>
          <p:cNvGrpSpPr/>
          <p:nvPr/>
        </p:nvGrpSpPr>
        <p:grpSpPr>
          <a:xfrm rot="-1413944">
            <a:off x="24" y="4167079"/>
            <a:ext cx="671649" cy="976573"/>
            <a:chOff x="6754175" y="1092800"/>
            <a:chExt cx="671650" cy="976575"/>
          </a:xfrm>
        </p:grpSpPr>
        <p:sp>
          <p:nvSpPr>
            <p:cNvPr id="1410" name="Google Shape;1410;p29"/>
            <p:cNvSpPr/>
            <p:nvPr/>
          </p:nvSpPr>
          <p:spPr>
            <a:xfrm>
              <a:off x="7014950" y="1223675"/>
              <a:ext cx="70200" cy="69675"/>
            </a:xfrm>
            <a:custGeom>
              <a:avLst/>
              <a:gdLst/>
              <a:ahLst/>
              <a:cxnLst/>
              <a:rect l="l" t="t" r="r" b="b"/>
              <a:pathLst>
                <a:path w="2808" h="2787" extrusionOk="0">
                  <a:moveTo>
                    <a:pt x="1580" y="1"/>
                  </a:moveTo>
                  <a:cubicBezTo>
                    <a:pt x="1466" y="1"/>
                    <a:pt x="1353" y="12"/>
                    <a:pt x="1233" y="39"/>
                  </a:cubicBezTo>
                  <a:cubicBezTo>
                    <a:pt x="1027" y="84"/>
                    <a:pt x="845" y="221"/>
                    <a:pt x="685" y="358"/>
                  </a:cubicBezTo>
                  <a:cubicBezTo>
                    <a:pt x="639" y="381"/>
                    <a:pt x="617" y="381"/>
                    <a:pt x="594" y="404"/>
                  </a:cubicBezTo>
                  <a:cubicBezTo>
                    <a:pt x="411" y="518"/>
                    <a:pt x="274" y="632"/>
                    <a:pt x="183" y="815"/>
                  </a:cubicBezTo>
                  <a:cubicBezTo>
                    <a:pt x="69" y="997"/>
                    <a:pt x="46" y="1180"/>
                    <a:pt x="0" y="1385"/>
                  </a:cubicBezTo>
                  <a:cubicBezTo>
                    <a:pt x="0" y="1522"/>
                    <a:pt x="23" y="1682"/>
                    <a:pt x="46" y="1819"/>
                  </a:cubicBezTo>
                  <a:cubicBezTo>
                    <a:pt x="69" y="1910"/>
                    <a:pt x="114" y="2001"/>
                    <a:pt x="160" y="2070"/>
                  </a:cubicBezTo>
                  <a:cubicBezTo>
                    <a:pt x="183" y="2116"/>
                    <a:pt x="206" y="2161"/>
                    <a:pt x="229" y="2207"/>
                  </a:cubicBezTo>
                  <a:cubicBezTo>
                    <a:pt x="343" y="2367"/>
                    <a:pt x="480" y="2504"/>
                    <a:pt x="662" y="2595"/>
                  </a:cubicBezTo>
                  <a:cubicBezTo>
                    <a:pt x="845" y="2709"/>
                    <a:pt x="1027" y="2755"/>
                    <a:pt x="1256" y="2778"/>
                  </a:cubicBezTo>
                  <a:cubicBezTo>
                    <a:pt x="1299" y="2784"/>
                    <a:pt x="1341" y="2787"/>
                    <a:pt x="1384" y="2787"/>
                  </a:cubicBezTo>
                  <a:cubicBezTo>
                    <a:pt x="1499" y="2787"/>
                    <a:pt x="1612" y="2765"/>
                    <a:pt x="1712" y="2732"/>
                  </a:cubicBezTo>
                  <a:cubicBezTo>
                    <a:pt x="1849" y="2709"/>
                    <a:pt x="2009" y="2641"/>
                    <a:pt x="2123" y="2572"/>
                  </a:cubicBezTo>
                  <a:cubicBezTo>
                    <a:pt x="2306" y="2435"/>
                    <a:pt x="2420" y="2321"/>
                    <a:pt x="2534" y="2161"/>
                  </a:cubicBezTo>
                  <a:cubicBezTo>
                    <a:pt x="2625" y="2047"/>
                    <a:pt x="2671" y="1910"/>
                    <a:pt x="2717" y="1796"/>
                  </a:cubicBezTo>
                  <a:cubicBezTo>
                    <a:pt x="2808" y="1522"/>
                    <a:pt x="2808" y="1225"/>
                    <a:pt x="2739" y="952"/>
                  </a:cubicBezTo>
                  <a:cubicBezTo>
                    <a:pt x="2717" y="815"/>
                    <a:pt x="2648" y="700"/>
                    <a:pt x="2580" y="586"/>
                  </a:cubicBezTo>
                  <a:cubicBezTo>
                    <a:pt x="2465" y="404"/>
                    <a:pt x="2374" y="312"/>
                    <a:pt x="2192" y="175"/>
                  </a:cubicBezTo>
                  <a:cubicBezTo>
                    <a:pt x="2169" y="153"/>
                    <a:pt x="2123" y="130"/>
                    <a:pt x="2100" y="130"/>
                  </a:cubicBezTo>
                  <a:cubicBezTo>
                    <a:pt x="2009" y="84"/>
                    <a:pt x="1918" y="39"/>
                    <a:pt x="1826" y="16"/>
                  </a:cubicBezTo>
                  <a:cubicBezTo>
                    <a:pt x="1741" y="6"/>
                    <a:pt x="1660" y="1"/>
                    <a:pt x="15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9"/>
            <p:cNvSpPr/>
            <p:nvPr/>
          </p:nvSpPr>
          <p:spPr>
            <a:xfrm>
              <a:off x="6904250" y="1350500"/>
              <a:ext cx="62225" cy="62125"/>
            </a:xfrm>
            <a:custGeom>
              <a:avLst/>
              <a:gdLst/>
              <a:ahLst/>
              <a:cxnLst/>
              <a:rect l="l" t="t" r="r" b="b"/>
              <a:pathLst>
                <a:path w="2489" h="2485" extrusionOk="0">
                  <a:moveTo>
                    <a:pt x="1173" y="0"/>
                  </a:moveTo>
                  <a:cubicBezTo>
                    <a:pt x="1086" y="0"/>
                    <a:pt x="994" y="17"/>
                    <a:pt x="913" y="33"/>
                  </a:cubicBezTo>
                  <a:cubicBezTo>
                    <a:pt x="822" y="56"/>
                    <a:pt x="731" y="124"/>
                    <a:pt x="639" y="193"/>
                  </a:cubicBezTo>
                  <a:cubicBezTo>
                    <a:pt x="548" y="215"/>
                    <a:pt x="457" y="261"/>
                    <a:pt x="388" y="352"/>
                  </a:cubicBezTo>
                  <a:cubicBezTo>
                    <a:pt x="343" y="375"/>
                    <a:pt x="320" y="421"/>
                    <a:pt x="274" y="466"/>
                  </a:cubicBezTo>
                  <a:cubicBezTo>
                    <a:pt x="251" y="512"/>
                    <a:pt x="206" y="558"/>
                    <a:pt x="183" y="603"/>
                  </a:cubicBezTo>
                  <a:cubicBezTo>
                    <a:pt x="137" y="672"/>
                    <a:pt x="114" y="740"/>
                    <a:pt x="92" y="832"/>
                  </a:cubicBezTo>
                  <a:cubicBezTo>
                    <a:pt x="69" y="854"/>
                    <a:pt x="69" y="877"/>
                    <a:pt x="69" y="900"/>
                  </a:cubicBezTo>
                  <a:cubicBezTo>
                    <a:pt x="0" y="1128"/>
                    <a:pt x="0" y="1334"/>
                    <a:pt x="69" y="1562"/>
                  </a:cubicBezTo>
                  <a:cubicBezTo>
                    <a:pt x="92" y="1676"/>
                    <a:pt x="137" y="1767"/>
                    <a:pt x="183" y="1859"/>
                  </a:cubicBezTo>
                  <a:cubicBezTo>
                    <a:pt x="228" y="1950"/>
                    <a:pt x="297" y="2041"/>
                    <a:pt x="365" y="2133"/>
                  </a:cubicBezTo>
                  <a:cubicBezTo>
                    <a:pt x="388" y="2133"/>
                    <a:pt x="411" y="2155"/>
                    <a:pt x="434" y="2178"/>
                  </a:cubicBezTo>
                  <a:cubicBezTo>
                    <a:pt x="502" y="2224"/>
                    <a:pt x="548" y="2292"/>
                    <a:pt x="639" y="2315"/>
                  </a:cubicBezTo>
                  <a:cubicBezTo>
                    <a:pt x="708" y="2361"/>
                    <a:pt x="776" y="2384"/>
                    <a:pt x="845" y="2429"/>
                  </a:cubicBezTo>
                  <a:cubicBezTo>
                    <a:pt x="890" y="2429"/>
                    <a:pt x="913" y="2429"/>
                    <a:pt x="936" y="2452"/>
                  </a:cubicBezTo>
                  <a:cubicBezTo>
                    <a:pt x="1017" y="2468"/>
                    <a:pt x="1097" y="2484"/>
                    <a:pt x="1178" y="2484"/>
                  </a:cubicBezTo>
                  <a:cubicBezTo>
                    <a:pt x="1212" y="2484"/>
                    <a:pt x="1245" y="2482"/>
                    <a:pt x="1278" y="2475"/>
                  </a:cubicBezTo>
                  <a:cubicBezTo>
                    <a:pt x="1370" y="2475"/>
                    <a:pt x="1507" y="2452"/>
                    <a:pt x="1598" y="2407"/>
                  </a:cubicBezTo>
                  <a:cubicBezTo>
                    <a:pt x="1712" y="2384"/>
                    <a:pt x="1826" y="2338"/>
                    <a:pt x="1918" y="2270"/>
                  </a:cubicBezTo>
                  <a:cubicBezTo>
                    <a:pt x="1986" y="2224"/>
                    <a:pt x="2100" y="2155"/>
                    <a:pt x="2169" y="2064"/>
                  </a:cubicBezTo>
                  <a:cubicBezTo>
                    <a:pt x="2237" y="1973"/>
                    <a:pt x="2306" y="1904"/>
                    <a:pt x="2351" y="1790"/>
                  </a:cubicBezTo>
                  <a:cubicBezTo>
                    <a:pt x="2397" y="1722"/>
                    <a:pt x="2420" y="1653"/>
                    <a:pt x="2443" y="1562"/>
                  </a:cubicBezTo>
                  <a:cubicBezTo>
                    <a:pt x="2465" y="1516"/>
                    <a:pt x="2465" y="1448"/>
                    <a:pt x="2488" y="1402"/>
                  </a:cubicBezTo>
                  <a:cubicBezTo>
                    <a:pt x="2488" y="1242"/>
                    <a:pt x="2488" y="1128"/>
                    <a:pt x="2465" y="969"/>
                  </a:cubicBezTo>
                  <a:cubicBezTo>
                    <a:pt x="2443" y="946"/>
                    <a:pt x="2443" y="900"/>
                    <a:pt x="2443" y="877"/>
                  </a:cubicBezTo>
                  <a:cubicBezTo>
                    <a:pt x="2397" y="809"/>
                    <a:pt x="2374" y="717"/>
                    <a:pt x="2328" y="649"/>
                  </a:cubicBezTo>
                  <a:cubicBezTo>
                    <a:pt x="2283" y="558"/>
                    <a:pt x="2237" y="512"/>
                    <a:pt x="2169" y="444"/>
                  </a:cubicBezTo>
                  <a:cubicBezTo>
                    <a:pt x="2146" y="398"/>
                    <a:pt x="2123" y="375"/>
                    <a:pt x="2100" y="352"/>
                  </a:cubicBezTo>
                  <a:cubicBezTo>
                    <a:pt x="2032" y="307"/>
                    <a:pt x="1963" y="238"/>
                    <a:pt x="1895" y="193"/>
                  </a:cubicBezTo>
                  <a:cubicBezTo>
                    <a:pt x="1872" y="170"/>
                    <a:pt x="1849" y="170"/>
                    <a:pt x="1803" y="147"/>
                  </a:cubicBezTo>
                  <a:cubicBezTo>
                    <a:pt x="1735" y="101"/>
                    <a:pt x="1644" y="78"/>
                    <a:pt x="1552" y="56"/>
                  </a:cubicBezTo>
                  <a:cubicBezTo>
                    <a:pt x="1484" y="10"/>
                    <a:pt x="1370" y="10"/>
                    <a:pt x="1278" y="10"/>
                  </a:cubicBezTo>
                  <a:cubicBezTo>
                    <a:pt x="1245" y="3"/>
                    <a:pt x="1210" y="0"/>
                    <a:pt x="11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9"/>
            <p:cNvSpPr/>
            <p:nvPr/>
          </p:nvSpPr>
          <p:spPr>
            <a:xfrm>
              <a:off x="6895125" y="1500800"/>
              <a:ext cx="41675" cy="53100"/>
            </a:xfrm>
            <a:custGeom>
              <a:avLst/>
              <a:gdLst/>
              <a:ahLst/>
              <a:cxnLst/>
              <a:rect l="l" t="t" r="r" b="b"/>
              <a:pathLst>
                <a:path w="1667" h="2124" extrusionOk="0">
                  <a:moveTo>
                    <a:pt x="845" y="1"/>
                  </a:moveTo>
                  <a:cubicBezTo>
                    <a:pt x="799" y="1"/>
                    <a:pt x="730" y="24"/>
                    <a:pt x="662" y="24"/>
                  </a:cubicBezTo>
                  <a:cubicBezTo>
                    <a:pt x="548" y="69"/>
                    <a:pt x="457" y="115"/>
                    <a:pt x="365" y="206"/>
                  </a:cubicBezTo>
                  <a:cubicBezTo>
                    <a:pt x="205" y="343"/>
                    <a:pt x="114" y="503"/>
                    <a:pt x="69" y="686"/>
                  </a:cubicBezTo>
                  <a:cubicBezTo>
                    <a:pt x="23" y="777"/>
                    <a:pt x="23" y="891"/>
                    <a:pt x="23" y="982"/>
                  </a:cubicBezTo>
                  <a:cubicBezTo>
                    <a:pt x="23" y="1005"/>
                    <a:pt x="23" y="1028"/>
                    <a:pt x="23" y="1051"/>
                  </a:cubicBezTo>
                  <a:cubicBezTo>
                    <a:pt x="23" y="1074"/>
                    <a:pt x="23" y="1074"/>
                    <a:pt x="0" y="1074"/>
                  </a:cubicBezTo>
                  <a:cubicBezTo>
                    <a:pt x="0" y="1119"/>
                    <a:pt x="0" y="1142"/>
                    <a:pt x="23" y="1188"/>
                  </a:cubicBezTo>
                  <a:cubicBezTo>
                    <a:pt x="0" y="1279"/>
                    <a:pt x="23" y="1370"/>
                    <a:pt x="69" y="1439"/>
                  </a:cubicBezTo>
                  <a:cubicBezTo>
                    <a:pt x="91" y="1507"/>
                    <a:pt x="114" y="1553"/>
                    <a:pt x="160" y="1599"/>
                  </a:cubicBezTo>
                  <a:cubicBezTo>
                    <a:pt x="160" y="1599"/>
                    <a:pt x="160" y="1622"/>
                    <a:pt x="183" y="1644"/>
                  </a:cubicBezTo>
                  <a:cubicBezTo>
                    <a:pt x="274" y="1804"/>
                    <a:pt x="411" y="1941"/>
                    <a:pt x="571" y="2032"/>
                  </a:cubicBezTo>
                  <a:cubicBezTo>
                    <a:pt x="685" y="2101"/>
                    <a:pt x="799" y="2124"/>
                    <a:pt x="936" y="2124"/>
                  </a:cubicBezTo>
                  <a:cubicBezTo>
                    <a:pt x="1027" y="2124"/>
                    <a:pt x="1118" y="2124"/>
                    <a:pt x="1187" y="2078"/>
                  </a:cubicBezTo>
                  <a:cubicBezTo>
                    <a:pt x="1278" y="2032"/>
                    <a:pt x="1347" y="1987"/>
                    <a:pt x="1415" y="1918"/>
                  </a:cubicBezTo>
                  <a:cubicBezTo>
                    <a:pt x="1507" y="1827"/>
                    <a:pt x="1552" y="1736"/>
                    <a:pt x="1598" y="1622"/>
                  </a:cubicBezTo>
                  <a:cubicBezTo>
                    <a:pt x="1643" y="1507"/>
                    <a:pt x="1643" y="1393"/>
                    <a:pt x="1666" y="1279"/>
                  </a:cubicBezTo>
                  <a:cubicBezTo>
                    <a:pt x="1666" y="1165"/>
                    <a:pt x="1643" y="1051"/>
                    <a:pt x="1621" y="937"/>
                  </a:cubicBezTo>
                  <a:cubicBezTo>
                    <a:pt x="1598" y="868"/>
                    <a:pt x="1575" y="800"/>
                    <a:pt x="1552" y="731"/>
                  </a:cubicBezTo>
                  <a:cubicBezTo>
                    <a:pt x="1552" y="709"/>
                    <a:pt x="1552" y="709"/>
                    <a:pt x="1552" y="709"/>
                  </a:cubicBezTo>
                  <a:cubicBezTo>
                    <a:pt x="1552" y="594"/>
                    <a:pt x="1529" y="526"/>
                    <a:pt x="1484" y="435"/>
                  </a:cubicBezTo>
                  <a:cubicBezTo>
                    <a:pt x="1461" y="343"/>
                    <a:pt x="1415" y="275"/>
                    <a:pt x="1347" y="206"/>
                  </a:cubicBezTo>
                  <a:cubicBezTo>
                    <a:pt x="1210" y="92"/>
                    <a:pt x="1027" y="1"/>
                    <a:pt x="8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9"/>
            <p:cNvSpPr/>
            <p:nvPr/>
          </p:nvSpPr>
          <p:spPr>
            <a:xfrm>
              <a:off x="6954450" y="1656600"/>
              <a:ext cx="55950" cy="61800"/>
            </a:xfrm>
            <a:custGeom>
              <a:avLst/>
              <a:gdLst/>
              <a:ahLst/>
              <a:cxnLst/>
              <a:rect l="l" t="t" r="r" b="b"/>
              <a:pathLst>
                <a:path w="2238" h="2472" extrusionOk="0">
                  <a:moveTo>
                    <a:pt x="960" y="0"/>
                  </a:moveTo>
                  <a:cubicBezTo>
                    <a:pt x="777" y="23"/>
                    <a:pt x="594" y="69"/>
                    <a:pt x="457" y="206"/>
                  </a:cubicBezTo>
                  <a:cubicBezTo>
                    <a:pt x="389" y="297"/>
                    <a:pt x="320" y="388"/>
                    <a:pt x="252" y="480"/>
                  </a:cubicBezTo>
                  <a:cubicBezTo>
                    <a:pt x="183" y="571"/>
                    <a:pt x="138" y="685"/>
                    <a:pt x="92" y="799"/>
                  </a:cubicBezTo>
                  <a:cubicBezTo>
                    <a:pt x="69" y="845"/>
                    <a:pt x="69" y="913"/>
                    <a:pt x="47" y="959"/>
                  </a:cubicBezTo>
                  <a:cubicBezTo>
                    <a:pt x="24" y="1073"/>
                    <a:pt x="1" y="1210"/>
                    <a:pt x="24" y="1324"/>
                  </a:cubicBezTo>
                  <a:cubicBezTo>
                    <a:pt x="47" y="1552"/>
                    <a:pt x="92" y="1758"/>
                    <a:pt x="229" y="1940"/>
                  </a:cubicBezTo>
                  <a:cubicBezTo>
                    <a:pt x="275" y="2032"/>
                    <a:pt x="343" y="2100"/>
                    <a:pt x="412" y="2169"/>
                  </a:cubicBezTo>
                  <a:cubicBezTo>
                    <a:pt x="571" y="2306"/>
                    <a:pt x="663" y="2351"/>
                    <a:pt x="845" y="2420"/>
                  </a:cubicBezTo>
                  <a:cubicBezTo>
                    <a:pt x="937" y="2454"/>
                    <a:pt x="1051" y="2471"/>
                    <a:pt x="1165" y="2471"/>
                  </a:cubicBezTo>
                  <a:cubicBezTo>
                    <a:pt x="1279" y="2471"/>
                    <a:pt x="1393" y="2454"/>
                    <a:pt x="1485" y="2420"/>
                  </a:cubicBezTo>
                  <a:cubicBezTo>
                    <a:pt x="1667" y="2351"/>
                    <a:pt x="1758" y="2306"/>
                    <a:pt x="1895" y="2191"/>
                  </a:cubicBezTo>
                  <a:cubicBezTo>
                    <a:pt x="1987" y="2100"/>
                    <a:pt x="2055" y="2032"/>
                    <a:pt x="2101" y="1918"/>
                  </a:cubicBezTo>
                  <a:cubicBezTo>
                    <a:pt x="2146" y="1849"/>
                    <a:pt x="2192" y="1735"/>
                    <a:pt x="2215" y="1644"/>
                  </a:cubicBezTo>
                  <a:cubicBezTo>
                    <a:pt x="2215" y="1575"/>
                    <a:pt x="2238" y="1484"/>
                    <a:pt x="2238" y="1393"/>
                  </a:cubicBezTo>
                  <a:cubicBezTo>
                    <a:pt x="2238" y="1324"/>
                    <a:pt x="2215" y="1233"/>
                    <a:pt x="2192" y="1142"/>
                  </a:cubicBezTo>
                  <a:cubicBezTo>
                    <a:pt x="2124" y="913"/>
                    <a:pt x="1964" y="708"/>
                    <a:pt x="1758" y="594"/>
                  </a:cubicBezTo>
                  <a:cubicBezTo>
                    <a:pt x="1713" y="571"/>
                    <a:pt x="1667" y="548"/>
                    <a:pt x="1621" y="525"/>
                  </a:cubicBezTo>
                  <a:cubicBezTo>
                    <a:pt x="1576" y="411"/>
                    <a:pt x="1530" y="297"/>
                    <a:pt x="1439" y="206"/>
                  </a:cubicBezTo>
                  <a:cubicBezTo>
                    <a:pt x="1302" y="92"/>
                    <a:pt x="1142" y="0"/>
                    <a:pt x="9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9"/>
            <p:cNvSpPr/>
            <p:nvPr/>
          </p:nvSpPr>
          <p:spPr>
            <a:xfrm>
              <a:off x="7072000" y="1827275"/>
              <a:ext cx="57675" cy="69825"/>
            </a:xfrm>
            <a:custGeom>
              <a:avLst/>
              <a:gdLst/>
              <a:ahLst/>
              <a:cxnLst/>
              <a:rect l="l" t="t" r="r" b="b"/>
              <a:pathLst>
                <a:path w="2307" h="2793" extrusionOk="0">
                  <a:moveTo>
                    <a:pt x="1090" y="1"/>
                  </a:moveTo>
                  <a:cubicBezTo>
                    <a:pt x="987" y="1"/>
                    <a:pt x="886" y="23"/>
                    <a:pt x="800" y="66"/>
                  </a:cubicBezTo>
                  <a:cubicBezTo>
                    <a:pt x="708" y="89"/>
                    <a:pt x="640" y="135"/>
                    <a:pt x="572" y="203"/>
                  </a:cubicBezTo>
                  <a:cubicBezTo>
                    <a:pt x="480" y="295"/>
                    <a:pt x="412" y="386"/>
                    <a:pt x="389" y="523"/>
                  </a:cubicBezTo>
                  <a:cubicBezTo>
                    <a:pt x="320" y="706"/>
                    <a:pt x="252" y="888"/>
                    <a:pt x="183" y="1071"/>
                  </a:cubicBezTo>
                  <a:cubicBezTo>
                    <a:pt x="161" y="1094"/>
                    <a:pt x="161" y="1139"/>
                    <a:pt x="161" y="1162"/>
                  </a:cubicBezTo>
                  <a:cubicBezTo>
                    <a:pt x="115" y="1253"/>
                    <a:pt x="69" y="1345"/>
                    <a:pt x="47" y="1436"/>
                  </a:cubicBezTo>
                  <a:cubicBezTo>
                    <a:pt x="24" y="1504"/>
                    <a:pt x="1" y="1619"/>
                    <a:pt x="24" y="1710"/>
                  </a:cubicBezTo>
                  <a:cubicBezTo>
                    <a:pt x="24" y="1915"/>
                    <a:pt x="69" y="2121"/>
                    <a:pt x="183" y="2281"/>
                  </a:cubicBezTo>
                  <a:cubicBezTo>
                    <a:pt x="298" y="2440"/>
                    <a:pt x="435" y="2577"/>
                    <a:pt x="617" y="2669"/>
                  </a:cubicBezTo>
                  <a:cubicBezTo>
                    <a:pt x="788" y="2746"/>
                    <a:pt x="958" y="2792"/>
                    <a:pt x="1129" y="2792"/>
                  </a:cubicBezTo>
                  <a:cubicBezTo>
                    <a:pt x="1209" y="2792"/>
                    <a:pt x="1290" y="2782"/>
                    <a:pt x="1370" y="2760"/>
                  </a:cubicBezTo>
                  <a:cubicBezTo>
                    <a:pt x="1576" y="2714"/>
                    <a:pt x="1758" y="2600"/>
                    <a:pt x="1895" y="2463"/>
                  </a:cubicBezTo>
                  <a:cubicBezTo>
                    <a:pt x="2032" y="2349"/>
                    <a:pt x="2124" y="2189"/>
                    <a:pt x="2192" y="2029"/>
                  </a:cubicBezTo>
                  <a:cubicBezTo>
                    <a:pt x="2261" y="1870"/>
                    <a:pt x="2306" y="1687"/>
                    <a:pt x="2306" y="1504"/>
                  </a:cubicBezTo>
                  <a:cubicBezTo>
                    <a:pt x="2306" y="1276"/>
                    <a:pt x="2238" y="1094"/>
                    <a:pt x="2146" y="888"/>
                  </a:cubicBezTo>
                  <a:cubicBezTo>
                    <a:pt x="2010" y="546"/>
                    <a:pt x="1713" y="295"/>
                    <a:pt x="1416" y="89"/>
                  </a:cubicBezTo>
                  <a:cubicBezTo>
                    <a:pt x="1320" y="29"/>
                    <a:pt x="1204" y="1"/>
                    <a:pt x="10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9"/>
            <p:cNvSpPr/>
            <p:nvPr/>
          </p:nvSpPr>
          <p:spPr>
            <a:xfrm>
              <a:off x="7220375" y="1878275"/>
              <a:ext cx="75925" cy="59250"/>
            </a:xfrm>
            <a:custGeom>
              <a:avLst/>
              <a:gdLst/>
              <a:ahLst/>
              <a:cxnLst/>
              <a:rect l="l" t="t" r="r" b="b"/>
              <a:pathLst>
                <a:path w="3037" h="2370" extrusionOk="0">
                  <a:moveTo>
                    <a:pt x="2001" y="1"/>
                  </a:moveTo>
                  <a:cubicBezTo>
                    <a:pt x="1912" y="1"/>
                    <a:pt x="1826" y="12"/>
                    <a:pt x="1758" y="35"/>
                  </a:cubicBezTo>
                  <a:cubicBezTo>
                    <a:pt x="1575" y="104"/>
                    <a:pt x="1416" y="195"/>
                    <a:pt x="1324" y="355"/>
                  </a:cubicBezTo>
                  <a:cubicBezTo>
                    <a:pt x="1324" y="355"/>
                    <a:pt x="1324" y="377"/>
                    <a:pt x="1324" y="377"/>
                  </a:cubicBezTo>
                  <a:cubicBezTo>
                    <a:pt x="1233" y="286"/>
                    <a:pt x="1142" y="241"/>
                    <a:pt x="1028" y="218"/>
                  </a:cubicBezTo>
                  <a:cubicBezTo>
                    <a:pt x="966" y="200"/>
                    <a:pt x="894" y="189"/>
                    <a:pt x="820" y="189"/>
                  </a:cubicBezTo>
                  <a:cubicBezTo>
                    <a:pt x="705" y="189"/>
                    <a:pt x="587" y="216"/>
                    <a:pt x="503" y="286"/>
                  </a:cubicBezTo>
                  <a:cubicBezTo>
                    <a:pt x="343" y="377"/>
                    <a:pt x="274" y="446"/>
                    <a:pt x="160" y="606"/>
                  </a:cubicBezTo>
                  <a:cubicBezTo>
                    <a:pt x="115" y="674"/>
                    <a:pt x="92" y="743"/>
                    <a:pt x="69" y="834"/>
                  </a:cubicBezTo>
                  <a:cubicBezTo>
                    <a:pt x="69" y="857"/>
                    <a:pt x="46" y="880"/>
                    <a:pt x="46" y="902"/>
                  </a:cubicBezTo>
                  <a:cubicBezTo>
                    <a:pt x="23" y="1017"/>
                    <a:pt x="0" y="1131"/>
                    <a:pt x="23" y="1222"/>
                  </a:cubicBezTo>
                  <a:cubicBezTo>
                    <a:pt x="46" y="1427"/>
                    <a:pt x="69" y="1519"/>
                    <a:pt x="160" y="1701"/>
                  </a:cubicBezTo>
                  <a:cubicBezTo>
                    <a:pt x="343" y="2135"/>
                    <a:pt x="822" y="2340"/>
                    <a:pt x="1279" y="2363"/>
                  </a:cubicBezTo>
                  <a:cubicBezTo>
                    <a:pt x="1316" y="2367"/>
                    <a:pt x="1354" y="2369"/>
                    <a:pt x="1392" y="2369"/>
                  </a:cubicBezTo>
                  <a:cubicBezTo>
                    <a:pt x="1559" y="2369"/>
                    <a:pt x="1723" y="2332"/>
                    <a:pt x="1872" y="2295"/>
                  </a:cubicBezTo>
                  <a:cubicBezTo>
                    <a:pt x="2032" y="2249"/>
                    <a:pt x="2215" y="2181"/>
                    <a:pt x="2374" y="2112"/>
                  </a:cubicBezTo>
                  <a:cubicBezTo>
                    <a:pt x="2557" y="1998"/>
                    <a:pt x="2739" y="1838"/>
                    <a:pt x="2854" y="1656"/>
                  </a:cubicBezTo>
                  <a:cubicBezTo>
                    <a:pt x="2922" y="1564"/>
                    <a:pt x="2968" y="1450"/>
                    <a:pt x="2991" y="1359"/>
                  </a:cubicBezTo>
                  <a:cubicBezTo>
                    <a:pt x="3036" y="1199"/>
                    <a:pt x="3036" y="1085"/>
                    <a:pt x="3013" y="925"/>
                  </a:cubicBezTo>
                  <a:cubicBezTo>
                    <a:pt x="2968" y="674"/>
                    <a:pt x="2876" y="446"/>
                    <a:pt x="2671" y="263"/>
                  </a:cubicBezTo>
                  <a:cubicBezTo>
                    <a:pt x="2557" y="149"/>
                    <a:pt x="2420" y="81"/>
                    <a:pt x="2260" y="35"/>
                  </a:cubicBezTo>
                  <a:cubicBezTo>
                    <a:pt x="2180" y="12"/>
                    <a:pt x="2089" y="1"/>
                    <a:pt x="20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9"/>
            <p:cNvSpPr/>
            <p:nvPr/>
          </p:nvSpPr>
          <p:spPr>
            <a:xfrm>
              <a:off x="7359050" y="1770925"/>
              <a:ext cx="66775" cy="64875"/>
            </a:xfrm>
            <a:custGeom>
              <a:avLst/>
              <a:gdLst/>
              <a:ahLst/>
              <a:cxnLst/>
              <a:rect l="l" t="t" r="r" b="b"/>
              <a:pathLst>
                <a:path w="2671" h="2595" extrusionOk="0">
                  <a:moveTo>
                    <a:pt x="1597" y="0"/>
                  </a:moveTo>
                  <a:cubicBezTo>
                    <a:pt x="1559" y="0"/>
                    <a:pt x="1521" y="6"/>
                    <a:pt x="1484" y="15"/>
                  </a:cubicBezTo>
                  <a:cubicBezTo>
                    <a:pt x="1392" y="15"/>
                    <a:pt x="1301" y="38"/>
                    <a:pt x="1233" y="106"/>
                  </a:cubicBezTo>
                  <a:cubicBezTo>
                    <a:pt x="1096" y="175"/>
                    <a:pt x="981" y="312"/>
                    <a:pt x="936" y="449"/>
                  </a:cubicBezTo>
                  <a:cubicBezTo>
                    <a:pt x="875" y="434"/>
                    <a:pt x="812" y="426"/>
                    <a:pt x="748" y="426"/>
                  </a:cubicBezTo>
                  <a:cubicBezTo>
                    <a:pt x="621" y="426"/>
                    <a:pt x="495" y="456"/>
                    <a:pt x="388" y="517"/>
                  </a:cubicBezTo>
                  <a:cubicBezTo>
                    <a:pt x="228" y="609"/>
                    <a:pt x="114" y="768"/>
                    <a:pt x="68" y="928"/>
                  </a:cubicBezTo>
                  <a:cubicBezTo>
                    <a:pt x="23" y="1156"/>
                    <a:pt x="0" y="1385"/>
                    <a:pt x="68" y="1590"/>
                  </a:cubicBezTo>
                  <a:cubicBezTo>
                    <a:pt x="137" y="1818"/>
                    <a:pt x="251" y="1978"/>
                    <a:pt x="411" y="2161"/>
                  </a:cubicBezTo>
                  <a:cubicBezTo>
                    <a:pt x="479" y="2229"/>
                    <a:pt x="548" y="2298"/>
                    <a:pt x="639" y="2343"/>
                  </a:cubicBezTo>
                  <a:cubicBezTo>
                    <a:pt x="685" y="2389"/>
                    <a:pt x="730" y="2412"/>
                    <a:pt x="799" y="2435"/>
                  </a:cubicBezTo>
                  <a:cubicBezTo>
                    <a:pt x="890" y="2480"/>
                    <a:pt x="981" y="2526"/>
                    <a:pt x="1096" y="2549"/>
                  </a:cubicBezTo>
                  <a:cubicBezTo>
                    <a:pt x="1187" y="2572"/>
                    <a:pt x="1324" y="2594"/>
                    <a:pt x="1415" y="2594"/>
                  </a:cubicBezTo>
                  <a:cubicBezTo>
                    <a:pt x="1643" y="2572"/>
                    <a:pt x="1849" y="2526"/>
                    <a:pt x="2031" y="2412"/>
                  </a:cubicBezTo>
                  <a:cubicBezTo>
                    <a:pt x="2191" y="2298"/>
                    <a:pt x="2351" y="2161"/>
                    <a:pt x="2442" y="1978"/>
                  </a:cubicBezTo>
                  <a:cubicBezTo>
                    <a:pt x="2625" y="1659"/>
                    <a:pt x="2671" y="1293"/>
                    <a:pt x="2579" y="951"/>
                  </a:cubicBezTo>
                  <a:cubicBezTo>
                    <a:pt x="2556" y="791"/>
                    <a:pt x="2488" y="631"/>
                    <a:pt x="2397" y="517"/>
                  </a:cubicBezTo>
                  <a:cubicBezTo>
                    <a:pt x="2328" y="426"/>
                    <a:pt x="2283" y="335"/>
                    <a:pt x="2191" y="266"/>
                  </a:cubicBezTo>
                  <a:cubicBezTo>
                    <a:pt x="2123" y="221"/>
                    <a:pt x="2077" y="175"/>
                    <a:pt x="2009" y="129"/>
                  </a:cubicBezTo>
                  <a:cubicBezTo>
                    <a:pt x="1917" y="84"/>
                    <a:pt x="1849" y="61"/>
                    <a:pt x="1758" y="38"/>
                  </a:cubicBezTo>
                  <a:cubicBezTo>
                    <a:pt x="1704" y="11"/>
                    <a:pt x="1651" y="0"/>
                    <a:pt x="15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9"/>
            <p:cNvSpPr/>
            <p:nvPr/>
          </p:nvSpPr>
          <p:spPr>
            <a:xfrm>
              <a:off x="7275150" y="1140175"/>
              <a:ext cx="63375" cy="66325"/>
            </a:xfrm>
            <a:custGeom>
              <a:avLst/>
              <a:gdLst/>
              <a:ahLst/>
              <a:cxnLst/>
              <a:rect l="l" t="t" r="r" b="b"/>
              <a:pathLst>
                <a:path w="2535" h="2653" extrusionOk="0">
                  <a:moveTo>
                    <a:pt x="1119" y="0"/>
                  </a:moveTo>
                  <a:cubicBezTo>
                    <a:pt x="868" y="0"/>
                    <a:pt x="617" y="69"/>
                    <a:pt x="412" y="206"/>
                  </a:cubicBezTo>
                  <a:cubicBezTo>
                    <a:pt x="252" y="297"/>
                    <a:pt x="138" y="457"/>
                    <a:pt x="92" y="617"/>
                  </a:cubicBezTo>
                  <a:cubicBezTo>
                    <a:pt x="46" y="754"/>
                    <a:pt x="46" y="913"/>
                    <a:pt x="115" y="1050"/>
                  </a:cubicBezTo>
                  <a:cubicBezTo>
                    <a:pt x="46" y="1164"/>
                    <a:pt x="1" y="1279"/>
                    <a:pt x="1" y="1416"/>
                  </a:cubicBezTo>
                  <a:cubicBezTo>
                    <a:pt x="1" y="1644"/>
                    <a:pt x="46" y="1872"/>
                    <a:pt x="183" y="2055"/>
                  </a:cubicBezTo>
                  <a:cubicBezTo>
                    <a:pt x="320" y="2237"/>
                    <a:pt x="480" y="2397"/>
                    <a:pt x="663" y="2511"/>
                  </a:cubicBezTo>
                  <a:cubicBezTo>
                    <a:pt x="841" y="2590"/>
                    <a:pt x="1037" y="2653"/>
                    <a:pt x="1235" y="2653"/>
                  </a:cubicBezTo>
                  <a:cubicBezTo>
                    <a:pt x="1265" y="2653"/>
                    <a:pt x="1295" y="2651"/>
                    <a:pt x="1325" y="2648"/>
                  </a:cubicBezTo>
                  <a:cubicBezTo>
                    <a:pt x="1439" y="2648"/>
                    <a:pt x="1553" y="2625"/>
                    <a:pt x="1644" y="2602"/>
                  </a:cubicBezTo>
                  <a:cubicBezTo>
                    <a:pt x="1827" y="2534"/>
                    <a:pt x="1941" y="2466"/>
                    <a:pt x="2078" y="2351"/>
                  </a:cubicBezTo>
                  <a:cubicBezTo>
                    <a:pt x="2260" y="2192"/>
                    <a:pt x="2375" y="1986"/>
                    <a:pt x="2443" y="1781"/>
                  </a:cubicBezTo>
                  <a:cubicBezTo>
                    <a:pt x="2466" y="1735"/>
                    <a:pt x="2489" y="1689"/>
                    <a:pt x="2489" y="1644"/>
                  </a:cubicBezTo>
                  <a:cubicBezTo>
                    <a:pt x="2511" y="1530"/>
                    <a:pt x="2534" y="1393"/>
                    <a:pt x="2511" y="1279"/>
                  </a:cubicBezTo>
                  <a:cubicBezTo>
                    <a:pt x="2511" y="1073"/>
                    <a:pt x="2466" y="845"/>
                    <a:pt x="2329" y="639"/>
                  </a:cubicBezTo>
                  <a:cubicBezTo>
                    <a:pt x="2215" y="457"/>
                    <a:pt x="2032" y="274"/>
                    <a:pt x="1827" y="183"/>
                  </a:cubicBezTo>
                  <a:cubicBezTo>
                    <a:pt x="1621" y="69"/>
                    <a:pt x="1370" y="0"/>
                    <a:pt x="1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9"/>
            <p:cNvSpPr/>
            <p:nvPr/>
          </p:nvSpPr>
          <p:spPr>
            <a:xfrm>
              <a:off x="7158175" y="1293225"/>
              <a:ext cx="54225" cy="54925"/>
            </a:xfrm>
            <a:custGeom>
              <a:avLst/>
              <a:gdLst/>
              <a:ahLst/>
              <a:cxnLst/>
              <a:rect l="l" t="t" r="r" b="b"/>
              <a:pathLst>
                <a:path w="2169" h="2197" extrusionOk="0">
                  <a:moveTo>
                    <a:pt x="1069" y="0"/>
                  </a:moveTo>
                  <a:cubicBezTo>
                    <a:pt x="1024" y="0"/>
                    <a:pt x="979" y="6"/>
                    <a:pt x="936" y="18"/>
                  </a:cubicBezTo>
                  <a:lnTo>
                    <a:pt x="708" y="18"/>
                  </a:lnTo>
                  <a:cubicBezTo>
                    <a:pt x="684" y="12"/>
                    <a:pt x="659" y="9"/>
                    <a:pt x="635" y="9"/>
                  </a:cubicBezTo>
                  <a:cubicBezTo>
                    <a:pt x="568" y="9"/>
                    <a:pt x="501" y="31"/>
                    <a:pt x="434" y="64"/>
                  </a:cubicBezTo>
                  <a:cubicBezTo>
                    <a:pt x="343" y="87"/>
                    <a:pt x="274" y="133"/>
                    <a:pt x="206" y="201"/>
                  </a:cubicBezTo>
                  <a:cubicBezTo>
                    <a:pt x="137" y="269"/>
                    <a:pt x="92" y="338"/>
                    <a:pt x="69" y="429"/>
                  </a:cubicBezTo>
                  <a:cubicBezTo>
                    <a:pt x="23" y="521"/>
                    <a:pt x="0" y="612"/>
                    <a:pt x="0" y="703"/>
                  </a:cubicBezTo>
                  <a:cubicBezTo>
                    <a:pt x="23" y="886"/>
                    <a:pt x="69" y="1068"/>
                    <a:pt x="206" y="1205"/>
                  </a:cubicBezTo>
                  <a:cubicBezTo>
                    <a:pt x="229" y="1205"/>
                    <a:pt x="229" y="1205"/>
                    <a:pt x="252" y="1228"/>
                  </a:cubicBezTo>
                  <a:cubicBezTo>
                    <a:pt x="252" y="1297"/>
                    <a:pt x="274" y="1388"/>
                    <a:pt x="274" y="1456"/>
                  </a:cubicBezTo>
                  <a:cubicBezTo>
                    <a:pt x="274" y="1479"/>
                    <a:pt x="297" y="1502"/>
                    <a:pt x="297" y="1525"/>
                  </a:cubicBezTo>
                  <a:cubicBezTo>
                    <a:pt x="320" y="1593"/>
                    <a:pt x="343" y="1662"/>
                    <a:pt x="389" y="1730"/>
                  </a:cubicBezTo>
                  <a:cubicBezTo>
                    <a:pt x="389" y="1730"/>
                    <a:pt x="389" y="1753"/>
                    <a:pt x="411" y="1753"/>
                  </a:cubicBezTo>
                  <a:cubicBezTo>
                    <a:pt x="457" y="1822"/>
                    <a:pt x="480" y="1890"/>
                    <a:pt x="548" y="1936"/>
                  </a:cubicBezTo>
                  <a:cubicBezTo>
                    <a:pt x="662" y="2050"/>
                    <a:pt x="777" y="2095"/>
                    <a:pt x="914" y="2164"/>
                  </a:cubicBezTo>
                  <a:lnTo>
                    <a:pt x="982" y="2164"/>
                  </a:lnTo>
                  <a:cubicBezTo>
                    <a:pt x="1030" y="2180"/>
                    <a:pt x="1090" y="2196"/>
                    <a:pt x="1145" y="2196"/>
                  </a:cubicBezTo>
                  <a:cubicBezTo>
                    <a:pt x="1168" y="2196"/>
                    <a:pt x="1190" y="2193"/>
                    <a:pt x="1210" y="2187"/>
                  </a:cubicBezTo>
                  <a:cubicBezTo>
                    <a:pt x="1279" y="2187"/>
                    <a:pt x="1347" y="2187"/>
                    <a:pt x="1416" y="2164"/>
                  </a:cubicBezTo>
                  <a:lnTo>
                    <a:pt x="1438" y="2164"/>
                  </a:lnTo>
                  <a:cubicBezTo>
                    <a:pt x="1484" y="2141"/>
                    <a:pt x="1507" y="2141"/>
                    <a:pt x="1553" y="2118"/>
                  </a:cubicBezTo>
                  <a:cubicBezTo>
                    <a:pt x="1575" y="2095"/>
                    <a:pt x="1621" y="2095"/>
                    <a:pt x="1644" y="2073"/>
                  </a:cubicBezTo>
                  <a:cubicBezTo>
                    <a:pt x="1667" y="2073"/>
                    <a:pt x="1667" y="2073"/>
                    <a:pt x="1667" y="2050"/>
                  </a:cubicBezTo>
                  <a:cubicBezTo>
                    <a:pt x="1735" y="2027"/>
                    <a:pt x="1781" y="1981"/>
                    <a:pt x="1827" y="1936"/>
                  </a:cubicBezTo>
                  <a:cubicBezTo>
                    <a:pt x="1849" y="1936"/>
                    <a:pt x="1849" y="1913"/>
                    <a:pt x="1872" y="1890"/>
                  </a:cubicBezTo>
                  <a:cubicBezTo>
                    <a:pt x="1986" y="1753"/>
                    <a:pt x="2032" y="1685"/>
                    <a:pt x="2100" y="1502"/>
                  </a:cubicBezTo>
                  <a:cubicBezTo>
                    <a:pt x="2123" y="1411"/>
                    <a:pt x="2146" y="1319"/>
                    <a:pt x="2146" y="1205"/>
                  </a:cubicBezTo>
                  <a:cubicBezTo>
                    <a:pt x="2169" y="1114"/>
                    <a:pt x="2146" y="1023"/>
                    <a:pt x="2123" y="931"/>
                  </a:cubicBezTo>
                  <a:cubicBezTo>
                    <a:pt x="2123" y="909"/>
                    <a:pt x="2123" y="886"/>
                    <a:pt x="2100" y="863"/>
                  </a:cubicBezTo>
                  <a:cubicBezTo>
                    <a:pt x="2078" y="794"/>
                    <a:pt x="2055" y="726"/>
                    <a:pt x="2032" y="657"/>
                  </a:cubicBezTo>
                  <a:cubicBezTo>
                    <a:pt x="2009" y="612"/>
                    <a:pt x="1963" y="566"/>
                    <a:pt x="1941" y="521"/>
                  </a:cubicBezTo>
                  <a:cubicBezTo>
                    <a:pt x="1895" y="498"/>
                    <a:pt x="1872" y="452"/>
                    <a:pt x="1827" y="406"/>
                  </a:cubicBezTo>
                  <a:cubicBezTo>
                    <a:pt x="1781" y="338"/>
                    <a:pt x="1712" y="292"/>
                    <a:pt x="1644" y="247"/>
                  </a:cubicBezTo>
                  <a:cubicBezTo>
                    <a:pt x="1621" y="224"/>
                    <a:pt x="1598" y="224"/>
                    <a:pt x="1575" y="201"/>
                  </a:cubicBezTo>
                  <a:cubicBezTo>
                    <a:pt x="1553" y="201"/>
                    <a:pt x="1530" y="201"/>
                    <a:pt x="1530" y="178"/>
                  </a:cubicBezTo>
                  <a:cubicBezTo>
                    <a:pt x="1484" y="155"/>
                    <a:pt x="1461" y="133"/>
                    <a:pt x="1438" y="110"/>
                  </a:cubicBezTo>
                  <a:cubicBezTo>
                    <a:pt x="1322" y="43"/>
                    <a:pt x="1192" y="0"/>
                    <a:pt x="10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9"/>
            <p:cNvSpPr/>
            <p:nvPr/>
          </p:nvSpPr>
          <p:spPr>
            <a:xfrm>
              <a:off x="7034350" y="1398425"/>
              <a:ext cx="54225" cy="53575"/>
            </a:xfrm>
            <a:custGeom>
              <a:avLst/>
              <a:gdLst/>
              <a:ahLst/>
              <a:cxnLst/>
              <a:rect l="l" t="t" r="r" b="b"/>
              <a:pathLst>
                <a:path w="2169" h="2143" extrusionOk="0">
                  <a:moveTo>
                    <a:pt x="1204" y="1"/>
                  </a:moveTo>
                  <a:cubicBezTo>
                    <a:pt x="1174" y="1"/>
                    <a:pt x="1146" y="4"/>
                    <a:pt x="1119" y="10"/>
                  </a:cubicBezTo>
                  <a:cubicBezTo>
                    <a:pt x="1028" y="10"/>
                    <a:pt x="959" y="10"/>
                    <a:pt x="868" y="33"/>
                  </a:cubicBezTo>
                  <a:cubicBezTo>
                    <a:pt x="845" y="33"/>
                    <a:pt x="822" y="56"/>
                    <a:pt x="799" y="56"/>
                  </a:cubicBezTo>
                  <a:cubicBezTo>
                    <a:pt x="776" y="56"/>
                    <a:pt x="754" y="79"/>
                    <a:pt x="731" y="79"/>
                  </a:cubicBezTo>
                  <a:cubicBezTo>
                    <a:pt x="640" y="102"/>
                    <a:pt x="525" y="124"/>
                    <a:pt x="434" y="170"/>
                  </a:cubicBezTo>
                  <a:cubicBezTo>
                    <a:pt x="388" y="216"/>
                    <a:pt x="343" y="238"/>
                    <a:pt x="297" y="284"/>
                  </a:cubicBezTo>
                  <a:cubicBezTo>
                    <a:pt x="206" y="375"/>
                    <a:pt x="160" y="467"/>
                    <a:pt x="115" y="581"/>
                  </a:cubicBezTo>
                  <a:cubicBezTo>
                    <a:pt x="115" y="604"/>
                    <a:pt x="92" y="649"/>
                    <a:pt x="92" y="672"/>
                  </a:cubicBezTo>
                  <a:cubicBezTo>
                    <a:pt x="92" y="695"/>
                    <a:pt x="92" y="695"/>
                    <a:pt x="92" y="718"/>
                  </a:cubicBezTo>
                  <a:cubicBezTo>
                    <a:pt x="69" y="741"/>
                    <a:pt x="69" y="763"/>
                    <a:pt x="69" y="786"/>
                  </a:cubicBezTo>
                  <a:cubicBezTo>
                    <a:pt x="46" y="786"/>
                    <a:pt x="46" y="809"/>
                    <a:pt x="46" y="809"/>
                  </a:cubicBezTo>
                  <a:cubicBezTo>
                    <a:pt x="0" y="992"/>
                    <a:pt x="23" y="1129"/>
                    <a:pt x="46" y="1311"/>
                  </a:cubicBezTo>
                  <a:cubicBezTo>
                    <a:pt x="69" y="1403"/>
                    <a:pt x="115" y="1494"/>
                    <a:pt x="160" y="1540"/>
                  </a:cubicBezTo>
                  <a:cubicBezTo>
                    <a:pt x="183" y="1562"/>
                    <a:pt x="206" y="1562"/>
                    <a:pt x="206" y="1585"/>
                  </a:cubicBezTo>
                  <a:cubicBezTo>
                    <a:pt x="206" y="1585"/>
                    <a:pt x="206" y="1608"/>
                    <a:pt x="206" y="1608"/>
                  </a:cubicBezTo>
                  <a:cubicBezTo>
                    <a:pt x="229" y="1631"/>
                    <a:pt x="251" y="1654"/>
                    <a:pt x="251" y="1676"/>
                  </a:cubicBezTo>
                  <a:cubicBezTo>
                    <a:pt x="320" y="1745"/>
                    <a:pt x="366" y="1813"/>
                    <a:pt x="411" y="1882"/>
                  </a:cubicBezTo>
                  <a:cubicBezTo>
                    <a:pt x="434" y="1905"/>
                    <a:pt x="434" y="1905"/>
                    <a:pt x="457" y="1905"/>
                  </a:cubicBezTo>
                  <a:cubicBezTo>
                    <a:pt x="571" y="2019"/>
                    <a:pt x="571" y="2019"/>
                    <a:pt x="685" y="2064"/>
                  </a:cubicBezTo>
                  <a:cubicBezTo>
                    <a:pt x="708" y="2064"/>
                    <a:pt x="754" y="2087"/>
                    <a:pt x="776" y="2110"/>
                  </a:cubicBezTo>
                  <a:cubicBezTo>
                    <a:pt x="845" y="2133"/>
                    <a:pt x="959" y="2133"/>
                    <a:pt x="1028" y="2133"/>
                  </a:cubicBezTo>
                  <a:cubicBezTo>
                    <a:pt x="1054" y="2140"/>
                    <a:pt x="1083" y="2142"/>
                    <a:pt x="1112" y="2142"/>
                  </a:cubicBezTo>
                  <a:cubicBezTo>
                    <a:pt x="1184" y="2142"/>
                    <a:pt x="1260" y="2126"/>
                    <a:pt x="1324" y="2110"/>
                  </a:cubicBezTo>
                  <a:cubicBezTo>
                    <a:pt x="1416" y="2087"/>
                    <a:pt x="1484" y="2042"/>
                    <a:pt x="1553" y="2019"/>
                  </a:cubicBezTo>
                  <a:cubicBezTo>
                    <a:pt x="1575" y="2019"/>
                    <a:pt x="1598" y="1996"/>
                    <a:pt x="1621" y="1996"/>
                  </a:cubicBezTo>
                  <a:cubicBezTo>
                    <a:pt x="1689" y="1950"/>
                    <a:pt x="1758" y="1882"/>
                    <a:pt x="1804" y="1836"/>
                  </a:cubicBezTo>
                  <a:cubicBezTo>
                    <a:pt x="1826" y="1813"/>
                    <a:pt x="1849" y="1813"/>
                    <a:pt x="1849" y="1791"/>
                  </a:cubicBezTo>
                  <a:cubicBezTo>
                    <a:pt x="1918" y="1722"/>
                    <a:pt x="1986" y="1631"/>
                    <a:pt x="2032" y="1540"/>
                  </a:cubicBezTo>
                  <a:cubicBezTo>
                    <a:pt x="2078" y="1471"/>
                    <a:pt x="2100" y="1380"/>
                    <a:pt x="2123" y="1311"/>
                  </a:cubicBezTo>
                  <a:cubicBezTo>
                    <a:pt x="2146" y="1288"/>
                    <a:pt x="2146" y="1266"/>
                    <a:pt x="2146" y="1243"/>
                  </a:cubicBezTo>
                  <a:cubicBezTo>
                    <a:pt x="2169" y="1174"/>
                    <a:pt x="2169" y="1083"/>
                    <a:pt x="2169" y="1015"/>
                  </a:cubicBezTo>
                  <a:cubicBezTo>
                    <a:pt x="2169" y="992"/>
                    <a:pt x="2169" y="992"/>
                    <a:pt x="2169" y="969"/>
                  </a:cubicBezTo>
                  <a:cubicBezTo>
                    <a:pt x="2169" y="900"/>
                    <a:pt x="2169" y="832"/>
                    <a:pt x="2146" y="763"/>
                  </a:cubicBezTo>
                  <a:cubicBezTo>
                    <a:pt x="2123" y="672"/>
                    <a:pt x="2078" y="604"/>
                    <a:pt x="2055" y="535"/>
                  </a:cubicBezTo>
                  <a:cubicBezTo>
                    <a:pt x="2055" y="512"/>
                    <a:pt x="2032" y="490"/>
                    <a:pt x="2032" y="467"/>
                  </a:cubicBezTo>
                  <a:cubicBezTo>
                    <a:pt x="1986" y="421"/>
                    <a:pt x="1941" y="375"/>
                    <a:pt x="1895" y="307"/>
                  </a:cubicBezTo>
                  <a:cubicBezTo>
                    <a:pt x="1895" y="307"/>
                    <a:pt x="1895" y="307"/>
                    <a:pt x="1872" y="284"/>
                  </a:cubicBezTo>
                  <a:cubicBezTo>
                    <a:pt x="1872" y="284"/>
                    <a:pt x="1872" y="284"/>
                    <a:pt x="1849" y="261"/>
                  </a:cubicBezTo>
                  <a:cubicBezTo>
                    <a:pt x="1804" y="216"/>
                    <a:pt x="1758" y="170"/>
                    <a:pt x="1689" y="147"/>
                  </a:cubicBezTo>
                  <a:cubicBezTo>
                    <a:pt x="1621" y="102"/>
                    <a:pt x="1553" y="79"/>
                    <a:pt x="1484" y="56"/>
                  </a:cubicBezTo>
                  <a:cubicBezTo>
                    <a:pt x="1461" y="33"/>
                    <a:pt x="1438" y="33"/>
                    <a:pt x="1416" y="33"/>
                  </a:cubicBezTo>
                  <a:cubicBezTo>
                    <a:pt x="1351" y="17"/>
                    <a:pt x="1275" y="1"/>
                    <a:pt x="1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9"/>
            <p:cNvSpPr/>
            <p:nvPr/>
          </p:nvSpPr>
          <p:spPr>
            <a:xfrm>
              <a:off x="7035500" y="1552750"/>
              <a:ext cx="55375" cy="58225"/>
            </a:xfrm>
            <a:custGeom>
              <a:avLst/>
              <a:gdLst/>
              <a:ahLst/>
              <a:cxnLst/>
              <a:rect l="l" t="t" r="r" b="b"/>
              <a:pathLst>
                <a:path w="2215" h="2329" extrusionOk="0">
                  <a:moveTo>
                    <a:pt x="976" y="0"/>
                  </a:moveTo>
                  <a:cubicBezTo>
                    <a:pt x="850" y="0"/>
                    <a:pt x="723" y="30"/>
                    <a:pt x="616" y="91"/>
                  </a:cubicBezTo>
                  <a:cubicBezTo>
                    <a:pt x="525" y="160"/>
                    <a:pt x="434" y="228"/>
                    <a:pt x="342" y="320"/>
                  </a:cubicBezTo>
                  <a:cubicBezTo>
                    <a:pt x="274" y="411"/>
                    <a:pt x="205" y="502"/>
                    <a:pt x="160" y="594"/>
                  </a:cubicBezTo>
                  <a:cubicBezTo>
                    <a:pt x="114" y="708"/>
                    <a:pt x="46" y="822"/>
                    <a:pt x="23" y="936"/>
                  </a:cubicBezTo>
                  <a:cubicBezTo>
                    <a:pt x="23" y="1004"/>
                    <a:pt x="0" y="1096"/>
                    <a:pt x="0" y="1187"/>
                  </a:cubicBezTo>
                  <a:cubicBezTo>
                    <a:pt x="0" y="1278"/>
                    <a:pt x="23" y="1370"/>
                    <a:pt x="46" y="1461"/>
                  </a:cubicBezTo>
                  <a:cubicBezTo>
                    <a:pt x="46" y="1484"/>
                    <a:pt x="46" y="1507"/>
                    <a:pt x="69" y="1529"/>
                  </a:cubicBezTo>
                  <a:cubicBezTo>
                    <a:pt x="91" y="1621"/>
                    <a:pt x="114" y="1689"/>
                    <a:pt x="160" y="1758"/>
                  </a:cubicBezTo>
                  <a:cubicBezTo>
                    <a:pt x="205" y="1826"/>
                    <a:pt x="251" y="1895"/>
                    <a:pt x="320" y="1963"/>
                  </a:cubicBezTo>
                  <a:cubicBezTo>
                    <a:pt x="320" y="1986"/>
                    <a:pt x="342" y="2009"/>
                    <a:pt x="365" y="2031"/>
                  </a:cubicBezTo>
                  <a:cubicBezTo>
                    <a:pt x="434" y="2077"/>
                    <a:pt x="502" y="2123"/>
                    <a:pt x="571" y="2168"/>
                  </a:cubicBezTo>
                  <a:cubicBezTo>
                    <a:pt x="639" y="2214"/>
                    <a:pt x="730" y="2237"/>
                    <a:pt x="799" y="2283"/>
                  </a:cubicBezTo>
                  <a:cubicBezTo>
                    <a:pt x="913" y="2305"/>
                    <a:pt x="1027" y="2328"/>
                    <a:pt x="1141" y="2328"/>
                  </a:cubicBezTo>
                  <a:lnTo>
                    <a:pt x="1210" y="2328"/>
                  </a:lnTo>
                  <a:cubicBezTo>
                    <a:pt x="1301" y="2328"/>
                    <a:pt x="1370" y="2328"/>
                    <a:pt x="1461" y="2283"/>
                  </a:cubicBezTo>
                  <a:cubicBezTo>
                    <a:pt x="1621" y="2237"/>
                    <a:pt x="1758" y="2168"/>
                    <a:pt x="1895" y="2054"/>
                  </a:cubicBezTo>
                  <a:cubicBezTo>
                    <a:pt x="1917" y="2009"/>
                    <a:pt x="1940" y="1963"/>
                    <a:pt x="1986" y="1940"/>
                  </a:cubicBezTo>
                  <a:cubicBezTo>
                    <a:pt x="2009" y="1895"/>
                    <a:pt x="2054" y="1849"/>
                    <a:pt x="2077" y="1803"/>
                  </a:cubicBezTo>
                  <a:cubicBezTo>
                    <a:pt x="2123" y="1712"/>
                    <a:pt x="2168" y="1621"/>
                    <a:pt x="2191" y="1507"/>
                  </a:cubicBezTo>
                  <a:cubicBezTo>
                    <a:pt x="2214" y="1301"/>
                    <a:pt x="2214" y="1210"/>
                    <a:pt x="2168" y="1004"/>
                  </a:cubicBezTo>
                  <a:cubicBezTo>
                    <a:pt x="2168" y="982"/>
                    <a:pt x="2168" y="959"/>
                    <a:pt x="2168" y="959"/>
                  </a:cubicBezTo>
                  <a:cubicBezTo>
                    <a:pt x="2146" y="867"/>
                    <a:pt x="2100" y="799"/>
                    <a:pt x="2054" y="730"/>
                  </a:cubicBezTo>
                  <a:cubicBezTo>
                    <a:pt x="2054" y="708"/>
                    <a:pt x="2054" y="708"/>
                    <a:pt x="2054" y="708"/>
                  </a:cubicBezTo>
                  <a:cubicBezTo>
                    <a:pt x="2009" y="639"/>
                    <a:pt x="1963" y="594"/>
                    <a:pt x="1917" y="548"/>
                  </a:cubicBezTo>
                  <a:cubicBezTo>
                    <a:pt x="1917" y="525"/>
                    <a:pt x="1895" y="525"/>
                    <a:pt x="1895" y="525"/>
                  </a:cubicBezTo>
                  <a:cubicBezTo>
                    <a:pt x="1849" y="479"/>
                    <a:pt x="1780" y="434"/>
                    <a:pt x="1735" y="388"/>
                  </a:cubicBezTo>
                  <a:cubicBezTo>
                    <a:pt x="1712" y="388"/>
                    <a:pt x="1712" y="365"/>
                    <a:pt x="1712" y="365"/>
                  </a:cubicBezTo>
                  <a:cubicBezTo>
                    <a:pt x="1643" y="342"/>
                    <a:pt x="1598" y="320"/>
                    <a:pt x="1529" y="297"/>
                  </a:cubicBezTo>
                  <a:cubicBezTo>
                    <a:pt x="1438" y="183"/>
                    <a:pt x="1324" y="69"/>
                    <a:pt x="1164" y="23"/>
                  </a:cubicBezTo>
                  <a:cubicBezTo>
                    <a:pt x="1103" y="8"/>
                    <a:pt x="1040" y="0"/>
                    <a:pt x="9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9"/>
            <p:cNvSpPr/>
            <p:nvPr/>
          </p:nvSpPr>
          <p:spPr>
            <a:xfrm>
              <a:off x="7147900" y="1679900"/>
              <a:ext cx="64500" cy="61400"/>
            </a:xfrm>
            <a:custGeom>
              <a:avLst/>
              <a:gdLst/>
              <a:ahLst/>
              <a:cxnLst/>
              <a:rect l="l" t="t" r="r" b="b"/>
              <a:pathLst>
                <a:path w="2580" h="2456" extrusionOk="0">
                  <a:moveTo>
                    <a:pt x="970" y="1"/>
                  </a:moveTo>
                  <a:cubicBezTo>
                    <a:pt x="951" y="1"/>
                    <a:pt x="932" y="2"/>
                    <a:pt x="914" y="4"/>
                  </a:cubicBezTo>
                  <a:cubicBezTo>
                    <a:pt x="868" y="4"/>
                    <a:pt x="800" y="27"/>
                    <a:pt x="731" y="27"/>
                  </a:cubicBezTo>
                  <a:cubicBezTo>
                    <a:pt x="617" y="50"/>
                    <a:pt x="503" y="118"/>
                    <a:pt x="434" y="210"/>
                  </a:cubicBezTo>
                  <a:cubicBezTo>
                    <a:pt x="411" y="232"/>
                    <a:pt x="389" y="255"/>
                    <a:pt x="366" y="278"/>
                  </a:cubicBezTo>
                  <a:cubicBezTo>
                    <a:pt x="297" y="346"/>
                    <a:pt x="252" y="415"/>
                    <a:pt x="206" y="483"/>
                  </a:cubicBezTo>
                  <a:cubicBezTo>
                    <a:pt x="138" y="575"/>
                    <a:pt x="92" y="689"/>
                    <a:pt x="69" y="826"/>
                  </a:cubicBezTo>
                  <a:cubicBezTo>
                    <a:pt x="1" y="1054"/>
                    <a:pt x="1" y="1305"/>
                    <a:pt x="69" y="1533"/>
                  </a:cubicBezTo>
                  <a:cubicBezTo>
                    <a:pt x="92" y="1625"/>
                    <a:pt x="138" y="1716"/>
                    <a:pt x="183" y="1784"/>
                  </a:cubicBezTo>
                  <a:cubicBezTo>
                    <a:pt x="183" y="1807"/>
                    <a:pt x="206" y="1853"/>
                    <a:pt x="229" y="1876"/>
                  </a:cubicBezTo>
                  <a:cubicBezTo>
                    <a:pt x="275" y="1944"/>
                    <a:pt x="320" y="2013"/>
                    <a:pt x="389" y="2081"/>
                  </a:cubicBezTo>
                  <a:cubicBezTo>
                    <a:pt x="434" y="2127"/>
                    <a:pt x="526" y="2195"/>
                    <a:pt x="594" y="2241"/>
                  </a:cubicBezTo>
                  <a:cubicBezTo>
                    <a:pt x="777" y="2378"/>
                    <a:pt x="1028" y="2424"/>
                    <a:pt x="1279" y="2446"/>
                  </a:cubicBezTo>
                  <a:cubicBezTo>
                    <a:pt x="1312" y="2453"/>
                    <a:pt x="1346" y="2456"/>
                    <a:pt x="1379" y="2456"/>
                  </a:cubicBezTo>
                  <a:cubicBezTo>
                    <a:pt x="1460" y="2456"/>
                    <a:pt x="1541" y="2440"/>
                    <a:pt x="1621" y="2424"/>
                  </a:cubicBezTo>
                  <a:cubicBezTo>
                    <a:pt x="1667" y="2424"/>
                    <a:pt x="1690" y="2401"/>
                    <a:pt x="1713" y="2401"/>
                  </a:cubicBezTo>
                  <a:cubicBezTo>
                    <a:pt x="1804" y="2378"/>
                    <a:pt x="1895" y="2332"/>
                    <a:pt x="1964" y="2287"/>
                  </a:cubicBezTo>
                  <a:cubicBezTo>
                    <a:pt x="2009" y="2264"/>
                    <a:pt x="2055" y="2218"/>
                    <a:pt x="2101" y="2195"/>
                  </a:cubicBezTo>
                  <a:cubicBezTo>
                    <a:pt x="2146" y="2150"/>
                    <a:pt x="2192" y="2127"/>
                    <a:pt x="2238" y="2081"/>
                  </a:cubicBezTo>
                  <a:cubicBezTo>
                    <a:pt x="2306" y="2013"/>
                    <a:pt x="2352" y="1944"/>
                    <a:pt x="2397" y="1876"/>
                  </a:cubicBezTo>
                  <a:cubicBezTo>
                    <a:pt x="2443" y="1807"/>
                    <a:pt x="2466" y="1716"/>
                    <a:pt x="2511" y="1647"/>
                  </a:cubicBezTo>
                  <a:cubicBezTo>
                    <a:pt x="2511" y="1602"/>
                    <a:pt x="2534" y="1579"/>
                    <a:pt x="2534" y="1556"/>
                  </a:cubicBezTo>
                  <a:cubicBezTo>
                    <a:pt x="2557" y="1465"/>
                    <a:pt x="2557" y="1374"/>
                    <a:pt x="2557" y="1282"/>
                  </a:cubicBezTo>
                  <a:cubicBezTo>
                    <a:pt x="2580" y="1100"/>
                    <a:pt x="2511" y="963"/>
                    <a:pt x="2443" y="780"/>
                  </a:cubicBezTo>
                  <a:cubicBezTo>
                    <a:pt x="2374" y="643"/>
                    <a:pt x="2238" y="506"/>
                    <a:pt x="2101" y="438"/>
                  </a:cubicBezTo>
                  <a:cubicBezTo>
                    <a:pt x="2101" y="415"/>
                    <a:pt x="2078" y="415"/>
                    <a:pt x="2078" y="415"/>
                  </a:cubicBezTo>
                  <a:cubicBezTo>
                    <a:pt x="2009" y="369"/>
                    <a:pt x="1941" y="346"/>
                    <a:pt x="1895" y="324"/>
                  </a:cubicBezTo>
                  <a:lnTo>
                    <a:pt x="1849" y="324"/>
                  </a:lnTo>
                  <a:cubicBezTo>
                    <a:pt x="1781" y="301"/>
                    <a:pt x="1713" y="301"/>
                    <a:pt x="1644" y="301"/>
                  </a:cubicBezTo>
                  <a:cubicBezTo>
                    <a:pt x="1598" y="301"/>
                    <a:pt x="1553" y="301"/>
                    <a:pt x="1507" y="324"/>
                  </a:cubicBezTo>
                  <a:cubicBezTo>
                    <a:pt x="1484" y="278"/>
                    <a:pt x="1439" y="232"/>
                    <a:pt x="1416" y="210"/>
                  </a:cubicBezTo>
                  <a:cubicBezTo>
                    <a:pt x="1293" y="87"/>
                    <a:pt x="1133" y="1"/>
                    <a:pt x="9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9"/>
            <p:cNvSpPr/>
            <p:nvPr/>
          </p:nvSpPr>
          <p:spPr>
            <a:xfrm>
              <a:off x="7300825" y="1652600"/>
              <a:ext cx="67375" cy="59600"/>
            </a:xfrm>
            <a:custGeom>
              <a:avLst/>
              <a:gdLst/>
              <a:ahLst/>
              <a:cxnLst/>
              <a:rect l="l" t="t" r="r" b="b"/>
              <a:pathLst>
                <a:path w="2695" h="2384" extrusionOk="0">
                  <a:moveTo>
                    <a:pt x="1530" y="0"/>
                  </a:moveTo>
                  <a:cubicBezTo>
                    <a:pt x="1439" y="0"/>
                    <a:pt x="1348" y="23"/>
                    <a:pt x="1279" y="46"/>
                  </a:cubicBezTo>
                  <a:cubicBezTo>
                    <a:pt x="1096" y="92"/>
                    <a:pt x="982" y="160"/>
                    <a:pt x="845" y="274"/>
                  </a:cubicBezTo>
                  <a:cubicBezTo>
                    <a:pt x="845" y="297"/>
                    <a:pt x="845" y="297"/>
                    <a:pt x="823" y="297"/>
                  </a:cubicBezTo>
                  <a:lnTo>
                    <a:pt x="708" y="297"/>
                  </a:lnTo>
                  <a:cubicBezTo>
                    <a:pt x="526" y="297"/>
                    <a:pt x="343" y="366"/>
                    <a:pt x="206" y="503"/>
                  </a:cubicBezTo>
                  <a:lnTo>
                    <a:pt x="115" y="640"/>
                  </a:lnTo>
                  <a:cubicBezTo>
                    <a:pt x="46" y="754"/>
                    <a:pt x="1" y="868"/>
                    <a:pt x="1" y="982"/>
                  </a:cubicBezTo>
                  <a:cubicBezTo>
                    <a:pt x="1" y="1050"/>
                    <a:pt x="1" y="1096"/>
                    <a:pt x="1" y="1165"/>
                  </a:cubicBezTo>
                  <a:cubicBezTo>
                    <a:pt x="24" y="1279"/>
                    <a:pt x="24" y="1393"/>
                    <a:pt x="69" y="1484"/>
                  </a:cubicBezTo>
                  <a:cubicBezTo>
                    <a:pt x="161" y="1690"/>
                    <a:pt x="252" y="1895"/>
                    <a:pt x="435" y="2032"/>
                  </a:cubicBezTo>
                  <a:cubicBezTo>
                    <a:pt x="594" y="2169"/>
                    <a:pt x="800" y="2306"/>
                    <a:pt x="1005" y="2351"/>
                  </a:cubicBezTo>
                  <a:cubicBezTo>
                    <a:pt x="1108" y="2372"/>
                    <a:pt x="1206" y="2383"/>
                    <a:pt x="1303" y="2383"/>
                  </a:cubicBezTo>
                  <a:cubicBezTo>
                    <a:pt x="1423" y="2383"/>
                    <a:pt x="1541" y="2366"/>
                    <a:pt x="1667" y="2329"/>
                  </a:cubicBezTo>
                  <a:cubicBezTo>
                    <a:pt x="2078" y="2192"/>
                    <a:pt x="2420" y="1872"/>
                    <a:pt x="2557" y="1438"/>
                  </a:cubicBezTo>
                  <a:cubicBezTo>
                    <a:pt x="2694" y="959"/>
                    <a:pt x="2512" y="388"/>
                    <a:pt x="2078" y="137"/>
                  </a:cubicBezTo>
                  <a:cubicBezTo>
                    <a:pt x="1918" y="46"/>
                    <a:pt x="1781" y="23"/>
                    <a:pt x="15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9"/>
            <p:cNvSpPr/>
            <p:nvPr/>
          </p:nvSpPr>
          <p:spPr>
            <a:xfrm>
              <a:off x="7346475" y="1317650"/>
              <a:ext cx="61650" cy="58225"/>
            </a:xfrm>
            <a:custGeom>
              <a:avLst/>
              <a:gdLst/>
              <a:ahLst/>
              <a:cxnLst/>
              <a:rect l="l" t="t" r="r" b="b"/>
              <a:pathLst>
                <a:path w="2466" h="2329" extrusionOk="0">
                  <a:moveTo>
                    <a:pt x="1096" y="0"/>
                  </a:moveTo>
                  <a:cubicBezTo>
                    <a:pt x="891" y="0"/>
                    <a:pt x="686" y="46"/>
                    <a:pt x="503" y="114"/>
                  </a:cubicBezTo>
                  <a:cubicBezTo>
                    <a:pt x="412" y="137"/>
                    <a:pt x="343" y="183"/>
                    <a:pt x="275" y="228"/>
                  </a:cubicBezTo>
                  <a:cubicBezTo>
                    <a:pt x="206" y="274"/>
                    <a:pt x="138" y="342"/>
                    <a:pt x="92" y="434"/>
                  </a:cubicBezTo>
                  <a:cubicBezTo>
                    <a:pt x="46" y="502"/>
                    <a:pt x="24" y="593"/>
                    <a:pt x="24" y="685"/>
                  </a:cubicBezTo>
                  <a:cubicBezTo>
                    <a:pt x="1" y="776"/>
                    <a:pt x="1" y="867"/>
                    <a:pt x="24" y="959"/>
                  </a:cubicBezTo>
                  <a:cubicBezTo>
                    <a:pt x="69" y="1141"/>
                    <a:pt x="183" y="1301"/>
                    <a:pt x="343" y="1392"/>
                  </a:cubicBezTo>
                  <a:lnTo>
                    <a:pt x="435" y="1415"/>
                  </a:lnTo>
                  <a:cubicBezTo>
                    <a:pt x="435" y="1461"/>
                    <a:pt x="457" y="1507"/>
                    <a:pt x="457" y="1552"/>
                  </a:cubicBezTo>
                  <a:cubicBezTo>
                    <a:pt x="480" y="1621"/>
                    <a:pt x="526" y="1689"/>
                    <a:pt x="549" y="1758"/>
                  </a:cubicBezTo>
                  <a:cubicBezTo>
                    <a:pt x="571" y="1780"/>
                    <a:pt x="571" y="1803"/>
                    <a:pt x="594" y="1826"/>
                  </a:cubicBezTo>
                  <a:cubicBezTo>
                    <a:pt x="640" y="1895"/>
                    <a:pt x="708" y="1986"/>
                    <a:pt x="777" y="2054"/>
                  </a:cubicBezTo>
                  <a:cubicBezTo>
                    <a:pt x="823" y="2100"/>
                    <a:pt x="891" y="2146"/>
                    <a:pt x="960" y="2191"/>
                  </a:cubicBezTo>
                  <a:cubicBezTo>
                    <a:pt x="1005" y="2214"/>
                    <a:pt x="1051" y="2214"/>
                    <a:pt x="1096" y="2237"/>
                  </a:cubicBezTo>
                  <a:cubicBezTo>
                    <a:pt x="1119" y="2260"/>
                    <a:pt x="1165" y="2283"/>
                    <a:pt x="1211" y="2305"/>
                  </a:cubicBezTo>
                  <a:lnTo>
                    <a:pt x="1348" y="2305"/>
                  </a:lnTo>
                  <a:cubicBezTo>
                    <a:pt x="1370" y="2305"/>
                    <a:pt x="1416" y="2328"/>
                    <a:pt x="1462" y="2328"/>
                  </a:cubicBezTo>
                  <a:lnTo>
                    <a:pt x="1484" y="2328"/>
                  </a:lnTo>
                  <a:cubicBezTo>
                    <a:pt x="1553" y="2328"/>
                    <a:pt x="1621" y="2305"/>
                    <a:pt x="1690" y="2305"/>
                  </a:cubicBezTo>
                  <a:cubicBezTo>
                    <a:pt x="1758" y="2283"/>
                    <a:pt x="1850" y="2237"/>
                    <a:pt x="1918" y="2214"/>
                  </a:cubicBezTo>
                  <a:cubicBezTo>
                    <a:pt x="1941" y="2191"/>
                    <a:pt x="1941" y="2191"/>
                    <a:pt x="1964" y="2168"/>
                  </a:cubicBezTo>
                  <a:cubicBezTo>
                    <a:pt x="2032" y="2123"/>
                    <a:pt x="2101" y="2077"/>
                    <a:pt x="2146" y="2031"/>
                  </a:cubicBezTo>
                  <a:cubicBezTo>
                    <a:pt x="2215" y="1963"/>
                    <a:pt x="2283" y="1872"/>
                    <a:pt x="2329" y="1780"/>
                  </a:cubicBezTo>
                  <a:cubicBezTo>
                    <a:pt x="2375" y="1712"/>
                    <a:pt x="2420" y="1598"/>
                    <a:pt x="2420" y="1507"/>
                  </a:cubicBezTo>
                  <a:cubicBezTo>
                    <a:pt x="2443" y="1415"/>
                    <a:pt x="2466" y="1301"/>
                    <a:pt x="2466" y="1187"/>
                  </a:cubicBezTo>
                  <a:cubicBezTo>
                    <a:pt x="2443" y="1096"/>
                    <a:pt x="2443" y="982"/>
                    <a:pt x="2398" y="890"/>
                  </a:cubicBezTo>
                  <a:cubicBezTo>
                    <a:pt x="2375" y="799"/>
                    <a:pt x="2352" y="730"/>
                    <a:pt x="2306" y="662"/>
                  </a:cubicBezTo>
                  <a:cubicBezTo>
                    <a:pt x="2306" y="639"/>
                    <a:pt x="2306" y="616"/>
                    <a:pt x="2283" y="593"/>
                  </a:cubicBezTo>
                  <a:cubicBezTo>
                    <a:pt x="2238" y="525"/>
                    <a:pt x="2192" y="479"/>
                    <a:pt x="2146" y="411"/>
                  </a:cubicBezTo>
                  <a:cubicBezTo>
                    <a:pt x="2124" y="388"/>
                    <a:pt x="2101" y="365"/>
                    <a:pt x="2101" y="365"/>
                  </a:cubicBezTo>
                  <a:cubicBezTo>
                    <a:pt x="2009" y="297"/>
                    <a:pt x="1918" y="205"/>
                    <a:pt x="1827" y="160"/>
                  </a:cubicBezTo>
                  <a:cubicBezTo>
                    <a:pt x="1713" y="114"/>
                    <a:pt x="1599" y="46"/>
                    <a:pt x="1462" y="46"/>
                  </a:cubicBezTo>
                  <a:cubicBezTo>
                    <a:pt x="1348" y="23"/>
                    <a:pt x="1233" y="0"/>
                    <a:pt x="10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9"/>
            <p:cNvSpPr/>
            <p:nvPr/>
          </p:nvSpPr>
          <p:spPr>
            <a:xfrm>
              <a:off x="7226650" y="1439075"/>
              <a:ext cx="57650" cy="66900"/>
            </a:xfrm>
            <a:custGeom>
              <a:avLst/>
              <a:gdLst/>
              <a:ahLst/>
              <a:cxnLst/>
              <a:rect l="l" t="t" r="r" b="b"/>
              <a:pathLst>
                <a:path w="2306" h="2676" extrusionOk="0">
                  <a:moveTo>
                    <a:pt x="1244" y="0"/>
                  </a:moveTo>
                  <a:cubicBezTo>
                    <a:pt x="1218" y="0"/>
                    <a:pt x="1192" y="2"/>
                    <a:pt x="1165" y="5"/>
                  </a:cubicBezTo>
                  <a:cubicBezTo>
                    <a:pt x="982" y="28"/>
                    <a:pt x="891" y="50"/>
                    <a:pt x="731" y="119"/>
                  </a:cubicBezTo>
                  <a:cubicBezTo>
                    <a:pt x="640" y="165"/>
                    <a:pt x="571" y="233"/>
                    <a:pt x="503" y="302"/>
                  </a:cubicBezTo>
                  <a:cubicBezTo>
                    <a:pt x="366" y="416"/>
                    <a:pt x="297" y="621"/>
                    <a:pt x="297" y="781"/>
                  </a:cubicBezTo>
                  <a:cubicBezTo>
                    <a:pt x="297" y="963"/>
                    <a:pt x="366" y="1169"/>
                    <a:pt x="503" y="1283"/>
                  </a:cubicBezTo>
                  <a:cubicBezTo>
                    <a:pt x="503" y="1283"/>
                    <a:pt x="526" y="1306"/>
                    <a:pt x="526" y="1306"/>
                  </a:cubicBezTo>
                  <a:cubicBezTo>
                    <a:pt x="411" y="1352"/>
                    <a:pt x="297" y="1397"/>
                    <a:pt x="229" y="1488"/>
                  </a:cubicBezTo>
                  <a:cubicBezTo>
                    <a:pt x="92" y="1603"/>
                    <a:pt x="1" y="1808"/>
                    <a:pt x="23" y="1991"/>
                  </a:cubicBezTo>
                  <a:cubicBezTo>
                    <a:pt x="23" y="2150"/>
                    <a:pt x="92" y="2356"/>
                    <a:pt x="229" y="2470"/>
                  </a:cubicBezTo>
                  <a:cubicBezTo>
                    <a:pt x="366" y="2607"/>
                    <a:pt x="526" y="2675"/>
                    <a:pt x="708" y="2675"/>
                  </a:cubicBezTo>
                  <a:cubicBezTo>
                    <a:pt x="1279" y="2675"/>
                    <a:pt x="1827" y="2379"/>
                    <a:pt x="2100" y="1876"/>
                  </a:cubicBezTo>
                  <a:cubicBezTo>
                    <a:pt x="2146" y="1831"/>
                    <a:pt x="2169" y="1762"/>
                    <a:pt x="2192" y="1694"/>
                  </a:cubicBezTo>
                  <a:cubicBezTo>
                    <a:pt x="2215" y="1625"/>
                    <a:pt x="2260" y="1557"/>
                    <a:pt x="2260" y="1488"/>
                  </a:cubicBezTo>
                  <a:cubicBezTo>
                    <a:pt x="2306" y="1306"/>
                    <a:pt x="2306" y="1146"/>
                    <a:pt x="2283" y="986"/>
                  </a:cubicBezTo>
                  <a:cubicBezTo>
                    <a:pt x="2260" y="804"/>
                    <a:pt x="2215" y="644"/>
                    <a:pt x="2123" y="507"/>
                  </a:cubicBezTo>
                  <a:cubicBezTo>
                    <a:pt x="2009" y="347"/>
                    <a:pt x="1895" y="210"/>
                    <a:pt x="1712" y="142"/>
                  </a:cubicBezTo>
                  <a:cubicBezTo>
                    <a:pt x="1574" y="62"/>
                    <a:pt x="1418" y="0"/>
                    <a:pt x="12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9"/>
            <p:cNvSpPr/>
            <p:nvPr/>
          </p:nvSpPr>
          <p:spPr>
            <a:xfrm>
              <a:off x="7148475" y="1550950"/>
              <a:ext cx="53675" cy="54750"/>
            </a:xfrm>
            <a:custGeom>
              <a:avLst/>
              <a:gdLst/>
              <a:ahLst/>
              <a:cxnLst/>
              <a:rect l="l" t="t" r="r" b="b"/>
              <a:pathLst>
                <a:path w="2147" h="2190" extrusionOk="0">
                  <a:moveTo>
                    <a:pt x="1245" y="1"/>
                  </a:moveTo>
                  <a:cubicBezTo>
                    <a:pt x="1162" y="1"/>
                    <a:pt x="1080" y="16"/>
                    <a:pt x="1005" y="49"/>
                  </a:cubicBezTo>
                  <a:cubicBezTo>
                    <a:pt x="936" y="49"/>
                    <a:pt x="868" y="95"/>
                    <a:pt x="822" y="118"/>
                  </a:cubicBezTo>
                  <a:cubicBezTo>
                    <a:pt x="799" y="118"/>
                    <a:pt x="754" y="118"/>
                    <a:pt x="731" y="95"/>
                  </a:cubicBezTo>
                  <a:cubicBezTo>
                    <a:pt x="594" y="95"/>
                    <a:pt x="480" y="141"/>
                    <a:pt x="366" y="209"/>
                  </a:cubicBezTo>
                  <a:cubicBezTo>
                    <a:pt x="229" y="300"/>
                    <a:pt x="115" y="437"/>
                    <a:pt x="46" y="620"/>
                  </a:cubicBezTo>
                  <a:cubicBezTo>
                    <a:pt x="46" y="643"/>
                    <a:pt x="46" y="688"/>
                    <a:pt x="23" y="711"/>
                  </a:cubicBezTo>
                  <a:cubicBezTo>
                    <a:pt x="23" y="802"/>
                    <a:pt x="0" y="894"/>
                    <a:pt x="0" y="985"/>
                  </a:cubicBezTo>
                  <a:cubicBezTo>
                    <a:pt x="0" y="1008"/>
                    <a:pt x="0" y="1054"/>
                    <a:pt x="0" y="1076"/>
                  </a:cubicBezTo>
                  <a:cubicBezTo>
                    <a:pt x="23" y="1168"/>
                    <a:pt x="23" y="1259"/>
                    <a:pt x="46" y="1350"/>
                  </a:cubicBezTo>
                  <a:cubicBezTo>
                    <a:pt x="46" y="1396"/>
                    <a:pt x="69" y="1419"/>
                    <a:pt x="69" y="1442"/>
                  </a:cubicBezTo>
                  <a:cubicBezTo>
                    <a:pt x="92" y="1533"/>
                    <a:pt x="137" y="1624"/>
                    <a:pt x="183" y="1693"/>
                  </a:cubicBezTo>
                  <a:cubicBezTo>
                    <a:pt x="183" y="1715"/>
                    <a:pt x="206" y="1761"/>
                    <a:pt x="229" y="1784"/>
                  </a:cubicBezTo>
                  <a:cubicBezTo>
                    <a:pt x="274" y="1852"/>
                    <a:pt x="343" y="1921"/>
                    <a:pt x="388" y="1989"/>
                  </a:cubicBezTo>
                  <a:cubicBezTo>
                    <a:pt x="480" y="2081"/>
                    <a:pt x="571" y="2149"/>
                    <a:pt x="708" y="2172"/>
                  </a:cubicBezTo>
                  <a:cubicBezTo>
                    <a:pt x="765" y="2183"/>
                    <a:pt x="822" y="2189"/>
                    <a:pt x="882" y="2189"/>
                  </a:cubicBezTo>
                  <a:cubicBezTo>
                    <a:pt x="942" y="2189"/>
                    <a:pt x="1005" y="2183"/>
                    <a:pt x="1073" y="2172"/>
                  </a:cubicBezTo>
                  <a:cubicBezTo>
                    <a:pt x="1210" y="2126"/>
                    <a:pt x="1324" y="2081"/>
                    <a:pt x="1461" y="2012"/>
                  </a:cubicBezTo>
                  <a:cubicBezTo>
                    <a:pt x="1575" y="1967"/>
                    <a:pt x="1667" y="1875"/>
                    <a:pt x="1781" y="1807"/>
                  </a:cubicBezTo>
                  <a:cubicBezTo>
                    <a:pt x="1804" y="1784"/>
                    <a:pt x="1826" y="1761"/>
                    <a:pt x="1849" y="1715"/>
                  </a:cubicBezTo>
                  <a:cubicBezTo>
                    <a:pt x="1895" y="1670"/>
                    <a:pt x="1963" y="1579"/>
                    <a:pt x="2009" y="1510"/>
                  </a:cubicBezTo>
                  <a:cubicBezTo>
                    <a:pt x="2100" y="1327"/>
                    <a:pt x="2146" y="1190"/>
                    <a:pt x="2146" y="985"/>
                  </a:cubicBezTo>
                  <a:cubicBezTo>
                    <a:pt x="2146" y="643"/>
                    <a:pt x="1963" y="277"/>
                    <a:pt x="1667" y="118"/>
                  </a:cubicBezTo>
                  <a:cubicBezTo>
                    <a:pt x="1537" y="45"/>
                    <a:pt x="1388" y="1"/>
                    <a:pt x="1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9"/>
            <p:cNvSpPr/>
            <p:nvPr/>
          </p:nvSpPr>
          <p:spPr>
            <a:xfrm>
              <a:off x="7282575" y="1538050"/>
              <a:ext cx="51375" cy="58650"/>
            </a:xfrm>
            <a:custGeom>
              <a:avLst/>
              <a:gdLst/>
              <a:ahLst/>
              <a:cxnLst/>
              <a:rect l="l" t="t" r="r" b="b"/>
              <a:pathLst>
                <a:path w="2055" h="2346" extrusionOk="0">
                  <a:moveTo>
                    <a:pt x="685" y="0"/>
                  </a:moveTo>
                  <a:cubicBezTo>
                    <a:pt x="640" y="0"/>
                    <a:pt x="594" y="6"/>
                    <a:pt x="548" y="17"/>
                  </a:cubicBezTo>
                  <a:cubicBezTo>
                    <a:pt x="457" y="40"/>
                    <a:pt x="388" y="86"/>
                    <a:pt x="320" y="154"/>
                  </a:cubicBezTo>
                  <a:cubicBezTo>
                    <a:pt x="229" y="200"/>
                    <a:pt x="183" y="268"/>
                    <a:pt x="137" y="337"/>
                  </a:cubicBezTo>
                  <a:cubicBezTo>
                    <a:pt x="46" y="497"/>
                    <a:pt x="0" y="702"/>
                    <a:pt x="69" y="885"/>
                  </a:cubicBezTo>
                  <a:cubicBezTo>
                    <a:pt x="92" y="930"/>
                    <a:pt x="115" y="976"/>
                    <a:pt x="137" y="1045"/>
                  </a:cubicBezTo>
                  <a:cubicBezTo>
                    <a:pt x="137" y="1067"/>
                    <a:pt x="115" y="1067"/>
                    <a:pt x="115" y="1090"/>
                  </a:cubicBezTo>
                  <a:cubicBezTo>
                    <a:pt x="115" y="1090"/>
                    <a:pt x="115" y="1113"/>
                    <a:pt x="92" y="1136"/>
                  </a:cubicBezTo>
                  <a:cubicBezTo>
                    <a:pt x="92" y="1204"/>
                    <a:pt x="69" y="1296"/>
                    <a:pt x="69" y="1364"/>
                  </a:cubicBezTo>
                  <a:cubicBezTo>
                    <a:pt x="69" y="1638"/>
                    <a:pt x="183" y="1866"/>
                    <a:pt x="343" y="2072"/>
                  </a:cubicBezTo>
                  <a:cubicBezTo>
                    <a:pt x="411" y="2140"/>
                    <a:pt x="480" y="2186"/>
                    <a:pt x="571" y="2231"/>
                  </a:cubicBezTo>
                  <a:cubicBezTo>
                    <a:pt x="708" y="2300"/>
                    <a:pt x="822" y="2346"/>
                    <a:pt x="959" y="2346"/>
                  </a:cubicBezTo>
                  <a:cubicBezTo>
                    <a:pt x="1050" y="2346"/>
                    <a:pt x="1142" y="2323"/>
                    <a:pt x="1233" y="2277"/>
                  </a:cubicBezTo>
                  <a:cubicBezTo>
                    <a:pt x="1324" y="2254"/>
                    <a:pt x="1393" y="2209"/>
                    <a:pt x="1461" y="2140"/>
                  </a:cubicBezTo>
                  <a:cubicBezTo>
                    <a:pt x="1461" y="2117"/>
                    <a:pt x="1484" y="2117"/>
                    <a:pt x="1507" y="2095"/>
                  </a:cubicBezTo>
                  <a:cubicBezTo>
                    <a:pt x="1621" y="2003"/>
                    <a:pt x="1735" y="1912"/>
                    <a:pt x="1849" y="1821"/>
                  </a:cubicBezTo>
                  <a:cubicBezTo>
                    <a:pt x="1941" y="1729"/>
                    <a:pt x="1986" y="1615"/>
                    <a:pt x="2032" y="1501"/>
                  </a:cubicBezTo>
                  <a:cubicBezTo>
                    <a:pt x="2055" y="1387"/>
                    <a:pt x="2055" y="1250"/>
                    <a:pt x="2032" y="1136"/>
                  </a:cubicBezTo>
                  <a:cubicBezTo>
                    <a:pt x="1963" y="999"/>
                    <a:pt x="1918" y="885"/>
                    <a:pt x="1849" y="771"/>
                  </a:cubicBezTo>
                  <a:cubicBezTo>
                    <a:pt x="1781" y="657"/>
                    <a:pt x="1689" y="542"/>
                    <a:pt x="1598" y="451"/>
                  </a:cubicBezTo>
                  <a:cubicBezTo>
                    <a:pt x="1507" y="360"/>
                    <a:pt x="1393" y="291"/>
                    <a:pt x="1301" y="200"/>
                  </a:cubicBezTo>
                  <a:cubicBezTo>
                    <a:pt x="1233" y="154"/>
                    <a:pt x="1165" y="132"/>
                    <a:pt x="1096" y="86"/>
                  </a:cubicBezTo>
                  <a:cubicBezTo>
                    <a:pt x="1005" y="40"/>
                    <a:pt x="913" y="17"/>
                    <a:pt x="822" y="17"/>
                  </a:cubicBezTo>
                  <a:cubicBezTo>
                    <a:pt x="776" y="6"/>
                    <a:pt x="731" y="0"/>
                    <a:pt x="6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9"/>
            <p:cNvSpPr/>
            <p:nvPr/>
          </p:nvSpPr>
          <p:spPr>
            <a:xfrm>
              <a:off x="7120525" y="1092800"/>
              <a:ext cx="57075" cy="68500"/>
            </a:xfrm>
            <a:custGeom>
              <a:avLst/>
              <a:gdLst/>
              <a:ahLst/>
              <a:cxnLst/>
              <a:rect l="l" t="t" r="r" b="b"/>
              <a:pathLst>
                <a:path w="2283" h="2740" extrusionOk="0">
                  <a:moveTo>
                    <a:pt x="714" y="1"/>
                  </a:moveTo>
                  <a:cubicBezTo>
                    <a:pt x="588" y="1"/>
                    <a:pt x="457" y="31"/>
                    <a:pt x="365" y="92"/>
                  </a:cubicBezTo>
                  <a:cubicBezTo>
                    <a:pt x="205" y="183"/>
                    <a:pt x="69" y="343"/>
                    <a:pt x="46" y="526"/>
                  </a:cubicBezTo>
                  <a:cubicBezTo>
                    <a:pt x="0" y="686"/>
                    <a:pt x="0" y="891"/>
                    <a:pt x="114" y="1051"/>
                  </a:cubicBezTo>
                  <a:cubicBezTo>
                    <a:pt x="137" y="1096"/>
                    <a:pt x="183" y="1142"/>
                    <a:pt x="228" y="1188"/>
                  </a:cubicBezTo>
                  <a:cubicBezTo>
                    <a:pt x="183" y="1256"/>
                    <a:pt x="137" y="1325"/>
                    <a:pt x="114" y="1416"/>
                  </a:cubicBezTo>
                  <a:cubicBezTo>
                    <a:pt x="114" y="1462"/>
                    <a:pt x="91" y="1507"/>
                    <a:pt x="91" y="1553"/>
                  </a:cubicBezTo>
                  <a:cubicBezTo>
                    <a:pt x="91" y="1599"/>
                    <a:pt x="69" y="1667"/>
                    <a:pt x="69" y="1713"/>
                  </a:cubicBezTo>
                  <a:cubicBezTo>
                    <a:pt x="91" y="1850"/>
                    <a:pt x="114" y="1941"/>
                    <a:pt x="160" y="2078"/>
                  </a:cubicBezTo>
                  <a:cubicBezTo>
                    <a:pt x="251" y="2283"/>
                    <a:pt x="411" y="2443"/>
                    <a:pt x="593" y="2557"/>
                  </a:cubicBezTo>
                  <a:cubicBezTo>
                    <a:pt x="753" y="2671"/>
                    <a:pt x="959" y="2717"/>
                    <a:pt x="1164" y="2740"/>
                  </a:cubicBezTo>
                  <a:cubicBezTo>
                    <a:pt x="1255" y="2740"/>
                    <a:pt x="1370" y="2717"/>
                    <a:pt x="1461" y="2694"/>
                  </a:cubicBezTo>
                  <a:cubicBezTo>
                    <a:pt x="1506" y="2694"/>
                    <a:pt x="1552" y="2671"/>
                    <a:pt x="1598" y="2649"/>
                  </a:cubicBezTo>
                  <a:cubicBezTo>
                    <a:pt x="1643" y="2626"/>
                    <a:pt x="1689" y="2603"/>
                    <a:pt x="1735" y="2580"/>
                  </a:cubicBezTo>
                  <a:cubicBezTo>
                    <a:pt x="1895" y="2466"/>
                    <a:pt x="2054" y="2329"/>
                    <a:pt x="2123" y="2146"/>
                  </a:cubicBezTo>
                  <a:cubicBezTo>
                    <a:pt x="2214" y="1941"/>
                    <a:pt x="2283" y="1758"/>
                    <a:pt x="2283" y="1553"/>
                  </a:cubicBezTo>
                  <a:cubicBezTo>
                    <a:pt x="2260" y="1165"/>
                    <a:pt x="2123" y="823"/>
                    <a:pt x="1849" y="549"/>
                  </a:cubicBezTo>
                  <a:cubicBezTo>
                    <a:pt x="1575" y="298"/>
                    <a:pt x="1233" y="138"/>
                    <a:pt x="890" y="24"/>
                  </a:cubicBezTo>
                  <a:cubicBezTo>
                    <a:pt x="837" y="8"/>
                    <a:pt x="776" y="1"/>
                    <a:pt x="7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9"/>
            <p:cNvSpPr/>
            <p:nvPr/>
          </p:nvSpPr>
          <p:spPr>
            <a:xfrm>
              <a:off x="6865450" y="1172575"/>
              <a:ext cx="58800" cy="61325"/>
            </a:xfrm>
            <a:custGeom>
              <a:avLst/>
              <a:gdLst/>
              <a:ahLst/>
              <a:cxnLst/>
              <a:rect l="l" t="t" r="r" b="b"/>
              <a:pathLst>
                <a:path w="2352" h="2453" extrusionOk="0">
                  <a:moveTo>
                    <a:pt x="1072" y="1"/>
                  </a:moveTo>
                  <a:cubicBezTo>
                    <a:pt x="1042" y="1"/>
                    <a:pt x="1012" y="2"/>
                    <a:pt x="982" y="5"/>
                  </a:cubicBezTo>
                  <a:cubicBezTo>
                    <a:pt x="890" y="5"/>
                    <a:pt x="799" y="28"/>
                    <a:pt x="731" y="51"/>
                  </a:cubicBezTo>
                  <a:cubicBezTo>
                    <a:pt x="639" y="97"/>
                    <a:pt x="548" y="142"/>
                    <a:pt x="502" y="211"/>
                  </a:cubicBezTo>
                  <a:cubicBezTo>
                    <a:pt x="411" y="302"/>
                    <a:pt x="342" y="416"/>
                    <a:pt x="320" y="530"/>
                  </a:cubicBezTo>
                  <a:cubicBezTo>
                    <a:pt x="297" y="553"/>
                    <a:pt x="297" y="553"/>
                    <a:pt x="297" y="553"/>
                  </a:cubicBezTo>
                  <a:cubicBezTo>
                    <a:pt x="183" y="713"/>
                    <a:pt x="137" y="781"/>
                    <a:pt x="69" y="941"/>
                  </a:cubicBezTo>
                  <a:cubicBezTo>
                    <a:pt x="23" y="1055"/>
                    <a:pt x="23" y="1147"/>
                    <a:pt x="0" y="1261"/>
                  </a:cubicBezTo>
                  <a:cubicBezTo>
                    <a:pt x="0" y="1466"/>
                    <a:pt x="69" y="1649"/>
                    <a:pt x="137" y="1831"/>
                  </a:cubicBezTo>
                  <a:cubicBezTo>
                    <a:pt x="206" y="1946"/>
                    <a:pt x="297" y="2083"/>
                    <a:pt x="388" y="2151"/>
                  </a:cubicBezTo>
                  <a:cubicBezTo>
                    <a:pt x="502" y="2265"/>
                    <a:pt x="571" y="2311"/>
                    <a:pt x="708" y="2356"/>
                  </a:cubicBezTo>
                  <a:cubicBezTo>
                    <a:pt x="845" y="2425"/>
                    <a:pt x="936" y="2425"/>
                    <a:pt x="1096" y="2448"/>
                  </a:cubicBezTo>
                  <a:cubicBezTo>
                    <a:pt x="1122" y="2451"/>
                    <a:pt x="1150" y="2452"/>
                    <a:pt x="1177" y="2452"/>
                  </a:cubicBezTo>
                  <a:cubicBezTo>
                    <a:pt x="1364" y="2452"/>
                    <a:pt x="1573" y="2387"/>
                    <a:pt x="1712" y="2288"/>
                  </a:cubicBezTo>
                  <a:cubicBezTo>
                    <a:pt x="1895" y="2174"/>
                    <a:pt x="2054" y="2014"/>
                    <a:pt x="2169" y="1831"/>
                  </a:cubicBezTo>
                  <a:cubicBezTo>
                    <a:pt x="2260" y="1649"/>
                    <a:pt x="2351" y="1421"/>
                    <a:pt x="2328" y="1215"/>
                  </a:cubicBezTo>
                  <a:cubicBezTo>
                    <a:pt x="2305" y="1010"/>
                    <a:pt x="2260" y="781"/>
                    <a:pt x="2146" y="599"/>
                  </a:cubicBezTo>
                  <a:cubicBezTo>
                    <a:pt x="2009" y="416"/>
                    <a:pt x="1849" y="256"/>
                    <a:pt x="1644" y="142"/>
                  </a:cubicBezTo>
                  <a:cubicBezTo>
                    <a:pt x="1465" y="63"/>
                    <a:pt x="1269" y="1"/>
                    <a:pt x="10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9"/>
            <p:cNvSpPr/>
            <p:nvPr/>
          </p:nvSpPr>
          <p:spPr>
            <a:xfrm>
              <a:off x="6754175" y="1444325"/>
              <a:ext cx="46800" cy="59575"/>
            </a:xfrm>
            <a:custGeom>
              <a:avLst/>
              <a:gdLst/>
              <a:ahLst/>
              <a:cxnLst/>
              <a:rect l="l" t="t" r="r" b="b"/>
              <a:pathLst>
                <a:path w="1872" h="2383" extrusionOk="0">
                  <a:moveTo>
                    <a:pt x="868" y="0"/>
                  </a:moveTo>
                  <a:cubicBezTo>
                    <a:pt x="685" y="0"/>
                    <a:pt x="525" y="69"/>
                    <a:pt x="388" y="206"/>
                  </a:cubicBezTo>
                  <a:cubicBezTo>
                    <a:pt x="228" y="365"/>
                    <a:pt x="137" y="525"/>
                    <a:pt x="69" y="708"/>
                  </a:cubicBezTo>
                  <a:cubicBezTo>
                    <a:pt x="23" y="845"/>
                    <a:pt x="0" y="1005"/>
                    <a:pt x="0" y="1164"/>
                  </a:cubicBezTo>
                  <a:cubicBezTo>
                    <a:pt x="0" y="1507"/>
                    <a:pt x="137" y="1849"/>
                    <a:pt x="365" y="2100"/>
                  </a:cubicBezTo>
                  <a:cubicBezTo>
                    <a:pt x="434" y="2169"/>
                    <a:pt x="525" y="2237"/>
                    <a:pt x="594" y="2283"/>
                  </a:cubicBezTo>
                  <a:cubicBezTo>
                    <a:pt x="714" y="2349"/>
                    <a:pt x="846" y="2383"/>
                    <a:pt x="975" y="2383"/>
                  </a:cubicBezTo>
                  <a:cubicBezTo>
                    <a:pt x="1114" y="2383"/>
                    <a:pt x="1251" y="2343"/>
                    <a:pt x="1370" y="2260"/>
                  </a:cubicBezTo>
                  <a:cubicBezTo>
                    <a:pt x="1507" y="2169"/>
                    <a:pt x="1644" y="2032"/>
                    <a:pt x="1735" y="1872"/>
                  </a:cubicBezTo>
                  <a:cubicBezTo>
                    <a:pt x="1826" y="1712"/>
                    <a:pt x="1872" y="1552"/>
                    <a:pt x="1872" y="1347"/>
                  </a:cubicBezTo>
                  <a:cubicBezTo>
                    <a:pt x="1872" y="1233"/>
                    <a:pt x="1849" y="1096"/>
                    <a:pt x="1803" y="959"/>
                  </a:cubicBezTo>
                  <a:cubicBezTo>
                    <a:pt x="1781" y="890"/>
                    <a:pt x="1735" y="776"/>
                    <a:pt x="1689" y="708"/>
                  </a:cubicBezTo>
                  <a:cubicBezTo>
                    <a:pt x="1644" y="639"/>
                    <a:pt x="1598" y="594"/>
                    <a:pt x="1552" y="525"/>
                  </a:cubicBezTo>
                  <a:cubicBezTo>
                    <a:pt x="1529" y="411"/>
                    <a:pt x="1461" y="274"/>
                    <a:pt x="1370" y="206"/>
                  </a:cubicBezTo>
                  <a:cubicBezTo>
                    <a:pt x="1233" y="92"/>
                    <a:pt x="1073" y="0"/>
                    <a:pt x="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9"/>
            <p:cNvSpPr/>
            <p:nvPr/>
          </p:nvSpPr>
          <p:spPr>
            <a:xfrm>
              <a:off x="6810100" y="1665450"/>
              <a:ext cx="54225" cy="53950"/>
            </a:xfrm>
            <a:custGeom>
              <a:avLst/>
              <a:gdLst/>
              <a:ahLst/>
              <a:cxnLst/>
              <a:rect l="l" t="t" r="r" b="b"/>
              <a:pathLst>
                <a:path w="2169" h="2158" extrusionOk="0">
                  <a:moveTo>
                    <a:pt x="947" y="0"/>
                  </a:moveTo>
                  <a:cubicBezTo>
                    <a:pt x="856" y="0"/>
                    <a:pt x="765" y="11"/>
                    <a:pt x="662" y="34"/>
                  </a:cubicBezTo>
                  <a:cubicBezTo>
                    <a:pt x="571" y="57"/>
                    <a:pt x="502" y="103"/>
                    <a:pt x="434" y="171"/>
                  </a:cubicBezTo>
                  <a:cubicBezTo>
                    <a:pt x="342" y="217"/>
                    <a:pt x="297" y="285"/>
                    <a:pt x="251" y="354"/>
                  </a:cubicBezTo>
                  <a:cubicBezTo>
                    <a:pt x="205" y="399"/>
                    <a:pt x="183" y="468"/>
                    <a:pt x="183" y="514"/>
                  </a:cubicBezTo>
                  <a:cubicBezTo>
                    <a:pt x="160" y="559"/>
                    <a:pt x="137" y="582"/>
                    <a:pt x="114" y="628"/>
                  </a:cubicBezTo>
                  <a:lnTo>
                    <a:pt x="46" y="788"/>
                  </a:lnTo>
                  <a:cubicBezTo>
                    <a:pt x="0" y="924"/>
                    <a:pt x="0" y="1039"/>
                    <a:pt x="46" y="1176"/>
                  </a:cubicBezTo>
                  <a:cubicBezTo>
                    <a:pt x="46" y="1198"/>
                    <a:pt x="46" y="1244"/>
                    <a:pt x="69" y="1290"/>
                  </a:cubicBezTo>
                  <a:cubicBezTo>
                    <a:pt x="91" y="1358"/>
                    <a:pt x="137" y="1449"/>
                    <a:pt x="183" y="1541"/>
                  </a:cubicBezTo>
                  <a:cubicBezTo>
                    <a:pt x="183" y="1564"/>
                    <a:pt x="205" y="1609"/>
                    <a:pt x="228" y="1632"/>
                  </a:cubicBezTo>
                  <a:cubicBezTo>
                    <a:pt x="274" y="1701"/>
                    <a:pt x="342" y="1792"/>
                    <a:pt x="411" y="1860"/>
                  </a:cubicBezTo>
                  <a:cubicBezTo>
                    <a:pt x="434" y="1883"/>
                    <a:pt x="457" y="1906"/>
                    <a:pt x="479" y="1929"/>
                  </a:cubicBezTo>
                  <a:cubicBezTo>
                    <a:pt x="594" y="2020"/>
                    <a:pt x="685" y="2111"/>
                    <a:pt x="822" y="2134"/>
                  </a:cubicBezTo>
                  <a:cubicBezTo>
                    <a:pt x="845" y="2134"/>
                    <a:pt x="890" y="2134"/>
                    <a:pt x="913" y="2157"/>
                  </a:cubicBezTo>
                  <a:cubicBezTo>
                    <a:pt x="1004" y="2157"/>
                    <a:pt x="1096" y="2157"/>
                    <a:pt x="1187" y="2134"/>
                  </a:cubicBezTo>
                  <a:lnTo>
                    <a:pt x="1233" y="2134"/>
                  </a:lnTo>
                  <a:cubicBezTo>
                    <a:pt x="1324" y="2089"/>
                    <a:pt x="1415" y="2066"/>
                    <a:pt x="1484" y="2020"/>
                  </a:cubicBezTo>
                  <a:cubicBezTo>
                    <a:pt x="1529" y="1997"/>
                    <a:pt x="1552" y="1974"/>
                    <a:pt x="1575" y="1952"/>
                  </a:cubicBezTo>
                  <a:cubicBezTo>
                    <a:pt x="1666" y="1906"/>
                    <a:pt x="1735" y="1860"/>
                    <a:pt x="1803" y="1792"/>
                  </a:cubicBezTo>
                  <a:cubicBezTo>
                    <a:pt x="1849" y="1746"/>
                    <a:pt x="1895" y="1701"/>
                    <a:pt x="1917" y="1632"/>
                  </a:cubicBezTo>
                  <a:cubicBezTo>
                    <a:pt x="1963" y="1586"/>
                    <a:pt x="2009" y="1541"/>
                    <a:pt x="2032" y="1495"/>
                  </a:cubicBezTo>
                  <a:cubicBezTo>
                    <a:pt x="2077" y="1427"/>
                    <a:pt x="2123" y="1335"/>
                    <a:pt x="2123" y="1290"/>
                  </a:cubicBezTo>
                  <a:cubicBezTo>
                    <a:pt x="2123" y="1244"/>
                    <a:pt x="2146" y="1221"/>
                    <a:pt x="2146" y="1176"/>
                  </a:cubicBezTo>
                  <a:cubicBezTo>
                    <a:pt x="2168" y="1084"/>
                    <a:pt x="2168" y="993"/>
                    <a:pt x="2123" y="902"/>
                  </a:cubicBezTo>
                  <a:cubicBezTo>
                    <a:pt x="2123" y="902"/>
                    <a:pt x="2123" y="879"/>
                    <a:pt x="2123" y="879"/>
                  </a:cubicBezTo>
                  <a:cubicBezTo>
                    <a:pt x="2054" y="582"/>
                    <a:pt x="1849" y="331"/>
                    <a:pt x="1598" y="171"/>
                  </a:cubicBezTo>
                  <a:cubicBezTo>
                    <a:pt x="1507" y="126"/>
                    <a:pt x="1415" y="80"/>
                    <a:pt x="1347" y="57"/>
                  </a:cubicBezTo>
                  <a:cubicBezTo>
                    <a:pt x="1301" y="34"/>
                    <a:pt x="1278" y="34"/>
                    <a:pt x="1233" y="34"/>
                  </a:cubicBezTo>
                  <a:cubicBezTo>
                    <a:pt x="1130" y="11"/>
                    <a:pt x="1039" y="0"/>
                    <a:pt x="9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9"/>
            <p:cNvSpPr/>
            <p:nvPr/>
          </p:nvSpPr>
          <p:spPr>
            <a:xfrm>
              <a:off x="6898525" y="1849475"/>
              <a:ext cx="62800" cy="61025"/>
            </a:xfrm>
            <a:custGeom>
              <a:avLst/>
              <a:gdLst/>
              <a:ahLst/>
              <a:cxnLst/>
              <a:rect l="l" t="t" r="r" b="b"/>
              <a:pathLst>
                <a:path w="2512" h="2441" extrusionOk="0">
                  <a:moveTo>
                    <a:pt x="1622" y="0"/>
                  </a:moveTo>
                  <a:cubicBezTo>
                    <a:pt x="1439" y="0"/>
                    <a:pt x="1234" y="69"/>
                    <a:pt x="1119" y="206"/>
                  </a:cubicBezTo>
                  <a:cubicBezTo>
                    <a:pt x="1119" y="206"/>
                    <a:pt x="1097" y="228"/>
                    <a:pt x="1097" y="228"/>
                  </a:cubicBezTo>
                  <a:cubicBezTo>
                    <a:pt x="993" y="184"/>
                    <a:pt x="879" y="149"/>
                    <a:pt x="768" y="149"/>
                  </a:cubicBezTo>
                  <a:cubicBezTo>
                    <a:pt x="709" y="149"/>
                    <a:pt x="650" y="159"/>
                    <a:pt x="594" y="183"/>
                  </a:cubicBezTo>
                  <a:cubicBezTo>
                    <a:pt x="412" y="228"/>
                    <a:pt x="275" y="343"/>
                    <a:pt x="161" y="502"/>
                  </a:cubicBezTo>
                  <a:cubicBezTo>
                    <a:pt x="47" y="662"/>
                    <a:pt x="1" y="890"/>
                    <a:pt x="1" y="1096"/>
                  </a:cubicBezTo>
                  <a:cubicBezTo>
                    <a:pt x="1" y="1324"/>
                    <a:pt x="47" y="1507"/>
                    <a:pt x="138" y="1712"/>
                  </a:cubicBezTo>
                  <a:cubicBezTo>
                    <a:pt x="206" y="1849"/>
                    <a:pt x="298" y="1963"/>
                    <a:pt x="412" y="2077"/>
                  </a:cubicBezTo>
                  <a:cubicBezTo>
                    <a:pt x="572" y="2214"/>
                    <a:pt x="731" y="2306"/>
                    <a:pt x="937" y="2397"/>
                  </a:cubicBezTo>
                  <a:cubicBezTo>
                    <a:pt x="1030" y="2428"/>
                    <a:pt x="1122" y="2440"/>
                    <a:pt x="1215" y="2440"/>
                  </a:cubicBezTo>
                  <a:cubicBezTo>
                    <a:pt x="1328" y="2440"/>
                    <a:pt x="1440" y="2422"/>
                    <a:pt x="1553" y="2397"/>
                  </a:cubicBezTo>
                  <a:cubicBezTo>
                    <a:pt x="1759" y="2351"/>
                    <a:pt x="1918" y="2237"/>
                    <a:pt x="2078" y="2123"/>
                  </a:cubicBezTo>
                  <a:cubicBezTo>
                    <a:pt x="2147" y="2054"/>
                    <a:pt x="2215" y="1963"/>
                    <a:pt x="2261" y="1895"/>
                  </a:cubicBezTo>
                  <a:cubicBezTo>
                    <a:pt x="2284" y="1849"/>
                    <a:pt x="2306" y="1826"/>
                    <a:pt x="2329" y="1781"/>
                  </a:cubicBezTo>
                  <a:cubicBezTo>
                    <a:pt x="2375" y="1689"/>
                    <a:pt x="2420" y="1598"/>
                    <a:pt x="2443" y="1507"/>
                  </a:cubicBezTo>
                  <a:cubicBezTo>
                    <a:pt x="2466" y="1415"/>
                    <a:pt x="2489" y="1301"/>
                    <a:pt x="2489" y="1210"/>
                  </a:cubicBezTo>
                  <a:cubicBezTo>
                    <a:pt x="2512" y="1141"/>
                    <a:pt x="2512" y="1096"/>
                    <a:pt x="2489" y="1050"/>
                  </a:cubicBezTo>
                  <a:cubicBezTo>
                    <a:pt x="2489" y="936"/>
                    <a:pt x="2466" y="822"/>
                    <a:pt x="2443" y="731"/>
                  </a:cubicBezTo>
                  <a:cubicBezTo>
                    <a:pt x="2375" y="548"/>
                    <a:pt x="2261" y="343"/>
                    <a:pt x="2101" y="206"/>
                  </a:cubicBezTo>
                  <a:cubicBezTo>
                    <a:pt x="2032" y="137"/>
                    <a:pt x="1964" y="91"/>
                    <a:pt x="1873" y="69"/>
                  </a:cubicBezTo>
                  <a:cubicBezTo>
                    <a:pt x="1804" y="23"/>
                    <a:pt x="1713" y="0"/>
                    <a:pt x="16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9"/>
            <p:cNvSpPr/>
            <p:nvPr/>
          </p:nvSpPr>
          <p:spPr>
            <a:xfrm>
              <a:off x="7147900" y="2001825"/>
              <a:ext cx="67925" cy="67550"/>
            </a:xfrm>
            <a:custGeom>
              <a:avLst/>
              <a:gdLst/>
              <a:ahLst/>
              <a:cxnLst/>
              <a:rect l="l" t="t" r="r" b="b"/>
              <a:pathLst>
                <a:path w="2717" h="2702" extrusionOk="0">
                  <a:moveTo>
                    <a:pt x="1232" y="1"/>
                  </a:moveTo>
                  <a:cubicBezTo>
                    <a:pt x="1172" y="1"/>
                    <a:pt x="1111" y="8"/>
                    <a:pt x="1051" y="23"/>
                  </a:cubicBezTo>
                  <a:cubicBezTo>
                    <a:pt x="914" y="46"/>
                    <a:pt x="800" y="115"/>
                    <a:pt x="685" y="183"/>
                  </a:cubicBezTo>
                  <a:cubicBezTo>
                    <a:pt x="571" y="252"/>
                    <a:pt x="480" y="320"/>
                    <a:pt x="389" y="434"/>
                  </a:cubicBezTo>
                  <a:cubicBezTo>
                    <a:pt x="297" y="526"/>
                    <a:pt x="229" y="617"/>
                    <a:pt x="183" y="754"/>
                  </a:cubicBezTo>
                  <a:cubicBezTo>
                    <a:pt x="138" y="822"/>
                    <a:pt x="92" y="914"/>
                    <a:pt x="69" y="1005"/>
                  </a:cubicBezTo>
                  <a:cubicBezTo>
                    <a:pt x="46" y="1096"/>
                    <a:pt x="46" y="1187"/>
                    <a:pt x="23" y="1302"/>
                  </a:cubicBezTo>
                  <a:cubicBezTo>
                    <a:pt x="1" y="1416"/>
                    <a:pt x="23" y="1553"/>
                    <a:pt x="46" y="1690"/>
                  </a:cubicBezTo>
                  <a:cubicBezTo>
                    <a:pt x="69" y="1804"/>
                    <a:pt x="138" y="1941"/>
                    <a:pt x="183" y="2055"/>
                  </a:cubicBezTo>
                  <a:cubicBezTo>
                    <a:pt x="229" y="2123"/>
                    <a:pt x="297" y="2192"/>
                    <a:pt x="366" y="2260"/>
                  </a:cubicBezTo>
                  <a:cubicBezTo>
                    <a:pt x="389" y="2283"/>
                    <a:pt x="411" y="2306"/>
                    <a:pt x="434" y="2352"/>
                  </a:cubicBezTo>
                  <a:cubicBezTo>
                    <a:pt x="503" y="2397"/>
                    <a:pt x="571" y="2466"/>
                    <a:pt x="663" y="2511"/>
                  </a:cubicBezTo>
                  <a:cubicBezTo>
                    <a:pt x="731" y="2557"/>
                    <a:pt x="822" y="2580"/>
                    <a:pt x="914" y="2625"/>
                  </a:cubicBezTo>
                  <a:cubicBezTo>
                    <a:pt x="1061" y="2679"/>
                    <a:pt x="1216" y="2701"/>
                    <a:pt x="1369" y="2701"/>
                  </a:cubicBezTo>
                  <a:cubicBezTo>
                    <a:pt x="1478" y="2701"/>
                    <a:pt x="1586" y="2690"/>
                    <a:pt x="1690" y="2671"/>
                  </a:cubicBezTo>
                  <a:cubicBezTo>
                    <a:pt x="1804" y="2648"/>
                    <a:pt x="1941" y="2603"/>
                    <a:pt x="2055" y="2534"/>
                  </a:cubicBezTo>
                  <a:cubicBezTo>
                    <a:pt x="2078" y="2511"/>
                    <a:pt x="2101" y="2511"/>
                    <a:pt x="2146" y="2488"/>
                  </a:cubicBezTo>
                  <a:cubicBezTo>
                    <a:pt x="2215" y="2420"/>
                    <a:pt x="2283" y="2374"/>
                    <a:pt x="2352" y="2306"/>
                  </a:cubicBezTo>
                  <a:cubicBezTo>
                    <a:pt x="2580" y="2078"/>
                    <a:pt x="2717" y="1735"/>
                    <a:pt x="2717" y="1416"/>
                  </a:cubicBezTo>
                  <a:cubicBezTo>
                    <a:pt x="2717" y="1279"/>
                    <a:pt x="2717" y="1119"/>
                    <a:pt x="2648" y="1005"/>
                  </a:cubicBezTo>
                  <a:cubicBezTo>
                    <a:pt x="2580" y="822"/>
                    <a:pt x="2511" y="640"/>
                    <a:pt x="2352" y="526"/>
                  </a:cubicBezTo>
                  <a:cubicBezTo>
                    <a:pt x="2215" y="389"/>
                    <a:pt x="2055" y="297"/>
                    <a:pt x="1872" y="252"/>
                  </a:cubicBezTo>
                  <a:lnTo>
                    <a:pt x="1758" y="252"/>
                  </a:lnTo>
                  <a:cubicBezTo>
                    <a:pt x="1713" y="183"/>
                    <a:pt x="1644" y="137"/>
                    <a:pt x="1576" y="92"/>
                  </a:cubicBezTo>
                  <a:cubicBezTo>
                    <a:pt x="1469" y="31"/>
                    <a:pt x="1352" y="1"/>
                    <a:pt x="12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3" name="Google Shape;1433;p29"/>
          <p:cNvSpPr/>
          <p:nvPr/>
        </p:nvSpPr>
        <p:spPr>
          <a:xfrm>
            <a:off x="4431175" y="4739775"/>
            <a:ext cx="1028079" cy="292585"/>
          </a:xfrm>
          <a:custGeom>
            <a:avLst/>
            <a:gdLst/>
            <a:ahLst/>
            <a:cxnLst/>
            <a:rect l="l" t="t" r="r" b="b"/>
            <a:pathLst>
              <a:path w="48927" h="13926" extrusionOk="0">
                <a:moveTo>
                  <a:pt x="11396" y="756"/>
                </a:moveTo>
                <a:cubicBezTo>
                  <a:pt x="12294" y="756"/>
                  <a:pt x="11286" y="2679"/>
                  <a:pt x="11059" y="3132"/>
                </a:cubicBezTo>
                <a:cubicBezTo>
                  <a:pt x="10534" y="4114"/>
                  <a:pt x="9918" y="5073"/>
                  <a:pt x="9210" y="5963"/>
                </a:cubicBezTo>
                <a:cubicBezTo>
                  <a:pt x="8320" y="7058"/>
                  <a:pt x="7293" y="8085"/>
                  <a:pt x="6152" y="8930"/>
                </a:cubicBezTo>
                <a:cubicBezTo>
                  <a:pt x="6152" y="8679"/>
                  <a:pt x="6175" y="8405"/>
                  <a:pt x="6220" y="8154"/>
                </a:cubicBezTo>
                <a:cubicBezTo>
                  <a:pt x="6334" y="7150"/>
                  <a:pt x="6608" y="6145"/>
                  <a:pt x="6996" y="5209"/>
                </a:cubicBezTo>
                <a:cubicBezTo>
                  <a:pt x="7727" y="3429"/>
                  <a:pt x="9119" y="1466"/>
                  <a:pt x="11036" y="827"/>
                </a:cubicBezTo>
                <a:cubicBezTo>
                  <a:pt x="11181" y="778"/>
                  <a:pt x="11299" y="756"/>
                  <a:pt x="11396" y="756"/>
                </a:cubicBezTo>
                <a:close/>
                <a:moveTo>
                  <a:pt x="20369" y="1722"/>
                </a:moveTo>
                <a:cubicBezTo>
                  <a:pt x="20636" y="1722"/>
                  <a:pt x="20825" y="1863"/>
                  <a:pt x="20851" y="2242"/>
                </a:cubicBezTo>
                <a:cubicBezTo>
                  <a:pt x="20897" y="2676"/>
                  <a:pt x="20669" y="3132"/>
                  <a:pt x="20463" y="3498"/>
                </a:cubicBezTo>
                <a:cubicBezTo>
                  <a:pt x="20189" y="3977"/>
                  <a:pt x="19893" y="4456"/>
                  <a:pt x="19573" y="4913"/>
                </a:cubicBezTo>
                <a:cubicBezTo>
                  <a:pt x="18980" y="5780"/>
                  <a:pt x="18272" y="6602"/>
                  <a:pt x="17519" y="7355"/>
                </a:cubicBezTo>
                <a:cubicBezTo>
                  <a:pt x="16697" y="8177"/>
                  <a:pt x="15807" y="8907"/>
                  <a:pt x="14848" y="9569"/>
                </a:cubicBezTo>
                <a:cubicBezTo>
                  <a:pt x="14848" y="9021"/>
                  <a:pt x="14940" y="8496"/>
                  <a:pt x="15054" y="7994"/>
                </a:cubicBezTo>
                <a:cubicBezTo>
                  <a:pt x="15282" y="7013"/>
                  <a:pt x="15670" y="6054"/>
                  <a:pt x="16195" y="5187"/>
                </a:cubicBezTo>
                <a:cubicBezTo>
                  <a:pt x="16743" y="4296"/>
                  <a:pt x="17450" y="3520"/>
                  <a:pt x="18249" y="2858"/>
                </a:cubicBezTo>
                <a:cubicBezTo>
                  <a:pt x="18559" y="2598"/>
                  <a:pt x="19705" y="1722"/>
                  <a:pt x="20369" y="1722"/>
                </a:cubicBezTo>
                <a:close/>
                <a:moveTo>
                  <a:pt x="28109" y="3492"/>
                </a:moveTo>
                <a:cubicBezTo>
                  <a:pt x="28377" y="3492"/>
                  <a:pt x="28558" y="3695"/>
                  <a:pt x="28543" y="4114"/>
                </a:cubicBezTo>
                <a:cubicBezTo>
                  <a:pt x="28498" y="4616"/>
                  <a:pt x="28224" y="5095"/>
                  <a:pt x="27996" y="5552"/>
                </a:cubicBezTo>
                <a:cubicBezTo>
                  <a:pt x="27493" y="6511"/>
                  <a:pt x="26923" y="7401"/>
                  <a:pt x="26238" y="8222"/>
                </a:cubicBezTo>
                <a:cubicBezTo>
                  <a:pt x="25690" y="8907"/>
                  <a:pt x="25074" y="9523"/>
                  <a:pt x="24435" y="10117"/>
                </a:cubicBezTo>
                <a:cubicBezTo>
                  <a:pt x="24389" y="9843"/>
                  <a:pt x="24389" y="9592"/>
                  <a:pt x="24389" y="9318"/>
                </a:cubicBezTo>
                <a:cubicBezTo>
                  <a:pt x="24435" y="8200"/>
                  <a:pt x="24869" y="7081"/>
                  <a:pt x="25439" y="6100"/>
                </a:cubicBezTo>
                <a:cubicBezTo>
                  <a:pt x="25964" y="5209"/>
                  <a:pt x="26717" y="4205"/>
                  <a:pt x="27630" y="3657"/>
                </a:cubicBezTo>
                <a:cubicBezTo>
                  <a:pt x="27803" y="3547"/>
                  <a:pt x="27968" y="3492"/>
                  <a:pt x="28109" y="3492"/>
                </a:cubicBezTo>
                <a:close/>
                <a:moveTo>
                  <a:pt x="36360" y="3657"/>
                </a:moveTo>
                <a:cubicBezTo>
                  <a:pt x="36925" y="3657"/>
                  <a:pt x="37034" y="4237"/>
                  <a:pt x="36989" y="4685"/>
                </a:cubicBezTo>
                <a:cubicBezTo>
                  <a:pt x="36875" y="5666"/>
                  <a:pt x="36304" y="6670"/>
                  <a:pt x="35779" y="7492"/>
                </a:cubicBezTo>
                <a:cubicBezTo>
                  <a:pt x="35231" y="8359"/>
                  <a:pt x="34592" y="9113"/>
                  <a:pt x="33839" y="9820"/>
                </a:cubicBezTo>
                <a:cubicBezTo>
                  <a:pt x="33679" y="9957"/>
                  <a:pt x="33519" y="10094"/>
                  <a:pt x="33337" y="10254"/>
                </a:cubicBezTo>
                <a:cubicBezTo>
                  <a:pt x="33108" y="9341"/>
                  <a:pt x="33154" y="8337"/>
                  <a:pt x="33382" y="7446"/>
                </a:cubicBezTo>
                <a:cubicBezTo>
                  <a:pt x="33656" y="6351"/>
                  <a:pt x="34204" y="5301"/>
                  <a:pt x="35003" y="4479"/>
                </a:cubicBezTo>
                <a:cubicBezTo>
                  <a:pt x="35345" y="4137"/>
                  <a:pt x="35802" y="3657"/>
                  <a:pt x="36327" y="3657"/>
                </a:cubicBezTo>
                <a:cubicBezTo>
                  <a:pt x="36338" y="3657"/>
                  <a:pt x="36349" y="3657"/>
                  <a:pt x="36360" y="3657"/>
                </a:cubicBezTo>
                <a:close/>
                <a:moveTo>
                  <a:pt x="11386" y="0"/>
                </a:moveTo>
                <a:cubicBezTo>
                  <a:pt x="11346" y="0"/>
                  <a:pt x="11305" y="2"/>
                  <a:pt x="11265" y="5"/>
                </a:cubicBezTo>
                <a:cubicBezTo>
                  <a:pt x="10169" y="97"/>
                  <a:pt x="9028" y="1055"/>
                  <a:pt x="8297" y="1809"/>
                </a:cubicBezTo>
                <a:cubicBezTo>
                  <a:pt x="6608" y="3543"/>
                  <a:pt x="5695" y="5940"/>
                  <a:pt x="5444" y="8314"/>
                </a:cubicBezTo>
                <a:cubicBezTo>
                  <a:pt x="5399" y="8679"/>
                  <a:pt x="5376" y="9067"/>
                  <a:pt x="5399" y="9455"/>
                </a:cubicBezTo>
                <a:cubicBezTo>
                  <a:pt x="4988" y="9729"/>
                  <a:pt x="4554" y="9980"/>
                  <a:pt x="4120" y="10185"/>
                </a:cubicBezTo>
                <a:cubicBezTo>
                  <a:pt x="3339" y="10585"/>
                  <a:pt x="2484" y="10850"/>
                  <a:pt x="1618" y="10850"/>
                </a:cubicBezTo>
                <a:cubicBezTo>
                  <a:pt x="1296" y="10850"/>
                  <a:pt x="973" y="10814"/>
                  <a:pt x="651" y="10733"/>
                </a:cubicBezTo>
                <a:cubicBezTo>
                  <a:pt x="616" y="10725"/>
                  <a:pt x="583" y="10721"/>
                  <a:pt x="552" y="10721"/>
                </a:cubicBezTo>
                <a:cubicBezTo>
                  <a:pt x="146" y="10721"/>
                  <a:pt x="1" y="11358"/>
                  <a:pt x="445" y="11464"/>
                </a:cubicBezTo>
                <a:cubicBezTo>
                  <a:pt x="848" y="11567"/>
                  <a:pt x="1247" y="11614"/>
                  <a:pt x="1643" y="11614"/>
                </a:cubicBezTo>
                <a:cubicBezTo>
                  <a:pt x="3000" y="11614"/>
                  <a:pt x="4311" y="11059"/>
                  <a:pt x="5513" y="10300"/>
                </a:cubicBezTo>
                <a:cubicBezTo>
                  <a:pt x="5604" y="10779"/>
                  <a:pt x="5787" y="11235"/>
                  <a:pt x="6060" y="11623"/>
                </a:cubicBezTo>
                <a:cubicBezTo>
                  <a:pt x="6680" y="12456"/>
                  <a:pt x="7646" y="12796"/>
                  <a:pt x="8649" y="12796"/>
                </a:cubicBezTo>
                <a:cubicBezTo>
                  <a:pt x="8828" y="12796"/>
                  <a:pt x="9008" y="12785"/>
                  <a:pt x="9188" y="12765"/>
                </a:cubicBezTo>
                <a:cubicBezTo>
                  <a:pt x="10397" y="12628"/>
                  <a:pt x="11584" y="12171"/>
                  <a:pt x="12680" y="11646"/>
                </a:cubicBezTo>
                <a:cubicBezTo>
                  <a:pt x="13205" y="11418"/>
                  <a:pt x="13707" y="11144"/>
                  <a:pt x="14186" y="10870"/>
                </a:cubicBezTo>
                <a:cubicBezTo>
                  <a:pt x="14278" y="11349"/>
                  <a:pt x="14460" y="11783"/>
                  <a:pt x="14711" y="12194"/>
                </a:cubicBezTo>
                <a:cubicBezTo>
                  <a:pt x="15373" y="13175"/>
                  <a:pt x="16492" y="13746"/>
                  <a:pt x="17633" y="13883"/>
                </a:cubicBezTo>
                <a:cubicBezTo>
                  <a:pt x="17852" y="13912"/>
                  <a:pt x="18071" y="13925"/>
                  <a:pt x="18290" y="13925"/>
                </a:cubicBezTo>
                <a:cubicBezTo>
                  <a:pt x="20353" y="13925"/>
                  <a:pt x="22394" y="12720"/>
                  <a:pt x="24024" y="11441"/>
                </a:cubicBezTo>
                <a:cubicBezTo>
                  <a:pt x="24184" y="11738"/>
                  <a:pt x="24389" y="12034"/>
                  <a:pt x="24663" y="12285"/>
                </a:cubicBezTo>
                <a:cubicBezTo>
                  <a:pt x="25460" y="13071"/>
                  <a:pt x="26493" y="13363"/>
                  <a:pt x="27566" y="13363"/>
                </a:cubicBezTo>
                <a:cubicBezTo>
                  <a:pt x="28800" y="13363"/>
                  <a:pt x="30085" y="12977"/>
                  <a:pt x="31123" y="12514"/>
                </a:cubicBezTo>
                <a:cubicBezTo>
                  <a:pt x="31785" y="12217"/>
                  <a:pt x="32424" y="11852"/>
                  <a:pt x="33017" y="11441"/>
                </a:cubicBezTo>
                <a:cubicBezTo>
                  <a:pt x="33291" y="11897"/>
                  <a:pt x="33656" y="12308"/>
                  <a:pt x="34136" y="12628"/>
                </a:cubicBezTo>
                <a:cubicBezTo>
                  <a:pt x="34966" y="13163"/>
                  <a:pt x="35990" y="13340"/>
                  <a:pt x="36979" y="13340"/>
                </a:cubicBezTo>
                <a:cubicBezTo>
                  <a:pt x="37214" y="13340"/>
                  <a:pt x="37446" y="13330"/>
                  <a:pt x="37674" y="13312"/>
                </a:cubicBezTo>
                <a:cubicBezTo>
                  <a:pt x="40413" y="13084"/>
                  <a:pt x="42946" y="11852"/>
                  <a:pt x="45206" y="10368"/>
                </a:cubicBezTo>
                <a:cubicBezTo>
                  <a:pt x="46370" y="9592"/>
                  <a:pt x="47488" y="8747"/>
                  <a:pt x="48607" y="7903"/>
                </a:cubicBezTo>
                <a:cubicBezTo>
                  <a:pt x="48926" y="7677"/>
                  <a:pt x="48720" y="7189"/>
                  <a:pt x="48420" y="7189"/>
                </a:cubicBezTo>
                <a:cubicBezTo>
                  <a:pt x="48356" y="7189"/>
                  <a:pt x="48287" y="7211"/>
                  <a:pt x="48219" y="7264"/>
                </a:cubicBezTo>
                <a:cubicBezTo>
                  <a:pt x="46393" y="8656"/>
                  <a:pt x="44544" y="10048"/>
                  <a:pt x="42490" y="11076"/>
                </a:cubicBezTo>
                <a:cubicBezTo>
                  <a:pt x="40877" y="11911"/>
                  <a:pt x="38964" y="12604"/>
                  <a:pt x="37105" y="12604"/>
                </a:cubicBezTo>
                <a:cubicBezTo>
                  <a:pt x="36728" y="12604"/>
                  <a:pt x="36354" y="12575"/>
                  <a:pt x="35984" y="12514"/>
                </a:cubicBezTo>
                <a:cubicBezTo>
                  <a:pt x="34980" y="12331"/>
                  <a:pt x="34113" y="11852"/>
                  <a:pt x="33633" y="10984"/>
                </a:cubicBezTo>
                <a:cubicBezTo>
                  <a:pt x="34798" y="10071"/>
                  <a:pt x="35779" y="8953"/>
                  <a:pt x="36555" y="7697"/>
                </a:cubicBezTo>
                <a:cubicBezTo>
                  <a:pt x="37126" y="6762"/>
                  <a:pt x="37765" y="5575"/>
                  <a:pt x="37765" y="4456"/>
                </a:cubicBezTo>
                <a:cubicBezTo>
                  <a:pt x="37747" y="3536"/>
                  <a:pt x="37144" y="2901"/>
                  <a:pt x="36351" y="2901"/>
                </a:cubicBezTo>
                <a:cubicBezTo>
                  <a:pt x="36141" y="2901"/>
                  <a:pt x="35917" y="2945"/>
                  <a:pt x="35688" y="3041"/>
                </a:cubicBezTo>
                <a:cubicBezTo>
                  <a:pt x="34546" y="3498"/>
                  <a:pt x="33679" y="4753"/>
                  <a:pt x="33177" y="5826"/>
                </a:cubicBezTo>
                <a:cubicBezTo>
                  <a:pt x="32606" y="6967"/>
                  <a:pt x="32332" y="8291"/>
                  <a:pt x="32469" y="9569"/>
                </a:cubicBezTo>
                <a:cubicBezTo>
                  <a:pt x="32492" y="9980"/>
                  <a:pt x="32583" y="10368"/>
                  <a:pt x="32720" y="10733"/>
                </a:cubicBezTo>
                <a:cubicBezTo>
                  <a:pt x="31442" y="11646"/>
                  <a:pt x="29959" y="12331"/>
                  <a:pt x="28406" y="12536"/>
                </a:cubicBezTo>
                <a:cubicBezTo>
                  <a:pt x="28144" y="12575"/>
                  <a:pt x="27870" y="12597"/>
                  <a:pt x="27594" y="12597"/>
                </a:cubicBezTo>
                <a:cubicBezTo>
                  <a:pt x="26888" y="12597"/>
                  <a:pt x="26167" y="12451"/>
                  <a:pt x="25576" y="12057"/>
                </a:cubicBezTo>
                <a:cubicBezTo>
                  <a:pt x="25142" y="11760"/>
                  <a:pt x="24846" y="11372"/>
                  <a:pt x="24663" y="10916"/>
                </a:cubicBezTo>
                <a:cubicBezTo>
                  <a:pt x="24709" y="10870"/>
                  <a:pt x="24777" y="10802"/>
                  <a:pt x="24846" y="10756"/>
                </a:cubicBezTo>
                <a:cubicBezTo>
                  <a:pt x="25827" y="9911"/>
                  <a:pt x="26672" y="8953"/>
                  <a:pt x="27425" y="7903"/>
                </a:cubicBezTo>
                <a:cubicBezTo>
                  <a:pt x="28133" y="6944"/>
                  <a:pt x="28931" y="5780"/>
                  <a:pt x="29228" y="4616"/>
                </a:cubicBezTo>
                <a:cubicBezTo>
                  <a:pt x="29432" y="3758"/>
                  <a:pt x="29088" y="2699"/>
                  <a:pt x="28146" y="2699"/>
                </a:cubicBezTo>
                <a:cubicBezTo>
                  <a:pt x="28036" y="2699"/>
                  <a:pt x="27917" y="2713"/>
                  <a:pt x="27790" y="2744"/>
                </a:cubicBezTo>
                <a:cubicBezTo>
                  <a:pt x="27197" y="2904"/>
                  <a:pt x="26717" y="3361"/>
                  <a:pt x="26307" y="3771"/>
                </a:cubicBezTo>
                <a:cubicBezTo>
                  <a:pt x="25850" y="4228"/>
                  <a:pt x="25439" y="4730"/>
                  <a:pt x="25074" y="5255"/>
                </a:cubicBezTo>
                <a:cubicBezTo>
                  <a:pt x="24115" y="6716"/>
                  <a:pt x="23271" y="8884"/>
                  <a:pt x="23750" y="10688"/>
                </a:cubicBezTo>
                <a:cubicBezTo>
                  <a:pt x="22951" y="11304"/>
                  <a:pt x="22107" y="11874"/>
                  <a:pt x="21194" y="12331"/>
                </a:cubicBezTo>
                <a:cubicBezTo>
                  <a:pt x="20316" y="12775"/>
                  <a:pt x="19170" y="13127"/>
                  <a:pt x="18089" y="13127"/>
                </a:cubicBezTo>
                <a:cubicBezTo>
                  <a:pt x="16894" y="13127"/>
                  <a:pt x="15778" y="12697"/>
                  <a:pt x="15191" y="11486"/>
                </a:cubicBezTo>
                <a:cubicBezTo>
                  <a:pt x="15031" y="11167"/>
                  <a:pt x="14940" y="10802"/>
                  <a:pt x="14894" y="10436"/>
                </a:cubicBezTo>
                <a:cubicBezTo>
                  <a:pt x="15259" y="10208"/>
                  <a:pt x="15647" y="9934"/>
                  <a:pt x="16012" y="9683"/>
                </a:cubicBezTo>
                <a:cubicBezTo>
                  <a:pt x="18021" y="8154"/>
                  <a:pt x="19756" y="6259"/>
                  <a:pt x="21011" y="4068"/>
                </a:cubicBezTo>
                <a:cubicBezTo>
                  <a:pt x="21468" y="3269"/>
                  <a:pt x="22061" y="1923"/>
                  <a:pt x="21125" y="1215"/>
                </a:cubicBezTo>
                <a:cubicBezTo>
                  <a:pt x="20879" y="1025"/>
                  <a:pt x="20608" y="947"/>
                  <a:pt x="20328" y="947"/>
                </a:cubicBezTo>
                <a:cubicBezTo>
                  <a:pt x="19464" y="947"/>
                  <a:pt x="18510" y="1686"/>
                  <a:pt x="17907" y="2151"/>
                </a:cubicBezTo>
                <a:cubicBezTo>
                  <a:pt x="15967" y="3657"/>
                  <a:pt x="14597" y="5917"/>
                  <a:pt x="14209" y="8359"/>
                </a:cubicBezTo>
                <a:cubicBezTo>
                  <a:pt x="14118" y="8907"/>
                  <a:pt x="14072" y="9478"/>
                  <a:pt x="14095" y="10048"/>
                </a:cubicBezTo>
                <a:cubicBezTo>
                  <a:pt x="13547" y="10368"/>
                  <a:pt x="12954" y="10688"/>
                  <a:pt x="12360" y="10961"/>
                </a:cubicBezTo>
                <a:cubicBezTo>
                  <a:pt x="11399" y="11407"/>
                  <a:pt x="9909" y="12075"/>
                  <a:pt x="8620" y="12075"/>
                </a:cubicBezTo>
                <a:cubicBezTo>
                  <a:pt x="7798" y="12075"/>
                  <a:pt x="7057" y="11803"/>
                  <a:pt x="6585" y="11030"/>
                </a:cubicBezTo>
                <a:cubicBezTo>
                  <a:pt x="6380" y="10665"/>
                  <a:pt x="6243" y="10254"/>
                  <a:pt x="6197" y="9843"/>
                </a:cubicBezTo>
                <a:cubicBezTo>
                  <a:pt x="6745" y="9455"/>
                  <a:pt x="7247" y="9021"/>
                  <a:pt x="7727" y="8610"/>
                </a:cubicBezTo>
                <a:cubicBezTo>
                  <a:pt x="9690" y="6876"/>
                  <a:pt x="11310" y="4662"/>
                  <a:pt x="12315" y="2242"/>
                </a:cubicBezTo>
                <a:cubicBezTo>
                  <a:pt x="12497" y="1763"/>
                  <a:pt x="12657" y="1215"/>
                  <a:pt x="12474" y="713"/>
                </a:cubicBezTo>
                <a:cubicBezTo>
                  <a:pt x="12306" y="250"/>
                  <a:pt x="11865" y="0"/>
                  <a:pt x="113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8"/>
          <p:cNvSpPr/>
          <p:nvPr/>
        </p:nvSpPr>
        <p:spPr>
          <a:xfrm rot="10800000" flipH="1">
            <a:off x="-76200" y="3605489"/>
            <a:ext cx="5518235" cy="1995211"/>
          </a:xfrm>
          <a:custGeom>
            <a:avLst/>
            <a:gdLst/>
            <a:ahLst/>
            <a:cxnLst/>
            <a:rect l="l" t="t" r="r" b="b"/>
            <a:pathLst>
              <a:path w="356360" h="128848" extrusionOk="0">
                <a:moveTo>
                  <a:pt x="356360" y="1"/>
                </a:moveTo>
                <a:cubicBezTo>
                  <a:pt x="356360" y="1"/>
                  <a:pt x="341983" y="60853"/>
                  <a:pt x="279763" y="70336"/>
                </a:cubicBezTo>
                <a:cubicBezTo>
                  <a:pt x="197178" y="82859"/>
                  <a:pt x="188211" y="39667"/>
                  <a:pt x="120459" y="39393"/>
                </a:cubicBezTo>
                <a:cubicBezTo>
                  <a:pt x="38451" y="39059"/>
                  <a:pt x="1" y="128848"/>
                  <a:pt x="1" y="128848"/>
                </a:cubicBezTo>
                <a:lnTo>
                  <a:pt x="1" y="609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8"/>
          <p:cNvSpPr/>
          <p:nvPr/>
        </p:nvSpPr>
        <p:spPr>
          <a:xfrm flipH="1">
            <a:off x="3015573" y="-15825"/>
            <a:ext cx="6163451" cy="1329420"/>
          </a:xfrm>
          <a:custGeom>
            <a:avLst/>
            <a:gdLst/>
            <a:ahLst/>
            <a:cxnLst/>
            <a:rect l="l" t="t" r="r" b="b"/>
            <a:pathLst>
              <a:path w="254504" h="54895" extrusionOk="0">
                <a:moveTo>
                  <a:pt x="254503" y="0"/>
                </a:moveTo>
                <a:cubicBezTo>
                  <a:pt x="254503" y="0"/>
                  <a:pt x="244837" y="54895"/>
                  <a:pt x="153954" y="52159"/>
                </a:cubicBezTo>
                <a:cubicBezTo>
                  <a:pt x="75898" y="49788"/>
                  <a:pt x="63922" y="14529"/>
                  <a:pt x="821" y="32280"/>
                </a:cubicBezTo>
                <a:lnTo>
                  <a:pt x="0" y="517"/>
                </a:lnTo>
                <a:close/>
              </a:path>
            </a:pathLst>
          </a:custGeom>
          <a:solidFill>
            <a:srgbClr val="E3D6C9">
              <a:alpha val="288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8" name="Google Shape;798;p18"/>
          <p:cNvGrpSpPr/>
          <p:nvPr/>
        </p:nvGrpSpPr>
        <p:grpSpPr>
          <a:xfrm>
            <a:off x="3848625" y="4351475"/>
            <a:ext cx="446250" cy="453375"/>
            <a:chOff x="4350100" y="1147775"/>
            <a:chExt cx="446250" cy="453375"/>
          </a:xfrm>
        </p:grpSpPr>
        <p:sp>
          <p:nvSpPr>
            <p:cNvPr id="799" name="Google Shape;799;p18"/>
            <p:cNvSpPr/>
            <p:nvPr/>
          </p:nvSpPr>
          <p:spPr>
            <a:xfrm>
              <a:off x="4587475" y="1395350"/>
              <a:ext cx="208875" cy="205800"/>
            </a:xfrm>
            <a:custGeom>
              <a:avLst/>
              <a:gdLst/>
              <a:ahLst/>
              <a:cxnLst/>
              <a:rect l="l" t="t" r="r" b="b"/>
              <a:pathLst>
                <a:path w="8355" h="8232" extrusionOk="0">
                  <a:moveTo>
                    <a:pt x="4104" y="0"/>
                  </a:moveTo>
                  <a:cubicBezTo>
                    <a:pt x="2167" y="0"/>
                    <a:pt x="643" y="1771"/>
                    <a:pt x="320" y="3603"/>
                  </a:cubicBezTo>
                  <a:cubicBezTo>
                    <a:pt x="0" y="5543"/>
                    <a:pt x="1119" y="7483"/>
                    <a:pt x="3036" y="8076"/>
                  </a:cubicBezTo>
                  <a:cubicBezTo>
                    <a:pt x="3393" y="8180"/>
                    <a:pt x="3759" y="8231"/>
                    <a:pt x="4124" y="8231"/>
                  </a:cubicBezTo>
                  <a:cubicBezTo>
                    <a:pt x="4880" y="8231"/>
                    <a:pt x="5631" y="8013"/>
                    <a:pt x="6277" y="7597"/>
                  </a:cubicBezTo>
                  <a:cubicBezTo>
                    <a:pt x="6574" y="7414"/>
                    <a:pt x="6848" y="7163"/>
                    <a:pt x="7099" y="6890"/>
                  </a:cubicBezTo>
                  <a:cubicBezTo>
                    <a:pt x="7852" y="6296"/>
                    <a:pt x="8355" y="5383"/>
                    <a:pt x="8332" y="4402"/>
                  </a:cubicBezTo>
                  <a:cubicBezTo>
                    <a:pt x="8309" y="3352"/>
                    <a:pt x="7715" y="2210"/>
                    <a:pt x="7031" y="1411"/>
                  </a:cubicBezTo>
                  <a:cubicBezTo>
                    <a:pt x="6369" y="658"/>
                    <a:pt x="5456" y="110"/>
                    <a:pt x="4451" y="19"/>
                  </a:cubicBezTo>
                  <a:cubicBezTo>
                    <a:pt x="4334" y="6"/>
                    <a:pt x="4218" y="0"/>
                    <a:pt x="41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4350100" y="1473750"/>
              <a:ext cx="95875" cy="93525"/>
            </a:xfrm>
            <a:custGeom>
              <a:avLst/>
              <a:gdLst/>
              <a:ahLst/>
              <a:cxnLst/>
              <a:rect l="l" t="t" r="r" b="b"/>
              <a:pathLst>
                <a:path w="3835" h="3741" extrusionOk="0">
                  <a:moveTo>
                    <a:pt x="1554" y="1"/>
                  </a:moveTo>
                  <a:cubicBezTo>
                    <a:pt x="1238" y="1"/>
                    <a:pt x="928" y="93"/>
                    <a:pt x="662" y="307"/>
                  </a:cubicBezTo>
                  <a:cubicBezTo>
                    <a:pt x="23" y="832"/>
                    <a:pt x="0" y="1927"/>
                    <a:pt x="274" y="2658"/>
                  </a:cubicBezTo>
                  <a:cubicBezTo>
                    <a:pt x="434" y="3069"/>
                    <a:pt x="753" y="3411"/>
                    <a:pt x="1164" y="3594"/>
                  </a:cubicBezTo>
                  <a:cubicBezTo>
                    <a:pt x="1429" y="3705"/>
                    <a:pt x="1710" y="3740"/>
                    <a:pt x="1998" y="3740"/>
                  </a:cubicBezTo>
                  <a:cubicBezTo>
                    <a:pt x="2182" y="3740"/>
                    <a:pt x="2369" y="3726"/>
                    <a:pt x="2557" y="3708"/>
                  </a:cubicBezTo>
                  <a:cubicBezTo>
                    <a:pt x="2716" y="3708"/>
                    <a:pt x="2808" y="3594"/>
                    <a:pt x="2808" y="3457"/>
                  </a:cubicBezTo>
                  <a:cubicBezTo>
                    <a:pt x="3036" y="3343"/>
                    <a:pt x="3241" y="3137"/>
                    <a:pt x="3401" y="2886"/>
                  </a:cubicBezTo>
                  <a:cubicBezTo>
                    <a:pt x="3835" y="2133"/>
                    <a:pt x="3584" y="1220"/>
                    <a:pt x="2990" y="626"/>
                  </a:cubicBezTo>
                  <a:cubicBezTo>
                    <a:pt x="2620" y="256"/>
                    <a:pt x="2080" y="1"/>
                    <a:pt x="15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4386600" y="1147775"/>
              <a:ext cx="162675" cy="170425"/>
            </a:xfrm>
            <a:custGeom>
              <a:avLst/>
              <a:gdLst/>
              <a:ahLst/>
              <a:cxnLst/>
              <a:rect l="l" t="t" r="r" b="b"/>
              <a:pathLst>
                <a:path w="6507" h="6817" extrusionOk="0">
                  <a:moveTo>
                    <a:pt x="2995" y="0"/>
                  </a:moveTo>
                  <a:cubicBezTo>
                    <a:pt x="2821" y="0"/>
                    <a:pt x="2644" y="20"/>
                    <a:pt x="2466" y="62"/>
                  </a:cubicBezTo>
                  <a:cubicBezTo>
                    <a:pt x="1005" y="427"/>
                    <a:pt x="69" y="2002"/>
                    <a:pt x="47" y="3440"/>
                  </a:cubicBezTo>
                  <a:cubicBezTo>
                    <a:pt x="1" y="4764"/>
                    <a:pt x="754" y="6065"/>
                    <a:pt x="1964" y="6544"/>
                  </a:cubicBezTo>
                  <a:cubicBezTo>
                    <a:pt x="2359" y="6723"/>
                    <a:pt x="2786" y="6816"/>
                    <a:pt x="3215" y="6816"/>
                  </a:cubicBezTo>
                  <a:cubicBezTo>
                    <a:pt x="3825" y="6816"/>
                    <a:pt x="4440" y="6627"/>
                    <a:pt x="4977" y="6224"/>
                  </a:cubicBezTo>
                  <a:cubicBezTo>
                    <a:pt x="6141" y="5357"/>
                    <a:pt x="6506" y="3736"/>
                    <a:pt x="6027" y="2390"/>
                  </a:cubicBezTo>
                  <a:cubicBezTo>
                    <a:pt x="5562" y="1177"/>
                    <a:pt x="4345" y="0"/>
                    <a:pt x="2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2" name="Google Shape;802;p18"/>
          <p:cNvGrpSpPr/>
          <p:nvPr/>
        </p:nvGrpSpPr>
        <p:grpSpPr>
          <a:xfrm>
            <a:off x="7999300" y="376725"/>
            <a:ext cx="725875" cy="709300"/>
            <a:chOff x="703175" y="3286325"/>
            <a:chExt cx="725875" cy="709300"/>
          </a:xfrm>
        </p:grpSpPr>
        <p:sp>
          <p:nvSpPr>
            <p:cNvPr id="803" name="Google Shape;803;p18"/>
            <p:cNvSpPr/>
            <p:nvPr/>
          </p:nvSpPr>
          <p:spPr>
            <a:xfrm>
              <a:off x="1048975" y="3589325"/>
              <a:ext cx="51950" cy="52525"/>
            </a:xfrm>
            <a:custGeom>
              <a:avLst/>
              <a:gdLst/>
              <a:ahLst/>
              <a:cxnLst/>
              <a:rect l="l" t="t" r="r" b="b"/>
              <a:pathLst>
                <a:path w="2078" h="2101" extrusionOk="0">
                  <a:moveTo>
                    <a:pt x="1051" y="0"/>
                  </a:moveTo>
                  <a:cubicBezTo>
                    <a:pt x="959" y="0"/>
                    <a:pt x="868" y="23"/>
                    <a:pt x="777" y="46"/>
                  </a:cubicBezTo>
                  <a:lnTo>
                    <a:pt x="754" y="46"/>
                  </a:lnTo>
                  <a:cubicBezTo>
                    <a:pt x="686" y="69"/>
                    <a:pt x="617" y="115"/>
                    <a:pt x="549" y="137"/>
                  </a:cubicBezTo>
                  <a:cubicBezTo>
                    <a:pt x="549" y="137"/>
                    <a:pt x="526" y="160"/>
                    <a:pt x="503" y="160"/>
                  </a:cubicBezTo>
                  <a:cubicBezTo>
                    <a:pt x="457" y="206"/>
                    <a:pt x="389" y="251"/>
                    <a:pt x="343" y="297"/>
                  </a:cubicBezTo>
                  <a:cubicBezTo>
                    <a:pt x="343" y="297"/>
                    <a:pt x="320" y="297"/>
                    <a:pt x="320" y="320"/>
                  </a:cubicBezTo>
                  <a:cubicBezTo>
                    <a:pt x="275" y="366"/>
                    <a:pt x="206" y="434"/>
                    <a:pt x="161" y="503"/>
                  </a:cubicBezTo>
                  <a:cubicBezTo>
                    <a:pt x="161" y="525"/>
                    <a:pt x="161" y="525"/>
                    <a:pt x="138" y="548"/>
                  </a:cubicBezTo>
                  <a:cubicBezTo>
                    <a:pt x="115" y="617"/>
                    <a:pt x="69" y="708"/>
                    <a:pt x="46" y="776"/>
                  </a:cubicBezTo>
                  <a:cubicBezTo>
                    <a:pt x="46" y="799"/>
                    <a:pt x="46" y="822"/>
                    <a:pt x="24" y="822"/>
                  </a:cubicBezTo>
                  <a:cubicBezTo>
                    <a:pt x="24" y="913"/>
                    <a:pt x="1" y="1005"/>
                    <a:pt x="1" y="1073"/>
                  </a:cubicBezTo>
                  <a:cubicBezTo>
                    <a:pt x="1" y="1164"/>
                    <a:pt x="24" y="1279"/>
                    <a:pt x="24" y="1324"/>
                  </a:cubicBezTo>
                  <a:cubicBezTo>
                    <a:pt x="24" y="1347"/>
                    <a:pt x="46" y="1370"/>
                    <a:pt x="46" y="1370"/>
                  </a:cubicBezTo>
                  <a:cubicBezTo>
                    <a:pt x="69" y="1461"/>
                    <a:pt x="92" y="1530"/>
                    <a:pt x="138" y="1598"/>
                  </a:cubicBezTo>
                  <a:cubicBezTo>
                    <a:pt x="138" y="1621"/>
                    <a:pt x="138" y="1621"/>
                    <a:pt x="161" y="1621"/>
                  </a:cubicBezTo>
                  <a:cubicBezTo>
                    <a:pt x="183" y="1689"/>
                    <a:pt x="229" y="1735"/>
                    <a:pt x="275" y="1781"/>
                  </a:cubicBezTo>
                  <a:cubicBezTo>
                    <a:pt x="275" y="1804"/>
                    <a:pt x="275" y="1804"/>
                    <a:pt x="275" y="1804"/>
                  </a:cubicBezTo>
                  <a:cubicBezTo>
                    <a:pt x="343" y="1872"/>
                    <a:pt x="412" y="1918"/>
                    <a:pt x="480" y="1963"/>
                  </a:cubicBezTo>
                  <a:cubicBezTo>
                    <a:pt x="480" y="1963"/>
                    <a:pt x="503" y="1963"/>
                    <a:pt x="526" y="1986"/>
                  </a:cubicBezTo>
                  <a:cubicBezTo>
                    <a:pt x="571" y="2009"/>
                    <a:pt x="640" y="2032"/>
                    <a:pt x="708" y="2055"/>
                  </a:cubicBezTo>
                  <a:cubicBezTo>
                    <a:pt x="731" y="2055"/>
                    <a:pt x="731" y="2078"/>
                    <a:pt x="754" y="2078"/>
                  </a:cubicBezTo>
                  <a:cubicBezTo>
                    <a:pt x="822" y="2100"/>
                    <a:pt x="914" y="2100"/>
                    <a:pt x="982" y="2100"/>
                  </a:cubicBezTo>
                  <a:lnTo>
                    <a:pt x="1051" y="2100"/>
                  </a:lnTo>
                  <a:cubicBezTo>
                    <a:pt x="1142" y="2100"/>
                    <a:pt x="1256" y="2100"/>
                    <a:pt x="1347" y="2055"/>
                  </a:cubicBezTo>
                  <a:cubicBezTo>
                    <a:pt x="1416" y="2032"/>
                    <a:pt x="1484" y="1986"/>
                    <a:pt x="1553" y="1963"/>
                  </a:cubicBezTo>
                  <a:cubicBezTo>
                    <a:pt x="1621" y="1918"/>
                    <a:pt x="1713" y="1849"/>
                    <a:pt x="1758" y="1804"/>
                  </a:cubicBezTo>
                  <a:cubicBezTo>
                    <a:pt x="1758" y="1804"/>
                    <a:pt x="1781" y="1781"/>
                    <a:pt x="1781" y="1781"/>
                  </a:cubicBezTo>
                  <a:cubicBezTo>
                    <a:pt x="1850" y="1712"/>
                    <a:pt x="1895" y="1667"/>
                    <a:pt x="1941" y="1575"/>
                  </a:cubicBezTo>
                  <a:cubicBezTo>
                    <a:pt x="1941" y="1575"/>
                    <a:pt x="1941" y="1575"/>
                    <a:pt x="1941" y="1553"/>
                  </a:cubicBezTo>
                  <a:cubicBezTo>
                    <a:pt x="1964" y="1507"/>
                    <a:pt x="2009" y="1438"/>
                    <a:pt x="2032" y="1370"/>
                  </a:cubicBezTo>
                  <a:cubicBezTo>
                    <a:pt x="2055" y="1279"/>
                    <a:pt x="2055" y="1187"/>
                    <a:pt x="2078" y="1119"/>
                  </a:cubicBezTo>
                  <a:cubicBezTo>
                    <a:pt x="2078" y="1028"/>
                    <a:pt x="2055" y="936"/>
                    <a:pt x="2032" y="868"/>
                  </a:cubicBezTo>
                  <a:cubicBezTo>
                    <a:pt x="2032" y="845"/>
                    <a:pt x="2032" y="822"/>
                    <a:pt x="2032" y="822"/>
                  </a:cubicBezTo>
                  <a:cubicBezTo>
                    <a:pt x="2009" y="754"/>
                    <a:pt x="1964" y="662"/>
                    <a:pt x="1941" y="594"/>
                  </a:cubicBezTo>
                  <a:cubicBezTo>
                    <a:pt x="1918" y="594"/>
                    <a:pt x="1918" y="594"/>
                    <a:pt x="1918" y="571"/>
                  </a:cubicBezTo>
                  <a:cubicBezTo>
                    <a:pt x="1918" y="571"/>
                    <a:pt x="1895" y="548"/>
                    <a:pt x="1895" y="548"/>
                  </a:cubicBezTo>
                  <a:cubicBezTo>
                    <a:pt x="1872" y="503"/>
                    <a:pt x="1872" y="457"/>
                    <a:pt x="1850" y="411"/>
                  </a:cubicBezTo>
                  <a:cubicBezTo>
                    <a:pt x="1781" y="297"/>
                    <a:pt x="1690" y="206"/>
                    <a:pt x="1576" y="137"/>
                  </a:cubicBezTo>
                  <a:cubicBezTo>
                    <a:pt x="1416" y="46"/>
                    <a:pt x="1233" y="0"/>
                    <a:pt x="10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1006175" y="3486050"/>
              <a:ext cx="46825" cy="49075"/>
            </a:xfrm>
            <a:custGeom>
              <a:avLst/>
              <a:gdLst/>
              <a:ahLst/>
              <a:cxnLst/>
              <a:rect l="l" t="t" r="r" b="b"/>
              <a:pathLst>
                <a:path w="1873" h="1963" extrusionOk="0">
                  <a:moveTo>
                    <a:pt x="845" y="0"/>
                  </a:moveTo>
                  <a:cubicBezTo>
                    <a:pt x="777" y="0"/>
                    <a:pt x="708" y="23"/>
                    <a:pt x="617" y="46"/>
                  </a:cubicBezTo>
                  <a:cubicBezTo>
                    <a:pt x="549" y="46"/>
                    <a:pt x="457" y="91"/>
                    <a:pt x="389" y="137"/>
                  </a:cubicBezTo>
                  <a:cubicBezTo>
                    <a:pt x="298" y="183"/>
                    <a:pt x="229" y="251"/>
                    <a:pt x="183" y="320"/>
                  </a:cubicBezTo>
                  <a:cubicBezTo>
                    <a:pt x="115" y="411"/>
                    <a:pt x="69" y="479"/>
                    <a:pt x="47" y="593"/>
                  </a:cubicBezTo>
                  <a:cubicBezTo>
                    <a:pt x="1" y="685"/>
                    <a:pt x="1" y="799"/>
                    <a:pt x="24" y="890"/>
                  </a:cubicBezTo>
                  <a:cubicBezTo>
                    <a:pt x="24" y="982"/>
                    <a:pt x="47" y="1050"/>
                    <a:pt x="92" y="1118"/>
                  </a:cubicBezTo>
                  <a:cubicBezTo>
                    <a:pt x="92" y="1118"/>
                    <a:pt x="92" y="1118"/>
                    <a:pt x="92" y="1141"/>
                  </a:cubicBezTo>
                  <a:cubicBezTo>
                    <a:pt x="69" y="1278"/>
                    <a:pt x="115" y="1461"/>
                    <a:pt x="206" y="1575"/>
                  </a:cubicBezTo>
                  <a:cubicBezTo>
                    <a:pt x="229" y="1598"/>
                    <a:pt x="298" y="1712"/>
                    <a:pt x="320" y="1735"/>
                  </a:cubicBezTo>
                  <a:cubicBezTo>
                    <a:pt x="412" y="1826"/>
                    <a:pt x="549" y="1917"/>
                    <a:pt x="663" y="1940"/>
                  </a:cubicBezTo>
                  <a:lnTo>
                    <a:pt x="777" y="1940"/>
                  </a:lnTo>
                  <a:cubicBezTo>
                    <a:pt x="800" y="1963"/>
                    <a:pt x="845" y="1963"/>
                    <a:pt x="891" y="1963"/>
                  </a:cubicBezTo>
                  <a:lnTo>
                    <a:pt x="914" y="1963"/>
                  </a:lnTo>
                  <a:cubicBezTo>
                    <a:pt x="982" y="1963"/>
                    <a:pt x="1051" y="1940"/>
                    <a:pt x="1119" y="1940"/>
                  </a:cubicBezTo>
                  <a:cubicBezTo>
                    <a:pt x="1142" y="1940"/>
                    <a:pt x="1142" y="1940"/>
                    <a:pt x="1165" y="1917"/>
                  </a:cubicBezTo>
                  <a:cubicBezTo>
                    <a:pt x="1233" y="1895"/>
                    <a:pt x="1302" y="1872"/>
                    <a:pt x="1370" y="1849"/>
                  </a:cubicBezTo>
                  <a:cubicBezTo>
                    <a:pt x="1370" y="1826"/>
                    <a:pt x="1370" y="1826"/>
                    <a:pt x="1393" y="1826"/>
                  </a:cubicBezTo>
                  <a:cubicBezTo>
                    <a:pt x="1439" y="1780"/>
                    <a:pt x="1507" y="1735"/>
                    <a:pt x="1553" y="1689"/>
                  </a:cubicBezTo>
                  <a:cubicBezTo>
                    <a:pt x="1621" y="1643"/>
                    <a:pt x="1690" y="1529"/>
                    <a:pt x="1713" y="1506"/>
                  </a:cubicBezTo>
                  <a:cubicBezTo>
                    <a:pt x="1736" y="1484"/>
                    <a:pt x="1736" y="1461"/>
                    <a:pt x="1758" y="1438"/>
                  </a:cubicBezTo>
                  <a:cubicBezTo>
                    <a:pt x="1781" y="1392"/>
                    <a:pt x="1827" y="1278"/>
                    <a:pt x="1850" y="1210"/>
                  </a:cubicBezTo>
                  <a:cubicBezTo>
                    <a:pt x="1850" y="1141"/>
                    <a:pt x="1873" y="1027"/>
                    <a:pt x="1873" y="959"/>
                  </a:cubicBezTo>
                  <a:cubicBezTo>
                    <a:pt x="1873" y="890"/>
                    <a:pt x="1850" y="776"/>
                    <a:pt x="1827" y="708"/>
                  </a:cubicBezTo>
                  <a:cubicBezTo>
                    <a:pt x="1804" y="639"/>
                    <a:pt x="1781" y="525"/>
                    <a:pt x="1736" y="479"/>
                  </a:cubicBezTo>
                  <a:cubicBezTo>
                    <a:pt x="1690" y="434"/>
                    <a:pt x="1644" y="342"/>
                    <a:pt x="1576" y="274"/>
                  </a:cubicBezTo>
                  <a:cubicBezTo>
                    <a:pt x="1507" y="228"/>
                    <a:pt x="1439" y="183"/>
                    <a:pt x="1370" y="137"/>
                  </a:cubicBezTo>
                  <a:cubicBezTo>
                    <a:pt x="1211" y="46"/>
                    <a:pt x="1074" y="0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925725" y="3567650"/>
              <a:ext cx="49675" cy="47375"/>
            </a:xfrm>
            <a:custGeom>
              <a:avLst/>
              <a:gdLst/>
              <a:ahLst/>
              <a:cxnLst/>
              <a:rect l="l" t="t" r="r" b="b"/>
              <a:pathLst>
                <a:path w="1987" h="1895" extrusionOk="0">
                  <a:moveTo>
                    <a:pt x="799" y="0"/>
                  </a:moveTo>
                  <a:cubicBezTo>
                    <a:pt x="731" y="0"/>
                    <a:pt x="662" y="23"/>
                    <a:pt x="617" y="23"/>
                  </a:cubicBezTo>
                  <a:cubicBezTo>
                    <a:pt x="480" y="69"/>
                    <a:pt x="366" y="137"/>
                    <a:pt x="274" y="228"/>
                  </a:cubicBezTo>
                  <a:cubicBezTo>
                    <a:pt x="229" y="274"/>
                    <a:pt x="183" y="342"/>
                    <a:pt x="137" y="388"/>
                  </a:cubicBezTo>
                  <a:cubicBezTo>
                    <a:pt x="137" y="411"/>
                    <a:pt x="137" y="411"/>
                    <a:pt x="137" y="411"/>
                  </a:cubicBezTo>
                  <a:lnTo>
                    <a:pt x="115" y="411"/>
                  </a:lnTo>
                  <a:cubicBezTo>
                    <a:pt x="92" y="479"/>
                    <a:pt x="69" y="548"/>
                    <a:pt x="46" y="616"/>
                  </a:cubicBezTo>
                  <a:cubicBezTo>
                    <a:pt x="23" y="662"/>
                    <a:pt x="23" y="708"/>
                    <a:pt x="23" y="776"/>
                  </a:cubicBezTo>
                  <a:cubicBezTo>
                    <a:pt x="0" y="822"/>
                    <a:pt x="0" y="867"/>
                    <a:pt x="0" y="936"/>
                  </a:cubicBezTo>
                  <a:cubicBezTo>
                    <a:pt x="0" y="1004"/>
                    <a:pt x="23" y="1073"/>
                    <a:pt x="23" y="1141"/>
                  </a:cubicBezTo>
                  <a:cubicBezTo>
                    <a:pt x="23" y="1164"/>
                    <a:pt x="23" y="1164"/>
                    <a:pt x="23" y="1164"/>
                  </a:cubicBezTo>
                  <a:cubicBezTo>
                    <a:pt x="46" y="1164"/>
                    <a:pt x="46" y="1187"/>
                    <a:pt x="46" y="1187"/>
                  </a:cubicBezTo>
                  <a:cubicBezTo>
                    <a:pt x="69" y="1255"/>
                    <a:pt x="92" y="1324"/>
                    <a:pt x="115" y="1392"/>
                  </a:cubicBezTo>
                  <a:cubicBezTo>
                    <a:pt x="137" y="1392"/>
                    <a:pt x="137" y="1392"/>
                    <a:pt x="137" y="1415"/>
                  </a:cubicBezTo>
                  <a:cubicBezTo>
                    <a:pt x="137" y="1415"/>
                    <a:pt x="137" y="1415"/>
                    <a:pt x="160" y="1438"/>
                  </a:cubicBezTo>
                  <a:cubicBezTo>
                    <a:pt x="160" y="1461"/>
                    <a:pt x="206" y="1484"/>
                    <a:pt x="206" y="1529"/>
                  </a:cubicBezTo>
                  <a:cubicBezTo>
                    <a:pt x="229" y="1552"/>
                    <a:pt x="252" y="1575"/>
                    <a:pt x="274" y="1598"/>
                  </a:cubicBezTo>
                  <a:cubicBezTo>
                    <a:pt x="297" y="1621"/>
                    <a:pt x="297" y="1621"/>
                    <a:pt x="320" y="1643"/>
                  </a:cubicBezTo>
                  <a:cubicBezTo>
                    <a:pt x="366" y="1666"/>
                    <a:pt x="411" y="1712"/>
                    <a:pt x="480" y="1758"/>
                  </a:cubicBezTo>
                  <a:cubicBezTo>
                    <a:pt x="525" y="1780"/>
                    <a:pt x="571" y="1803"/>
                    <a:pt x="594" y="1826"/>
                  </a:cubicBezTo>
                  <a:cubicBezTo>
                    <a:pt x="640" y="1826"/>
                    <a:pt x="685" y="1849"/>
                    <a:pt x="731" y="1872"/>
                  </a:cubicBezTo>
                  <a:cubicBezTo>
                    <a:pt x="799" y="1872"/>
                    <a:pt x="891" y="1895"/>
                    <a:pt x="936" y="1895"/>
                  </a:cubicBezTo>
                  <a:lnTo>
                    <a:pt x="982" y="1895"/>
                  </a:lnTo>
                  <a:cubicBezTo>
                    <a:pt x="1073" y="1895"/>
                    <a:pt x="1142" y="1895"/>
                    <a:pt x="1233" y="1872"/>
                  </a:cubicBezTo>
                  <a:cubicBezTo>
                    <a:pt x="1233" y="1872"/>
                    <a:pt x="1256" y="1872"/>
                    <a:pt x="1256" y="1849"/>
                  </a:cubicBezTo>
                  <a:cubicBezTo>
                    <a:pt x="1324" y="1826"/>
                    <a:pt x="1393" y="1803"/>
                    <a:pt x="1461" y="1780"/>
                  </a:cubicBezTo>
                  <a:cubicBezTo>
                    <a:pt x="1461" y="1780"/>
                    <a:pt x="1461" y="1780"/>
                    <a:pt x="1461" y="1758"/>
                  </a:cubicBezTo>
                  <a:lnTo>
                    <a:pt x="1507" y="1758"/>
                  </a:lnTo>
                  <a:cubicBezTo>
                    <a:pt x="1553" y="1712"/>
                    <a:pt x="1621" y="1666"/>
                    <a:pt x="1690" y="1598"/>
                  </a:cubicBezTo>
                  <a:cubicBezTo>
                    <a:pt x="1690" y="1598"/>
                    <a:pt x="1690" y="1598"/>
                    <a:pt x="1712" y="1575"/>
                  </a:cubicBezTo>
                  <a:cubicBezTo>
                    <a:pt x="1735" y="1529"/>
                    <a:pt x="1781" y="1484"/>
                    <a:pt x="1827" y="1415"/>
                  </a:cubicBezTo>
                  <a:cubicBezTo>
                    <a:pt x="1827" y="1415"/>
                    <a:pt x="1827" y="1415"/>
                    <a:pt x="1849" y="1392"/>
                  </a:cubicBezTo>
                  <a:cubicBezTo>
                    <a:pt x="1849" y="1392"/>
                    <a:pt x="1849" y="1392"/>
                    <a:pt x="1849" y="1370"/>
                  </a:cubicBezTo>
                  <a:cubicBezTo>
                    <a:pt x="1872" y="1324"/>
                    <a:pt x="1918" y="1233"/>
                    <a:pt x="1941" y="1187"/>
                  </a:cubicBezTo>
                  <a:cubicBezTo>
                    <a:pt x="1941" y="1164"/>
                    <a:pt x="1941" y="1164"/>
                    <a:pt x="1941" y="1164"/>
                  </a:cubicBezTo>
                  <a:cubicBezTo>
                    <a:pt x="1941" y="1164"/>
                    <a:pt x="1941" y="1141"/>
                    <a:pt x="1941" y="1141"/>
                  </a:cubicBezTo>
                  <a:cubicBezTo>
                    <a:pt x="1963" y="1118"/>
                    <a:pt x="1963" y="1050"/>
                    <a:pt x="1963" y="1027"/>
                  </a:cubicBezTo>
                  <a:cubicBezTo>
                    <a:pt x="1963" y="1027"/>
                    <a:pt x="1963" y="959"/>
                    <a:pt x="1986" y="936"/>
                  </a:cubicBezTo>
                  <a:cubicBezTo>
                    <a:pt x="1986" y="913"/>
                    <a:pt x="1986" y="913"/>
                    <a:pt x="1986" y="913"/>
                  </a:cubicBezTo>
                  <a:cubicBezTo>
                    <a:pt x="1963" y="845"/>
                    <a:pt x="1963" y="776"/>
                    <a:pt x="1941" y="708"/>
                  </a:cubicBezTo>
                  <a:lnTo>
                    <a:pt x="1872" y="525"/>
                  </a:lnTo>
                  <a:cubicBezTo>
                    <a:pt x="1872" y="525"/>
                    <a:pt x="1872" y="525"/>
                    <a:pt x="1872" y="502"/>
                  </a:cubicBezTo>
                  <a:cubicBezTo>
                    <a:pt x="1849" y="479"/>
                    <a:pt x="1758" y="388"/>
                    <a:pt x="1735" y="365"/>
                  </a:cubicBezTo>
                  <a:cubicBezTo>
                    <a:pt x="1735" y="342"/>
                    <a:pt x="1735" y="342"/>
                    <a:pt x="1735" y="342"/>
                  </a:cubicBezTo>
                  <a:cubicBezTo>
                    <a:pt x="1690" y="320"/>
                    <a:pt x="1644" y="274"/>
                    <a:pt x="1644" y="274"/>
                  </a:cubicBezTo>
                  <a:cubicBezTo>
                    <a:pt x="1621" y="251"/>
                    <a:pt x="1598" y="228"/>
                    <a:pt x="1553" y="205"/>
                  </a:cubicBezTo>
                  <a:lnTo>
                    <a:pt x="1530" y="205"/>
                  </a:lnTo>
                  <a:cubicBezTo>
                    <a:pt x="1507" y="183"/>
                    <a:pt x="1393" y="137"/>
                    <a:pt x="1347" y="114"/>
                  </a:cubicBezTo>
                  <a:lnTo>
                    <a:pt x="1302" y="114"/>
                  </a:lnTo>
                  <a:cubicBezTo>
                    <a:pt x="1279" y="91"/>
                    <a:pt x="1210" y="91"/>
                    <a:pt x="1142" y="91"/>
                  </a:cubicBezTo>
                  <a:cubicBezTo>
                    <a:pt x="1050" y="23"/>
                    <a:pt x="936" y="0"/>
                    <a:pt x="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946850" y="3693750"/>
              <a:ext cx="43375" cy="51675"/>
            </a:xfrm>
            <a:custGeom>
              <a:avLst/>
              <a:gdLst/>
              <a:ahLst/>
              <a:cxnLst/>
              <a:rect l="l" t="t" r="r" b="b"/>
              <a:pathLst>
                <a:path w="1735" h="2067" extrusionOk="0">
                  <a:moveTo>
                    <a:pt x="936" y="0"/>
                  </a:moveTo>
                  <a:cubicBezTo>
                    <a:pt x="867" y="0"/>
                    <a:pt x="799" y="23"/>
                    <a:pt x="730" y="23"/>
                  </a:cubicBezTo>
                  <a:lnTo>
                    <a:pt x="708" y="23"/>
                  </a:lnTo>
                  <a:lnTo>
                    <a:pt x="525" y="115"/>
                  </a:lnTo>
                  <a:cubicBezTo>
                    <a:pt x="502" y="137"/>
                    <a:pt x="479" y="137"/>
                    <a:pt x="457" y="183"/>
                  </a:cubicBezTo>
                  <a:cubicBezTo>
                    <a:pt x="342" y="252"/>
                    <a:pt x="388" y="206"/>
                    <a:pt x="320" y="320"/>
                  </a:cubicBezTo>
                  <a:cubicBezTo>
                    <a:pt x="297" y="320"/>
                    <a:pt x="251" y="366"/>
                    <a:pt x="251" y="388"/>
                  </a:cubicBezTo>
                  <a:cubicBezTo>
                    <a:pt x="228" y="411"/>
                    <a:pt x="183" y="571"/>
                    <a:pt x="160" y="594"/>
                  </a:cubicBezTo>
                  <a:cubicBezTo>
                    <a:pt x="160" y="617"/>
                    <a:pt x="160" y="662"/>
                    <a:pt x="160" y="685"/>
                  </a:cubicBezTo>
                  <a:cubicBezTo>
                    <a:pt x="137" y="731"/>
                    <a:pt x="137" y="776"/>
                    <a:pt x="137" y="799"/>
                  </a:cubicBezTo>
                  <a:cubicBezTo>
                    <a:pt x="137" y="799"/>
                    <a:pt x="137" y="822"/>
                    <a:pt x="137" y="868"/>
                  </a:cubicBezTo>
                  <a:cubicBezTo>
                    <a:pt x="137" y="891"/>
                    <a:pt x="114" y="913"/>
                    <a:pt x="114" y="913"/>
                  </a:cubicBezTo>
                  <a:cubicBezTo>
                    <a:pt x="46" y="1005"/>
                    <a:pt x="23" y="1096"/>
                    <a:pt x="23" y="1210"/>
                  </a:cubicBezTo>
                  <a:cubicBezTo>
                    <a:pt x="0" y="1301"/>
                    <a:pt x="0" y="1416"/>
                    <a:pt x="46" y="1507"/>
                  </a:cubicBezTo>
                  <a:cubicBezTo>
                    <a:pt x="69" y="1598"/>
                    <a:pt x="114" y="1689"/>
                    <a:pt x="183" y="1758"/>
                  </a:cubicBezTo>
                  <a:cubicBezTo>
                    <a:pt x="228" y="1849"/>
                    <a:pt x="297" y="1918"/>
                    <a:pt x="388" y="1963"/>
                  </a:cubicBezTo>
                  <a:cubicBezTo>
                    <a:pt x="457" y="1986"/>
                    <a:pt x="502" y="2009"/>
                    <a:pt x="571" y="2032"/>
                  </a:cubicBezTo>
                  <a:cubicBezTo>
                    <a:pt x="639" y="2055"/>
                    <a:pt x="708" y="2066"/>
                    <a:pt x="776" y="2066"/>
                  </a:cubicBezTo>
                  <a:cubicBezTo>
                    <a:pt x="845" y="2066"/>
                    <a:pt x="913" y="2055"/>
                    <a:pt x="982" y="2032"/>
                  </a:cubicBezTo>
                  <a:lnTo>
                    <a:pt x="1164" y="1963"/>
                  </a:lnTo>
                  <a:cubicBezTo>
                    <a:pt x="1278" y="1895"/>
                    <a:pt x="1370" y="1804"/>
                    <a:pt x="1415" y="1689"/>
                  </a:cubicBezTo>
                  <a:cubicBezTo>
                    <a:pt x="1461" y="1621"/>
                    <a:pt x="1507" y="1530"/>
                    <a:pt x="1552" y="1461"/>
                  </a:cubicBezTo>
                  <a:cubicBezTo>
                    <a:pt x="1598" y="1301"/>
                    <a:pt x="1666" y="1165"/>
                    <a:pt x="1712" y="1028"/>
                  </a:cubicBezTo>
                  <a:cubicBezTo>
                    <a:pt x="1712" y="1028"/>
                    <a:pt x="1712" y="1005"/>
                    <a:pt x="1712" y="1005"/>
                  </a:cubicBezTo>
                  <a:cubicBezTo>
                    <a:pt x="1712" y="982"/>
                    <a:pt x="1735" y="822"/>
                    <a:pt x="1735" y="799"/>
                  </a:cubicBezTo>
                  <a:cubicBezTo>
                    <a:pt x="1735" y="776"/>
                    <a:pt x="1712" y="617"/>
                    <a:pt x="1712" y="594"/>
                  </a:cubicBezTo>
                  <a:cubicBezTo>
                    <a:pt x="1712" y="571"/>
                    <a:pt x="1643" y="434"/>
                    <a:pt x="1643" y="411"/>
                  </a:cubicBezTo>
                  <a:lnTo>
                    <a:pt x="1621" y="411"/>
                  </a:lnTo>
                  <a:cubicBezTo>
                    <a:pt x="1598" y="343"/>
                    <a:pt x="1552" y="297"/>
                    <a:pt x="1507" y="252"/>
                  </a:cubicBezTo>
                  <a:cubicBezTo>
                    <a:pt x="1507" y="252"/>
                    <a:pt x="1507" y="229"/>
                    <a:pt x="1507" y="229"/>
                  </a:cubicBezTo>
                  <a:cubicBezTo>
                    <a:pt x="1461" y="206"/>
                    <a:pt x="1392" y="160"/>
                    <a:pt x="1347" y="115"/>
                  </a:cubicBezTo>
                  <a:lnTo>
                    <a:pt x="1324" y="115"/>
                  </a:lnTo>
                  <a:cubicBezTo>
                    <a:pt x="1278" y="92"/>
                    <a:pt x="1210" y="69"/>
                    <a:pt x="1141" y="23"/>
                  </a:cubicBez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1070675" y="3739125"/>
              <a:ext cx="41675" cy="49350"/>
            </a:xfrm>
            <a:custGeom>
              <a:avLst/>
              <a:gdLst/>
              <a:ahLst/>
              <a:cxnLst/>
              <a:rect l="l" t="t" r="r" b="b"/>
              <a:pathLst>
                <a:path w="1667" h="1974" extrusionOk="0">
                  <a:moveTo>
                    <a:pt x="845" y="0"/>
                  </a:moveTo>
                  <a:cubicBezTo>
                    <a:pt x="776" y="0"/>
                    <a:pt x="708" y="11"/>
                    <a:pt x="639" y="34"/>
                  </a:cubicBezTo>
                  <a:lnTo>
                    <a:pt x="457" y="103"/>
                  </a:lnTo>
                  <a:cubicBezTo>
                    <a:pt x="343" y="171"/>
                    <a:pt x="251" y="263"/>
                    <a:pt x="183" y="377"/>
                  </a:cubicBezTo>
                  <a:cubicBezTo>
                    <a:pt x="137" y="468"/>
                    <a:pt x="91" y="582"/>
                    <a:pt x="69" y="673"/>
                  </a:cubicBezTo>
                  <a:cubicBezTo>
                    <a:pt x="46" y="696"/>
                    <a:pt x="46" y="719"/>
                    <a:pt x="46" y="742"/>
                  </a:cubicBezTo>
                  <a:cubicBezTo>
                    <a:pt x="23" y="810"/>
                    <a:pt x="23" y="902"/>
                    <a:pt x="23" y="993"/>
                  </a:cubicBezTo>
                  <a:cubicBezTo>
                    <a:pt x="0" y="1039"/>
                    <a:pt x="23" y="1061"/>
                    <a:pt x="23" y="1107"/>
                  </a:cubicBezTo>
                  <a:cubicBezTo>
                    <a:pt x="46" y="1267"/>
                    <a:pt x="46" y="1427"/>
                    <a:pt x="160" y="1564"/>
                  </a:cubicBezTo>
                  <a:cubicBezTo>
                    <a:pt x="251" y="1701"/>
                    <a:pt x="297" y="1769"/>
                    <a:pt x="457" y="1860"/>
                  </a:cubicBezTo>
                  <a:cubicBezTo>
                    <a:pt x="566" y="1938"/>
                    <a:pt x="707" y="1974"/>
                    <a:pt x="851" y="1974"/>
                  </a:cubicBezTo>
                  <a:cubicBezTo>
                    <a:pt x="918" y="1974"/>
                    <a:pt x="985" y="1966"/>
                    <a:pt x="1050" y="1952"/>
                  </a:cubicBezTo>
                  <a:cubicBezTo>
                    <a:pt x="1187" y="1906"/>
                    <a:pt x="1301" y="1837"/>
                    <a:pt x="1415" y="1746"/>
                  </a:cubicBezTo>
                  <a:cubicBezTo>
                    <a:pt x="1507" y="1632"/>
                    <a:pt x="1575" y="1518"/>
                    <a:pt x="1621" y="1381"/>
                  </a:cubicBezTo>
                  <a:cubicBezTo>
                    <a:pt x="1666" y="1221"/>
                    <a:pt x="1644" y="1039"/>
                    <a:pt x="1575" y="879"/>
                  </a:cubicBezTo>
                  <a:cubicBezTo>
                    <a:pt x="1598" y="765"/>
                    <a:pt x="1598" y="673"/>
                    <a:pt x="1575" y="559"/>
                  </a:cubicBezTo>
                  <a:cubicBezTo>
                    <a:pt x="1552" y="468"/>
                    <a:pt x="1507" y="377"/>
                    <a:pt x="1438" y="308"/>
                  </a:cubicBezTo>
                  <a:cubicBezTo>
                    <a:pt x="1392" y="217"/>
                    <a:pt x="1301" y="171"/>
                    <a:pt x="1233" y="103"/>
                  </a:cubicBezTo>
                  <a:cubicBezTo>
                    <a:pt x="1164" y="80"/>
                    <a:pt x="1096" y="57"/>
                    <a:pt x="1050" y="34"/>
                  </a:cubicBezTo>
                  <a:cubicBezTo>
                    <a:pt x="982" y="11"/>
                    <a:pt x="913" y="0"/>
                    <a:pt x="8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1157400" y="3674925"/>
              <a:ext cx="44525" cy="41675"/>
            </a:xfrm>
            <a:custGeom>
              <a:avLst/>
              <a:gdLst/>
              <a:ahLst/>
              <a:cxnLst/>
              <a:rect l="l" t="t" r="r" b="b"/>
              <a:pathLst>
                <a:path w="1781" h="1667" extrusionOk="0">
                  <a:moveTo>
                    <a:pt x="799" y="0"/>
                  </a:moveTo>
                  <a:cubicBezTo>
                    <a:pt x="640" y="0"/>
                    <a:pt x="548" y="23"/>
                    <a:pt x="411" y="114"/>
                  </a:cubicBezTo>
                  <a:cubicBezTo>
                    <a:pt x="297" y="160"/>
                    <a:pt x="183" y="274"/>
                    <a:pt x="115" y="388"/>
                  </a:cubicBezTo>
                  <a:cubicBezTo>
                    <a:pt x="69" y="457"/>
                    <a:pt x="46" y="525"/>
                    <a:pt x="23" y="594"/>
                  </a:cubicBezTo>
                  <a:cubicBezTo>
                    <a:pt x="1" y="776"/>
                    <a:pt x="1" y="822"/>
                    <a:pt x="23" y="1005"/>
                  </a:cubicBezTo>
                  <a:cubicBezTo>
                    <a:pt x="69" y="1096"/>
                    <a:pt x="115" y="1187"/>
                    <a:pt x="160" y="1256"/>
                  </a:cubicBezTo>
                  <a:cubicBezTo>
                    <a:pt x="229" y="1347"/>
                    <a:pt x="297" y="1415"/>
                    <a:pt x="389" y="1461"/>
                  </a:cubicBezTo>
                  <a:cubicBezTo>
                    <a:pt x="434" y="1484"/>
                    <a:pt x="480" y="1507"/>
                    <a:pt x="526" y="1529"/>
                  </a:cubicBezTo>
                  <a:cubicBezTo>
                    <a:pt x="548" y="1529"/>
                    <a:pt x="548" y="1552"/>
                    <a:pt x="571" y="1552"/>
                  </a:cubicBezTo>
                  <a:cubicBezTo>
                    <a:pt x="594" y="1575"/>
                    <a:pt x="754" y="1621"/>
                    <a:pt x="754" y="1644"/>
                  </a:cubicBezTo>
                  <a:lnTo>
                    <a:pt x="777" y="1644"/>
                  </a:lnTo>
                  <a:cubicBezTo>
                    <a:pt x="777" y="1644"/>
                    <a:pt x="959" y="1666"/>
                    <a:pt x="982" y="1666"/>
                  </a:cubicBezTo>
                  <a:cubicBezTo>
                    <a:pt x="982" y="1666"/>
                    <a:pt x="1187" y="1644"/>
                    <a:pt x="1187" y="1644"/>
                  </a:cubicBezTo>
                  <a:cubicBezTo>
                    <a:pt x="1210" y="1621"/>
                    <a:pt x="1256" y="1621"/>
                    <a:pt x="1279" y="1598"/>
                  </a:cubicBezTo>
                  <a:cubicBezTo>
                    <a:pt x="1302" y="1575"/>
                    <a:pt x="1347" y="1575"/>
                    <a:pt x="1370" y="1552"/>
                  </a:cubicBezTo>
                  <a:cubicBezTo>
                    <a:pt x="1393" y="1552"/>
                    <a:pt x="1530" y="1438"/>
                    <a:pt x="1530" y="1438"/>
                  </a:cubicBezTo>
                  <a:cubicBezTo>
                    <a:pt x="1530" y="1438"/>
                    <a:pt x="1553" y="1415"/>
                    <a:pt x="1553" y="1415"/>
                  </a:cubicBezTo>
                  <a:cubicBezTo>
                    <a:pt x="1553" y="1415"/>
                    <a:pt x="1598" y="1370"/>
                    <a:pt x="1598" y="1347"/>
                  </a:cubicBezTo>
                  <a:cubicBezTo>
                    <a:pt x="1621" y="1324"/>
                    <a:pt x="1644" y="1278"/>
                    <a:pt x="1667" y="1256"/>
                  </a:cubicBezTo>
                  <a:cubicBezTo>
                    <a:pt x="1667" y="1233"/>
                    <a:pt x="1758" y="1073"/>
                    <a:pt x="1758" y="1073"/>
                  </a:cubicBezTo>
                  <a:cubicBezTo>
                    <a:pt x="1758" y="1073"/>
                    <a:pt x="1758" y="1050"/>
                    <a:pt x="1758" y="1050"/>
                  </a:cubicBezTo>
                  <a:cubicBezTo>
                    <a:pt x="1758" y="1027"/>
                    <a:pt x="1758" y="982"/>
                    <a:pt x="1758" y="959"/>
                  </a:cubicBezTo>
                  <a:cubicBezTo>
                    <a:pt x="1781" y="913"/>
                    <a:pt x="1781" y="890"/>
                    <a:pt x="1781" y="845"/>
                  </a:cubicBezTo>
                  <a:cubicBezTo>
                    <a:pt x="1781" y="845"/>
                    <a:pt x="1758" y="639"/>
                    <a:pt x="1758" y="639"/>
                  </a:cubicBezTo>
                  <a:cubicBezTo>
                    <a:pt x="1758" y="639"/>
                    <a:pt x="1690" y="457"/>
                    <a:pt x="1667" y="457"/>
                  </a:cubicBezTo>
                  <a:cubicBezTo>
                    <a:pt x="1667" y="457"/>
                    <a:pt x="1553" y="297"/>
                    <a:pt x="1553" y="297"/>
                  </a:cubicBezTo>
                  <a:cubicBezTo>
                    <a:pt x="1553" y="297"/>
                    <a:pt x="1393" y="183"/>
                    <a:pt x="1393" y="183"/>
                  </a:cubicBezTo>
                  <a:cubicBezTo>
                    <a:pt x="1393" y="183"/>
                    <a:pt x="1210" y="91"/>
                    <a:pt x="1210" y="91"/>
                  </a:cubicBezTo>
                  <a:cubicBezTo>
                    <a:pt x="1187" y="91"/>
                    <a:pt x="1165" y="69"/>
                    <a:pt x="1142" y="69"/>
                  </a:cubicBezTo>
                  <a:cubicBezTo>
                    <a:pt x="1119" y="69"/>
                    <a:pt x="1073" y="46"/>
                    <a:pt x="1051" y="23"/>
                  </a:cubicBezTo>
                  <a:cubicBezTo>
                    <a:pt x="959" y="0"/>
                    <a:pt x="891" y="0"/>
                    <a:pt x="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1173950" y="3534550"/>
              <a:ext cx="41675" cy="46525"/>
            </a:xfrm>
            <a:custGeom>
              <a:avLst/>
              <a:gdLst/>
              <a:ahLst/>
              <a:cxnLst/>
              <a:rect l="l" t="t" r="r" b="b"/>
              <a:pathLst>
                <a:path w="1667" h="1861" extrusionOk="0">
                  <a:moveTo>
                    <a:pt x="891" y="0"/>
                  </a:moveTo>
                  <a:cubicBezTo>
                    <a:pt x="822" y="23"/>
                    <a:pt x="754" y="23"/>
                    <a:pt x="685" y="46"/>
                  </a:cubicBezTo>
                  <a:cubicBezTo>
                    <a:pt x="571" y="69"/>
                    <a:pt x="457" y="137"/>
                    <a:pt x="366" y="228"/>
                  </a:cubicBezTo>
                  <a:cubicBezTo>
                    <a:pt x="343" y="251"/>
                    <a:pt x="320" y="251"/>
                    <a:pt x="297" y="274"/>
                  </a:cubicBezTo>
                  <a:cubicBezTo>
                    <a:pt x="297" y="274"/>
                    <a:pt x="297" y="297"/>
                    <a:pt x="297" y="297"/>
                  </a:cubicBezTo>
                  <a:cubicBezTo>
                    <a:pt x="206" y="343"/>
                    <a:pt x="137" y="411"/>
                    <a:pt x="92" y="502"/>
                  </a:cubicBezTo>
                  <a:cubicBezTo>
                    <a:pt x="69" y="571"/>
                    <a:pt x="46" y="639"/>
                    <a:pt x="23" y="685"/>
                  </a:cubicBezTo>
                  <a:cubicBezTo>
                    <a:pt x="1" y="776"/>
                    <a:pt x="1" y="845"/>
                    <a:pt x="1" y="936"/>
                  </a:cubicBezTo>
                  <a:cubicBezTo>
                    <a:pt x="1" y="959"/>
                    <a:pt x="1" y="959"/>
                    <a:pt x="1" y="982"/>
                  </a:cubicBezTo>
                  <a:cubicBezTo>
                    <a:pt x="1" y="1164"/>
                    <a:pt x="23" y="1233"/>
                    <a:pt x="115" y="1415"/>
                  </a:cubicBezTo>
                  <a:cubicBezTo>
                    <a:pt x="115" y="1415"/>
                    <a:pt x="115" y="1438"/>
                    <a:pt x="115" y="1438"/>
                  </a:cubicBezTo>
                  <a:cubicBezTo>
                    <a:pt x="160" y="1484"/>
                    <a:pt x="206" y="1552"/>
                    <a:pt x="252" y="1621"/>
                  </a:cubicBezTo>
                  <a:cubicBezTo>
                    <a:pt x="366" y="1712"/>
                    <a:pt x="480" y="1781"/>
                    <a:pt x="640" y="1826"/>
                  </a:cubicBezTo>
                  <a:cubicBezTo>
                    <a:pt x="708" y="1849"/>
                    <a:pt x="788" y="1860"/>
                    <a:pt x="868" y="1860"/>
                  </a:cubicBezTo>
                  <a:cubicBezTo>
                    <a:pt x="948" y="1860"/>
                    <a:pt x="1028" y="1849"/>
                    <a:pt x="1096" y="1826"/>
                  </a:cubicBezTo>
                  <a:lnTo>
                    <a:pt x="1279" y="1758"/>
                  </a:lnTo>
                  <a:cubicBezTo>
                    <a:pt x="1370" y="1712"/>
                    <a:pt x="1438" y="1644"/>
                    <a:pt x="1484" y="1552"/>
                  </a:cubicBezTo>
                  <a:cubicBezTo>
                    <a:pt x="1530" y="1507"/>
                    <a:pt x="1553" y="1461"/>
                    <a:pt x="1575" y="1393"/>
                  </a:cubicBezTo>
                  <a:cubicBezTo>
                    <a:pt x="1621" y="1301"/>
                    <a:pt x="1644" y="1210"/>
                    <a:pt x="1644" y="1096"/>
                  </a:cubicBezTo>
                  <a:cubicBezTo>
                    <a:pt x="1644" y="1050"/>
                    <a:pt x="1644" y="1004"/>
                    <a:pt x="1644" y="959"/>
                  </a:cubicBezTo>
                  <a:cubicBezTo>
                    <a:pt x="1644" y="890"/>
                    <a:pt x="1667" y="845"/>
                    <a:pt x="1667" y="776"/>
                  </a:cubicBezTo>
                  <a:cubicBezTo>
                    <a:pt x="1667" y="662"/>
                    <a:pt x="1644" y="571"/>
                    <a:pt x="1598" y="480"/>
                  </a:cubicBezTo>
                  <a:cubicBezTo>
                    <a:pt x="1553" y="388"/>
                    <a:pt x="1507" y="297"/>
                    <a:pt x="1438" y="228"/>
                  </a:cubicBezTo>
                  <a:cubicBezTo>
                    <a:pt x="1393" y="183"/>
                    <a:pt x="1324" y="160"/>
                    <a:pt x="1279" y="114"/>
                  </a:cubicBezTo>
                  <a:cubicBezTo>
                    <a:pt x="1165" y="46"/>
                    <a:pt x="1028" y="0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1107175" y="3440400"/>
              <a:ext cx="41700" cy="48175"/>
            </a:xfrm>
            <a:custGeom>
              <a:avLst/>
              <a:gdLst/>
              <a:ahLst/>
              <a:cxnLst/>
              <a:rect l="l" t="t" r="r" b="b"/>
              <a:pathLst>
                <a:path w="1668" h="1927" extrusionOk="0">
                  <a:moveTo>
                    <a:pt x="891" y="0"/>
                  </a:moveTo>
                  <a:cubicBezTo>
                    <a:pt x="823" y="0"/>
                    <a:pt x="754" y="0"/>
                    <a:pt x="686" y="23"/>
                  </a:cubicBezTo>
                  <a:cubicBezTo>
                    <a:pt x="572" y="46"/>
                    <a:pt x="457" y="114"/>
                    <a:pt x="343" y="205"/>
                  </a:cubicBezTo>
                  <a:cubicBezTo>
                    <a:pt x="298" y="274"/>
                    <a:pt x="252" y="320"/>
                    <a:pt x="229" y="388"/>
                  </a:cubicBezTo>
                  <a:cubicBezTo>
                    <a:pt x="206" y="388"/>
                    <a:pt x="206" y="411"/>
                    <a:pt x="206" y="411"/>
                  </a:cubicBezTo>
                  <a:cubicBezTo>
                    <a:pt x="206" y="411"/>
                    <a:pt x="206" y="434"/>
                    <a:pt x="184" y="434"/>
                  </a:cubicBezTo>
                  <a:cubicBezTo>
                    <a:pt x="161" y="502"/>
                    <a:pt x="138" y="571"/>
                    <a:pt x="115" y="639"/>
                  </a:cubicBezTo>
                  <a:cubicBezTo>
                    <a:pt x="115" y="639"/>
                    <a:pt x="115" y="639"/>
                    <a:pt x="115" y="662"/>
                  </a:cubicBezTo>
                  <a:cubicBezTo>
                    <a:pt x="92" y="685"/>
                    <a:pt x="69" y="708"/>
                    <a:pt x="69" y="730"/>
                  </a:cubicBezTo>
                  <a:cubicBezTo>
                    <a:pt x="24" y="822"/>
                    <a:pt x="1" y="936"/>
                    <a:pt x="1" y="1027"/>
                  </a:cubicBezTo>
                  <a:cubicBezTo>
                    <a:pt x="1" y="1096"/>
                    <a:pt x="24" y="1164"/>
                    <a:pt x="24" y="1233"/>
                  </a:cubicBezTo>
                  <a:cubicBezTo>
                    <a:pt x="69" y="1370"/>
                    <a:pt x="138" y="1484"/>
                    <a:pt x="229" y="1575"/>
                  </a:cubicBezTo>
                  <a:cubicBezTo>
                    <a:pt x="229" y="1575"/>
                    <a:pt x="252" y="1598"/>
                    <a:pt x="252" y="1598"/>
                  </a:cubicBezTo>
                  <a:cubicBezTo>
                    <a:pt x="275" y="1621"/>
                    <a:pt x="320" y="1666"/>
                    <a:pt x="343" y="1689"/>
                  </a:cubicBezTo>
                  <a:cubicBezTo>
                    <a:pt x="412" y="1780"/>
                    <a:pt x="480" y="1826"/>
                    <a:pt x="572" y="1849"/>
                  </a:cubicBezTo>
                  <a:cubicBezTo>
                    <a:pt x="640" y="1895"/>
                    <a:pt x="709" y="1917"/>
                    <a:pt x="777" y="1917"/>
                  </a:cubicBezTo>
                  <a:cubicBezTo>
                    <a:pt x="804" y="1924"/>
                    <a:pt x="832" y="1927"/>
                    <a:pt x="862" y="1927"/>
                  </a:cubicBezTo>
                  <a:cubicBezTo>
                    <a:pt x="933" y="1927"/>
                    <a:pt x="1009" y="1911"/>
                    <a:pt x="1074" y="1895"/>
                  </a:cubicBezTo>
                  <a:cubicBezTo>
                    <a:pt x="1142" y="1872"/>
                    <a:pt x="1188" y="1849"/>
                    <a:pt x="1256" y="1826"/>
                  </a:cubicBezTo>
                  <a:cubicBezTo>
                    <a:pt x="1302" y="1780"/>
                    <a:pt x="1370" y="1735"/>
                    <a:pt x="1416" y="1689"/>
                  </a:cubicBezTo>
                  <a:cubicBezTo>
                    <a:pt x="1485" y="1621"/>
                    <a:pt x="1530" y="1552"/>
                    <a:pt x="1576" y="1461"/>
                  </a:cubicBezTo>
                  <a:cubicBezTo>
                    <a:pt x="1622" y="1370"/>
                    <a:pt x="1644" y="1278"/>
                    <a:pt x="1644" y="1164"/>
                  </a:cubicBezTo>
                  <a:cubicBezTo>
                    <a:pt x="1644" y="1096"/>
                    <a:pt x="1622" y="1027"/>
                    <a:pt x="1622" y="981"/>
                  </a:cubicBezTo>
                  <a:cubicBezTo>
                    <a:pt x="1644" y="913"/>
                    <a:pt x="1644" y="822"/>
                    <a:pt x="1644" y="753"/>
                  </a:cubicBezTo>
                  <a:cubicBezTo>
                    <a:pt x="1667" y="639"/>
                    <a:pt x="1644" y="548"/>
                    <a:pt x="1576" y="457"/>
                  </a:cubicBezTo>
                  <a:cubicBezTo>
                    <a:pt x="1553" y="365"/>
                    <a:pt x="1507" y="274"/>
                    <a:pt x="1439" y="205"/>
                  </a:cubicBezTo>
                  <a:cubicBezTo>
                    <a:pt x="1370" y="183"/>
                    <a:pt x="1325" y="137"/>
                    <a:pt x="1279" y="91"/>
                  </a:cubicBezTo>
                  <a:cubicBezTo>
                    <a:pt x="1165" y="23"/>
                    <a:pt x="1028" y="0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977650" y="3383475"/>
              <a:ext cx="50825" cy="51225"/>
            </a:xfrm>
            <a:custGeom>
              <a:avLst/>
              <a:gdLst/>
              <a:ahLst/>
              <a:cxnLst/>
              <a:rect l="l" t="t" r="r" b="b"/>
              <a:pathLst>
                <a:path w="2033" h="2049" extrusionOk="0">
                  <a:moveTo>
                    <a:pt x="962" y="0"/>
                  </a:moveTo>
                  <a:cubicBezTo>
                    <a:pt x="896" y="0"/>
                    <a:pt x="834" y="6"/>
                    <a:pt x="777" y="17"/>
                  </a:cubicBezTo>
                  <a:cubicBezTo>
                    <a:pt x="708" y="40"/>
                    <a:pt x="640" y="63"/>
                    <a:pt x="571" y="109"/>
                  </a:cubicBezTo>
                  <a:lnTo>
                    <a:pt x="548" y="109"/>
                  </a:lnTo>
                  <a:cubicBezTo>
                    <a:pt x="548" y="109"/>
                    <a:pt x="548" y="131"/>
                    <a:pt x="526" y="131"/>
                  </a:cubicBezTo>
                  <a:cubicBezTo>
                    <a:pt x="480" y="154"/>
                    <a:pt x="411" y="200"/>
                    <a:pt x="366" y="246"/>
                  </a:cubicBezTo>
                  <a:cubicBezTo>
                    <a:pt x="297" y="314"/>
                    <a:pt x="229" y="405"/>
                    <a:pt x="183" y="474"/>
                  </a:cubicBezTo>
                  <a:cubicBezTo>
                    <a:pt x="183" y="474"/>
                    <a:pt x="183" y="497"/>
                    <a:pt x="160" y="497"/>
                  </a:cubicBezTo>
                  <a:cubicBezTo>
                    <a:pt x="160" y="497"/>
                    <a:pt x="160" y="519"/>
                    <a:pt x="160" y="519"/>
                  </a:cubicBezTo>
                  <a:cubicBezTo>
                    <a:pt x="115" y="588"/>
                    <a:pt x="92" y="656"/>
                    <a:pt x="69" y="725"/>
                  </a:cubicBezTo>
                  <a:cubicBezTo>
                    <a:pt x="69" y="748"/>
                    <a:pt x="46" y="771"/>
                    <a:pt x="46" y="793"/>
                  </a:cubicBezTo>
                  <a:cubicBezTo>
                    <a:pt x="46" y="885"/>
                    <a:pt x="1" y="999"/>
                    <a:pt x="23" y="1090"/>
                  </a:cubicBezTo>
                  <a:cubicBezTo>
                    <a:pt x="23" y="1136"/>
                    <a:pt x="46" y="1250"/>
                    <a:pt x="46" y="1318"/>
                  </a:cubicBezTo>
                  <a:cubicBezTo>
                    <a:pt x="69" y="1318"/>
                    <a:pt x="69" y="1341"/>
                    <a:pt x="69" y="1341"/>
                  </a:cubicBezTo>
                  <a:cubicBezTo>
                    <a:pt x="92" y="1410"/>
                    <a:pt x="115" y="1478"/>
                    <a:pt x="138" y="1547"/>
                  </a:cubicBezTo>
                  <a:cubicBezTo>
                    <a:pt x="160" y="1547"/>
                    <a:pt x="160" y="1569"/>
                    <a:pt x="160" y="1569"/>
                  </a:cubicBezTo>
                  <a:cubicBezTo>
                    <a:pt x="206" y="1638"/>
                    <a:pt x="252" y="1684"/>
                    <a:pt x="297" y="1729"/>
                  </a:cubicBezTo>
                  <a:cubicBezTo>
                    <a:pt x="297" y="1752"/>
                    <a:pt x="297" y="1752"/>
                    <a:pt x="320" y="1752"/>
                  </a:cubicBezTo>
                  <a:cubicBezTo>
                    <a:pt x="366" y="1798"/>
                    <a:pt x="434" y="1843"/>
                    <a:pt x="480" y="1889"/>
                  </a:cubicBezTo>
                  <a:cubicBezTo>
                    <a:pt x="503" y="1912"/>
                    <a:pt x="503" y="1912"/>
                    <a:pt x="526" y="1912"/>
                  </a:cubicBezTo>
                  <a:cubicBezTo>
                    <a:pt x="594" y="1957"/>
                    <a:pt x="663" y="1980"/>
                    <a:pt x="731" y="2003"/>
                  </a:cubicBezTo>
                  <a:cubicBezTo>
                    <a:pt x="754" y="2003"/>
                    <a:pt x="754" y="2003"/>
                    <a:pt x="777" y="2026"/>
                  </a:cubicBezTo>
                  <a:cubicBezTo>
                    <a:pt x="845" y="2026"/>
                    <a:pt x="914" y="2026"/>
                    <a:pt x="982" y="2049"/>
                  </a:cubicBezTo>
                  <a:lnTo>
                    <a:pt x="1073" y="2049"/>
                  </a:lnTo>
                  <a:cubicBezTo>
                    <a:pt x="1142" y="2049"/>
                    <a:pt x="1210" y="2026"/>
                    <a:pt x="1279" y="2026"/>
                  </a:cubicBezTo>
                  <a:cubicBezTo>
                    <a:pt x="1302" y="2003"/>
                    <a:pt x="1302" y="2003"/>
                    <a:pt x="1324" y="2003"/>
                  </a:cubicBezTo>
                  <a:lnTo>
                    <a:pt x="1347" y="2003"/>
                  </a:lnTo>
                  <a:cubicBezTo>
                    <a:pt x="1416" y="1980"/>
                    <a:pt x="1484" y="1957"/>
                    <a:pt x="1530" y="1912"/>
                  </a:cubicBezTo>
                  <a:cubicBezTo>
                    <a:pt x="1553" y="1912"/>
                    <a:pt x="1553" y="1912"/>
                    <a:pt x="1576" y="1889"/>
                  </a:cubicBezTo>
                  <a:cubicBezTo>
                    <a:pt x="1735" y="1775"/>
                    <a:pt x="1781" y="1752"/>
                    <a:pt x="1895" y="1569"/>
                  </a:cubicBezTo>
                  <a:cubicBezTo>
                    <a:pt x="1895" y="1569"/>
                    <a:pt x="1895" y="1569"/>
                    <a:pt x="1918" y="1547"/>
                  </a:cubicBezTo>
                  <a:cubicBezTo>
                    <a:pt x="1941" y="1478"/>
                    <a:pt x="1964" y="1410"/>
                    <a:pt x="1986" y="1364"/>
                  </a:cubicBezTo>
                  <a:cubicBezTo>
                    <a:pt x="1986" y="1341"/>
                    <a:pt x="2009" y="1341"/>
                    <a:pt x="2009" y="1341"/>
                  </a:cubicBezTo>
                  <a:cubicBezTo>
                    <a:pt x="2032" y="1250"/>
                    <a:pt x="2032" y="1181"/>
                    <a:pt x="2032" y="1090"/>
                  </a:cubicBezTo>
                  <a:cubicBezTo>
                    <a:pt x="2032" y="1090"/>
                    <a:pt x="2032" y="1090"/>
                    <a:pt x="2032" y="1067"/>
                  </a:cubicBezTo>
                  <a:cubicBezTo>
                    <a:pt x="2032" y="999"/>
                    <a:pt x="2009" y="907"/>
                    <a:pt x="2009" y="862"/>
                  </a:cubicBezTo>
                  <a:cubicBezTo>
                    <a:pt x="2009" y="839"/>
                    <a:pt x="2009" y="839"/>
                    <a:pt x="1986" y="816"/>
                  </a:cubicBezTo>
                  <a:cubicBezTo>
                    <a:pt x="1964" y="748"/>
                    <a:pt x="1941" y="679"/>
                    <a:pt x="1918" y="611"/>
                  </a:cubicBezTo>
                  <a:lnTo>
                    <a:pt x="1895" y="611"/>
                  </a:lnTo>
                  <a:cubicBezTo>
                    <a:pt x="1872" y="565"/>
                    <a:pt x="1849" y="519"/>
                    <a:pt x="1827" y="497"/>
                  </a:cubicBezTo>
                  <a:cubicBezTo>
                    <a:pt x="1781" y="451"/>
                    <a:pt x="1758" y="405"/>
                    <a:pt x="1735" y="383"/>
                  </a:cubicBezTo>
                  <a:cubicBezTo>
                    <a:pt x="1667" y="314"/>
                    <a:pt x="1598" y="268"/>
                    <a:pt x="1553" y="223"/>
                  </a:cubicBezTo>
                  <a:lnTo>
                    <a:pt x="1507" y="223"/>
                  </a:lnTo>
                  <a:cubicBezTo>
                    <a:pt x="1461" y="177"/>
                    <a:pt x="1416" y="131"/>
                    <a:pt x="1347" y="86"/>
                  </a:cubicBezTo>
                  <a:cubicBezTo>
                    <a:pt x="1302" y="63"/>
                    <a:pt x="1233" y="40"/>
                    <a:pt x="1165" y="17"/>
                  </a:cubicBezTo>
                  <a:cubicBezTo>
                    <a:pt x="1096" y="6"/>
                    <a:pt x="1028" y="0"/>
                    <a:pt x="9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881225" y="3473475"/>
              <a:ext cx="46800" cy="47825"/>
            </a:xfrm>
            <a:custGeom>
              <a:avLst/>
              <a:gdLst/>
              <a:ahLst/>
              <a:cxnLst/>
              <a:rect l="l" t="t" r="r" b="b"/>
              <a:pathLst>
                <a:path w="1872" h="1913" extrusionOk="0">
                  <a:moveTo>
                    <a:pt x="1073" y="1"/>
                  </a:moveTo>
                  <a:cubicBezTo>
                    <a:pt x="1004" y="1"/>
                    <a:pt x="936" y="1"/>
                    <a:pt x="867" y="24"/>
                  </a:cubicBezTo>
                  <a:cubicBezTo>
                    <a:pt x="753" y="47"/>
                    <a:pt x="662" y="115"/>
                    <a:pt x="571" y="183"/>
                  </a:cubicBezTo>
                  <a:cubicBezTo>
                    <a:pt x="525" y="183"/>
                    <a:pt x="479" y="206"/>
                    <a:pt x="434" y="229"/>
                  </a:cubicBezTo>
                  <a:cubicBezTo>
                    <a:pt x="388" y="275"/>
                    <a:pt x="297" y="343"/>
                    <a:pt x="274" y="366"/>
                  </a:cubicBezTo>
                  <a:cubicBezTo>
                    <a:pt x="251" y="366"/>
                    <a:pt x="251" y="389"/>
                    <a:pt x="228" y="389"/>
                  </a:cubicBezTo>
                  <a:cubicBezTo>
                    <a:pt x="160" y="457"/>
                    <a:pt x="114" y="549"/>
                    <a:pt x="69" y="640"/>
                  </a:cubicBezTo>
                  <a:cubicBezTo>
                    <a:pt x="23" y="731"/>
                    <a:pt x="0" y="823"/>
                    <a:pt x="0" y="937"/>
                  </a:cubicBezTo>
                  <a:cubicBezTo>
                    <a:pt x="0" y="1051"/>
                    <a:pt x="23" y="1142"/>
                    <a:pt x="69" y="1233"/>
                  </a:cubicBezTo>
                  <a:cubicBezTo>
                    <a:pt x="114" y="1325"/>
                    <a:pt x="160" y="1416"/>
                    <a:pt x="228" y="1485"/>
                  </a:cubicBezTo>
                  <a:cubicBezTo>
                    <a:pt x="297" y="1507"/>
                    <a:pt x="343" y="1553"/>
                    <a:pt x="388" y="1599"/>
                  </a:cubicBezTo>
                  <a:cubicBezTo>
                    <a:pt x="434" y="1621"/>
                    <a:pt x="457" y="1621"/>
                    <a:pt x="502" y="1644"/>
                  </a:cubicBezTo>
                  <a:cubicBezTo>
                    <a:pt x="502" y="1644"/>
                    <a:pt x="502" y="1644"/>
                    <a:pt x="525" y="1667"/>
                  </a:cubicBezTo>
                  <a:cubicBezTo>
                    <a:pt x="525" y="1667"/>
                    <a:pt x="548" y="1690"/>
                    <a:pt x="548" y="1690"/>
                  </a:cubicBezTo>
                  <a:cubicBezTo>
                    <a:pt x="639" y="1781"/>
                    <a:pt x="753" y="1850"/>
                    <a:pt x="890" y="1895"/>
                  </a:cubicBezTo>
                  <a:cubicBezTo>
                    <a:pt x="936" y="1907"/>
                    <a:pt x="987" y="1912"/>
                    <a:pt x="1039" y="1912"/>
                  </a:cubicBezTo>
                  <a:cubicBezTo>
                    <a:pt x="1090" y="1912"/>
                    <a:pt x="1141" y="1907"/>
                    <a:pt x="1187" y="1895"/>
                  </a:cubicBezTo>
                  <a:cubicBezTo>
                    <a:pt x="1278" y="1895"/>
                    <a:pt x="1392" y="1873"/>
                    <a:pt x="1461" y="1804"/>
                  </a:cubicBezTo>
                  <a:cubicBezTo>
                    <a:pt x="1575" y="1736"/>
                    <a:pt x="1666" y="1644"/>
                    <a:pt x="1735" y="1530"/>
                  </a:cubicBezTo>
                  <a:cubicBezTo>
                    <a:pt x="1780" y="1462"/>
                    <a:pt x="1803" y="1393"/>
                    <a:pt x="1826" y="1325"/>
                  </a:cubicBezTo>
                  <a:cubicBezTo>
                    <a:pt x="1849" y="1302"/>
                    <a:pt x="1849" y="1302"/>
                    <a:pt x="1849" y="1279"/>
                  </a:cubicBezTo>
                  <a:cubicBezTo>
                    <a:pt x="1849" y="1256"/>
                    <a:pt x="1872" y="1119"/>
                    <a:pt x="1872" y="1051"/>
                  </a:cubicBezTo>
                  <a:cubicBezTo>
                    <a:pt x="1872" y="960"/>
                    <a:pt x="1849" y="891"/>
                    <a:pt x="1849" y="823"/>
                  </a:cubicBezTo>
                  <a:cubicBezTo>
                    <a:pt x="1826" y="800"/>
                    <a:pt x="1826" y="777"/>
                    <a:pt x="1826" y="777"/>
                  </a:cubicBezTo>
                  <a:cubicBezTo>
                    <a:pt x="1826" y="777"/>
                    <a:pt x="1826" y="777"/>
                    <a:pt x="1826" y="754"/>
                  </a:cubicBezTo>
                  <a:cubicBezTo>
                    <a:pt x="1826" y="640"/>
                    <a:pt x="1803" y="549"/>
                    <a:pt x="1758" y="457"/>
                  </a:cubicBezTo>
                  <a:cubicBezTo>
                    <a:pt x="1735" y="366"/>
                    <a:pt x="1666" y="275"/>
                    <a:pt x="1598" y="206"/>
                  </a:cubicBezTo>
                  <a:cubicBezTo>
                    <a:pt x="1552" y="183"/>
                    <a:pt x="1507" y="138"/>
                    <a:pt x="1438" y="92"/>
                  </a:cubicBezTo>
                  <a:cubicBezTo>
                    <a:pt x="1324" y="24"/>
                    <a:pt x="1210" y="1"/>
                    <a:pt x="10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819575" y="3607200"/>
              <a:ext cx="45125" cy="49900"/>
            </a:xfrm>
            <a:custGeom>
              <a:avLst/>
              <a:gdLst/>
              <a:ahLst/>
              <a:cxnLst/>
              <a:rect l="l" t="t" r="r" b="b"/>
              <a:pathLst>
                <a:path w="1805" h="1996" extrusionOk="0">
                  <a:moveTo>
                    <a:pt x="906" y="1"/>
                  </a:moveTo>
                  <a:cubicBezTo>
                    <a:pt x="846" y="1"/>
                    <a:pt x="785" y="12"/>
                    <a:pt x="731" y="39"/>
                  </a:cubicBezTo>
                  <a:cubicBezTo>
                    <a:pt x="617" y="61"/>
                    <a:pt x="549" y="107"/>
                    <a:pt x="457" y="153"/>
                  </a:cubicBezTo>
                  <a:cubicBezTo>
                    <a:pt x="389" y="221"/>
                    <a:pt x="321" y="290"/>
                    <a:pt x="275" y="358"/>
                  </a:cubicBezTo>
                  <a:cubicBezTo>
                    <a:pt x="275" y="358"/>
                    <a:pt x="252" y="381"/>
                    <a:pt x="252" y="381"/>
                  </a:cubicBezTo>
                  <a:cubicBezTo>
                    <a:pt x="161" y="472"/>
                    <a:pt x="92" y="586"/>
                    <a:pt x="47" y="723"/>
                  </a:cubicBezTo>
                  <a:cubicBezTo>
                    <a:pt x="47" y="746"/>
                    <a:pt x="47" y="769"/>
                    <a:pt x="24" y="792"/>
                  </a:cubicBezTo>
                  <a:cubicBezTo>
                    <a:pt x="24" y="860"/>
                    <a:pt x="1" y="952"/>
                    <a:pt x="1" y="1043"/>
                  </a:cubicBezTo>
                  <a:cubicBezTo>
                    <a:pt x="1" y="1134"/>
                    <a:pt x="24" y="1226"/>
                    <a:pt x="47" y="1294"/>
                  </a:cubicBezTo>
                  <a:cubicBezTo>
                    <a:pt x="47" y="1385"/>
                    <a:pt x="92" y="1477"/>
                    <a:pt x="138" y="1545"/>
                  </a:cubicBezTo>
                  <a:cubicBezTo>
                    <a:pt x="138" y="1568"/>
                    <a:pt x="161" y="1568"/>
                    <a:pt x="161" y="1591"/>
                  </a:cubicBezTo>
                  <a:cubicBezTo>
                    <a:pt x="206" y="1636"/>
                    <a:pt x="252" y="1705"/>
                    <a:pt x="275" y="1751"/>
                  </a:cubicBezTo>
                  <a:cubicBezTo>
                    <a:pt x="298" y="1751"/>
                    <a:pt x="298" y="1751"/>
                    <a:pt x="298" y="1773"/>
                  </a:cubicBezTo>
                  <a:cubicBezTo>
                    <a:pt x="343" y="1819"/>
                    <a:pt x="412" y="1865"/>
                    <a:pt x="457" y="1887"/>
                  </a:cubicBezTo>
                  <a:cubicBezTo>
                    <a:pt x="549" y="1956"/>
                    <a:pt x="640" y="1979"/>
                    <a:pt x="754" y="1979"/>
                  </a:cubicBezTo>
                  <a:cubicBezTo>
                    <a:pt x="811" y="1990"/>
                    <a:pt x="851" y="1996"/>
                    <a:pt x="894" y="1996"/>
                  </a:cubicBezTo>
                  <a:cubicBezTo>
                    <a:pt x="937" y="1996"/>
                    <a:pt x="982" y="1990"/>
                    <a:pt x="1051" y="1979"/>
                  </a:cubicBezTo>
                  <a:lnTo>
                    <a:pt x="1074" y="1979"/>
                  </a:lnTo>
                  <a:cubicBezTo>
                    <a:pt x="1074" y="1956"/>
                    <a:pt x="1074" y="1956"/>
                    <a:pt x="1074" y="1956"/>
                  </a:cubicBezTo>
                  <a:cubicBezTo>
                    <a:pt x="1119" y="1956"/>
                    <a:pt x="1234" y="1910"/>
                    <a:pt x="1302" y="1865"/>
                  </a:cubicBezTo>
                  <a:cubicBezTo>
                    <a:pt x="1462" y="1751"/>
                    <a:pt x="1507" y="1705"/>
                    <a:pt x="1622" y="1545"/>
                  </a:cubicBezTo>
                  <a:cubicBezTo>
                    <a:pt x="1644" y="1522"/>
                    <a:pt x="1644" y="1522"/>
                    <a:pt x="1644" y="1499"/>
                  </a:cubicBezTo>
                  <a:cubicBezTo>
                    <a:pt x="1690" y="1431"/>
                    <a:pt x="1713" y="1363"/>
                    <a:pt x="1759" y="1271"/>
                  </a:cubicBezTo>
                  <a:cubicBezTo>
                    <a:pt x="1759" y="1271"/>
                    <a:pt x="1759" y="1248"/>
                    <a:pt x="1759" y="1248"/>
                  </a:cubicBezTo>
                  <a:cubicBezTo>
                    <a:pt x="1759" y="1226"/>
                    <a:pt x="1759" y="1226"/>
                    <a:pt x="1759" y="1226"/>
                  </a:cubicBezTo>
                  <a:cubicBezTo>
                    <a:pt x="1781" y="1134"/>
                    <a:pt x="1781" y="1066"/>
                    <a:pt x="1781" y="997"/>
                  </a:cubicBezTo>
                  <a:cubicBezTo>
                    <a:pt x="1804" y="974"/>
                    <a:pt x="1804" y="974"/>
                    <a:pt x="1781" y="952"/>
                  </a:cubicBezTo>
                  <a:cubicBezTo>
                    <a:pt x="1781" y="952"/>
                    <a:pt x="1781" y="929"/>
                    <a:pt x="1781" y="929"/>
                  </a:cubicBezTo>
                  <a:cubicBezTo>
                    <a:pt x="1781" y="860"/>
                    <a:pt x="1781" y="792"/>
                    <a:pt x="1759" y="701"/>
                  </a:cubicBezTo>
                  <a:cubicBezTo>
                    <a:pt x="1759" y="701"/>
                    <a:pt x="1759" y="678"/>
                    <a:pt x="1736" y="655"/>
                  </a:cubicBezTo>
                  <a:cubicBezTo>
                    <a:pt x="1736" y="632"/>
                    <a:pt x="1690" y="495"/>
                    <a:pt x="1644" y="449"/>
                  </a:cubicBezTo>
                  <a:cubicBezTo>
                    <a:pt x="1644" y="449"/>
                    <a:pt x="1644" y="427"/>
                    <a:pt x="1644" y="427"/>
                  </a:cubicBezTo>
                  <a:cubicBezTo>
                    <a:pt x="1599" y="381"/>
                    <a:pt x="1553" y="313"/>
                    <a:pt x="1507" y="267"/>
                  </a:cubicBezTo>
                  <a:cubicBezTo>
                    <a:pt x="1507" y="267"/>
                    <a:pt x="1507" y="267"/>
                    <a:pt x="1507" y="244"/>
                  </a:cubicBezTo>
                  <a:cubicBezTo>
                    <a:pt x="1462" y="221"/>
                    <a:pt x="1439" y="198"/>
                    <a:pt x="1416" y="176"/>
                  </a:cubicBezTo>
                  <a:cubicBezTo>
                    <a:pt x="1371" y="153"/>
                    <a:pt x="1348" y="130"/>
                    <a:pt x="1302" y="107"/>
                  </a:cubicBezTo>
                  <a:cubicBezTo>
                    <a:pt x="1234" y="39"/>
                    <a:pt x="1119" y="16"/>
                    <a:pt x="1028" y="16"/>
                  </a:cubicBezTo>
                  <a:cubicBezTo>
                    <a:pt x="990" y="6"/>
                    <a:pt x="949" y="1"/>
                    <a:pt x="9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855525" y="3754800"/>
              <a:ext cx="41700" cy="49675"/>
            </a:xfrm>
            <a:custGeom>
              <a:avLst/>
              <a:gdLst/>
              <a:ahLst/>
              <a:cxnLst/>
              <a:rect l="l" t="t" r="r" b="b"/>
              <a:pathLst>
                <a:path w="1668" h="1987" extrusionOk="0">
                  <a:moveTo>
                    <a:pt x="777" y="1"/>
                  </a:moveTo>
                  <a:cubicBezTo>
                    <a:pt x="640" y="1"/>
                    <a:pt x="503" y="46"/>
                    <a:pt x="389" y="115"/>
                  </a:cubicBezTo>
                  <a:cubicBezTo>
                    <a:pt x="343" y="138"/>
                    <a:pt x="298" y="183"/>
                    <a:pt x="229" y="229"/>
                  </a:cubicBezTo>
                  <a:cubicBezTo>
                    <a:pt x="138" y="320"/>
                    <a:pt x="69" y="434"/>
                    <a:pt x="47" y="571"/>
                  </a:cubicBezTo>
                  <a:cubicBezTo>
                    <a:pt x="24" y="663"/>
                    <a:pt x="1" y="777"/>
                    <a:pt x="1" y="868"/>
                  </a:cubicBezTo>
                  <a:cubicBezTo>
                    <a:pt x="1" y="914"/>
                    <a:pt x="1" y="959"/>
                    <a:pt x="1" y="1005"/>
                  </a:cubicBezTo>
                  <a:cubicBezTo>
                    <a:pt x="24" y="1096"/>
                    <a:pt x="24" y="1210"/>
                    <a:pt x="47" y="1325"/>
                  </a:cubicBezTo>
                  <a:cubicBezTo>
                    <a:pt x="92" y="1416"/>
                    <a:pt x="138" y="1507"/>
                    <a:pt x="161" y="1598"/>
                  </a:cubicBezTo>
                  <a:cubicBezTo>
                    <a:pt x="206" y="1690"/>
                    <a:pt x="275" y="1758"/>
                    <a:pt x="366" y="1827"/>
                  </a:cubicBezTo>
                  <a:cubicBezTo>
                    <a:pt x="435" y="1895"/>
                    <a:pt x="526" y="1941"/>
                    <a:pt x="617" y="1964"/>
                  </a:cubicBezTo>
                  <a:lnTo>
                    <a:pt x="823" y="1987"/>
                  </a:lnTo>
                  <a:cubicBezTo>
                    <a:pt x="960" y="1987"/>
                    <a:pt x="1097" y="1941"/>
                    <a:pt x="1211" y="1872"/>
                  </a:cubicBezTo>
                  <a:cubicBezTo>
                    <a:pt x="1234" y="1850"/>
                    <a:pt x="1279" y="1827"/>
                    <a:pt x="1302" y="1804"/>
                  </a:cubicBezTo>
                  <a:cubicBezTo>
                    <a:pt x="1302" y="1804"/>
                    <a:pt x="1348" y="1781"/>
                    <a:pt x="1371" y="1758"/>
                  </a:cubicBezTo>
                  <a:cubicBezTo>
                    <a:pt x="1393" y="1735"/>
                    <a:pt x="1393" y="1735"/>
                    <a:pt x="1393" y="1735"/>
                  </a:cubicBezTo>
                  <a:cubicBezTo>
                    <a:pt x="1416" y="1713"/>
                    <a:pt x="1439" y="1667"/>
                    <a:pt x="1462" y="1644"/>
                  </a:cubicBezTo>
                  <a:cubicBezTo>
                    <a:pt x="1485" y="1621"/>
                    <a:pt x="1507" y="1598"/>
                    <a:pt x="1530" y="1553"/>
                  </a:cubicBezTo>
                  <a:cubicBezTo>
                    <a:pt x="1530" y="1553"/>
                    <a:pt x="1530" y="1553"/>
                    <a:pt x="1530" y="1530"/>
                  </a:cubicBezTo>
                  <a:cubicBezTo>
                    <a:pt x="1576" y="1462"/>
                    <a:pt x="1622" y="1393"/>
                    <a:pt x="1622" y="1325"/>
                  </a:cubicBezTo>
                  <a:cubicBezTo>
                    <a:pt x="1644" y="1302"/>
                    <a:pt x="1644" y="1302"/>
                    <a:pt x="1644" y="1302"/>
                  </a:cubicBezTo>
                  <a:cubicBezTo>
                    <a:pt x="1644" y="1233"/>
                    <a:pt x="1644" y="1165"/>
                    <a:pt x="1667" y="1096"/>
                  </a:cubicBezTo>
                  <a:cubicBezTo>
                    <a:pt x="1667" y="1096"/>
                    <a:pt x="1667" y="1074"/>
                    <a:pt x="1667" y="1074"/>
                  </a:cubicBezTo>
                  <a:cubicBezTo>
                    <a:pt x="1667" y="1051"/>
                    <a:pt x="1667" y="1051"/>
                    <a:pt x="1667" y="1051"/>
                  </a:cubicBezTo>
                  <a:cubicBezTo>
                    <a:pt x="1667" y="1005"/>
                    <a:pt x="1644" y="959"/>
                    <a:pt x="1644" y="937"/>
                  </a:cubicBezTo>
                  <a:cubicBezTo>
                    <a:pt x="1644" y="891"/>
                    <a:pt x="1644" y="868"/>
                    <a:pt x="1644" y="822"/>
                  </a:cubicBezTo>
                  <a:cubicBezTo>
                    <a:pt x="1622" y="822"/>
                    <a:pt x="1622" y="800"/>
                    <a:pt x="1622" y="800"/>
                  </a:cubicBezTo>
                  <a:cubicBezTo>
                    <a:pt x="1622" y="800"/>
                    <a:pt x="1622" y="800"/>
                    <a:pt x="1622" y="777"/>
                  </a:cubicBezTo>
                  <a:cubicBezTo>
                    <a:pt x="1599" y="731"/>
                    <a:pt x="1576" y="663"/>
                    <a:pt x="1553" y="594"/>
                  </a:cubicBezTo>
                  <a:cubicBezTo>
                    <a:pt x="1530" y="571"/>
                    <a:pt x="1507" y="549"/>
                    <a:pt x="1507" y="526"/>
                  </a:cubicBezTo>
                  <a:cubicBezTo>
                    <a:pt x="1485" y="480"/>
                    <a:pt x="1462" y="434"/>
                    <a:pt x="1439" y="389"/>
                  </a:cubicBezTo>
                  <a:cubicBezTo>
                    <a:pt x="1393" y="297"/>
                    <a:pt x="1325" y="229"/>
                    <a:pt x="1234" y="161"/>
                  </a:cubicBezTo>
                  <a:cubicBezTo>
                    <a:pt x="1165" y="92"/>
                    <a:pt x="1074" y="46"/>
                    <a:pt x="982" y="24"/>
                  </a:cubicBezTo>
                  <a:cubicBezTo>
                    <a:pt x="914" y="24"/>
                    <a:pt x="846" y="24"/>
                    <a:pt x="7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1003900" y="3859000"/>
              <a:ext cx="49100" cy="46850"/>
            </a:xfrm>
            <a:custGeom>
              <a:avLst/>
              <a:gdLst/>
              <a:ahLst/>
              <a:cxnLst/>
              <a:rect l="l" t="t" r="r" b="b"/>
              <a:pathLst>
                <a:path w="1964" h="1874" extrusionOk="0">
                  <a:moveTo>
                    <a:pt x="1207" y="0"/>
                  </a:moveTo>
                  <a:cubicBezTo>
                    <a:pt x="1134" y="0"/>
                    <a:pt x="1069" y="16"/>
                    <a:pt x="1005" y="33"/>
                  </a:cubicBezTo>
                  <a:cubicBezTo>
                    <a:pt x="959" y="55"/>
                    <a:pt x="914" y="78"/>
                    <a:pt x="868" y="78"/>
                  </a:cubicBezTo>
                  <a:cubicBezTo>
                    <a:pt x="777" y="78"/>
                    <a:pt x="662" y="78"/>
                    <a:pt x="571" y="101"/>
                  </a:cubicBezTo>
                  <a:lnTo>
                    <a:pt x="389" y="170"/>
                  </a:lnTo>
                  <a:cubicBezTo>
                    <a:pt x="274" y="238"/>
                    <a:pt x="183" y="329"/>
                    <a:pt x="115" y="443"/>
                  </a:cubicBezTo>
                  <a:lnTo>
                    <a:pt x="46" y="626"/>
                  </a:lnTo>
                  <a:cubicBezTo>
                    <a:pt x="1" y="763"/>
                    <a:pt x="1" y="900"/>
                    <a:pt x="46" y="1037"/>
                  </a:cubicBezTo>
                  <a:cubicBezTo>
                    <a:pt x="46" y="1060"/>
                    <a:pt x="46" y="1105"/>
                    <a:pt x="69" y="1128"/>
                  </a:cubicBezTo>
                  <a:cubicBezTo>
                    <a:pt x="92" y="1197"/>
                    <a:pt x="115" y="1265"/>
                    <a:pt x="138" y="1311"/>
                  </a:cubicBezTo>
                  <a:cubicBezTo>
                    <a:pt x="138" y="1334"/>
                    <a:pt x="160" y="1334"/>
                    <a:pt x="160" y="1334"/>
                  </a:cubicBezTo>
                  <a:cubicBezTo>
                    <a:pt x="160" y="1356"/>
                    <a:pt x="160" y="1356"/>
                    <a:pt x="183" y="1379"/>
                  </a:cubicBezTo>
                  <a:cubicBezTo>
                    <a:pt x="229" y="1425"/>
                    <a:pt x="274" y="1493"/>
                    <a:pt x="297" y="1539"/>
                  </a:cubicBezTo>
                  <a:cubicBezTo>
                    <a:pt x="320" y="1539"/>
                    <a:pt x="320" y="1562"/>
                    <a:pt x="320" y="1562"/>
                  </a:cubicBezTo>
                  <a:cubicBezTo>
                    <a:pt x="320" y="1562"/>
                    <a:pt x="343" y="1585"/>
                    <a:pt x="343" y="1585"/>
                  </a:cubicBezTo>
                  <a:cubicBezTo>
                    <a:pt x="366" y="1585"/>
                    <a:pt x="366" y="1608"/>
                    <a:pt x="366" y="1608"/>
                  </a:cubicBezTo>
                  <a:cubicBezTo>
                    <a:pt x="411" y="1653"/>
                    <a:pt x="480" y="1699"/>
                    <a:pt x="526" y="1722"/>
                  </a:cubicBezTo>
                  <a:cubicBezTo>
                    <a:pt x="548" y="1744"/>
                    <a:pt x="571" y="1744"/>
                    <a:pt x="571" y="1744"/>
                  </a:cubicBezTo>
                  <a:cubicBezTo>
                    <a:pt x="571" y="1767"/>
                    <a:pt x="594" y="1767"/>
                    <a:pt x="594" y="1767"/>
                  </a:cubicBezTo>
                  <a:cubicBezTo>
                    <a:pt x="662" y="1790"/>
                    <a:pt x="731" y="1813"/>
                    <a:pt x="777" y="1836"/>
                  </a:cubicBezTo>
                  <a:cubicBezTo>
                    <a:pt x="857" y="1863"/>
                    <a:pt x="914" y="1874"/>
                    <a:pt x="970" y="1874"/>
                  </a:cubicBezTo>
                  <a:cubicBezTo>
                    <a:pt x="1009" y="1874"/>
                    <a:pt x="1049" y="1868"/>
                    <a:pt x="1096" y="1859"/>
                  </a:cubicBezTo>
                  <a:cubicBezTo>
                    <a:pt x="1142" y="1859"/>
                    <a:pt x="1165" y="1859"/>
                    <a:pt x="1210" y="1836"/>
                  </a:cubicBezTo>
                  <a:cubicBezTo>
                    <a:pt x="1256" y="1813"/>
                    <a:pt x="1324" y="1790"/>
                    <a:pt x="1393" y="1767"/>
                  </a:cubicBezTo>
                  <a:cubicBezTo>
                    <a:pt x="1416" y="1744"/>
                    <a:pt x="1416" y="1744"/>
                    <a:pt x="1439" y="1744"/>
                  </a:cubicBezTo>
                  <a:cubicBezTo>
                    <a:pt x="1439" y="1744"/>
                    <a:pt x="1439" y="1744"/>
                    <a:pt x="1439" y="1722"/>
                  </a:cubicBezTo>
                  <a:cubicBezTo>
                    <a:pt x="1507" y="1699"/>
                    <a:pt x="1553" y="1653"/>
                    <a:pt x="1621" y="1608"/>
                  </a:cubicBezTo>
                  <a:cubicBezTo>
                    <a:pt x="1621" y="1585"/>
                    <a:pt x="1644" y="1585"/>
                    <a:pt x="1644" y="1585"/>
                  </a:cubicBezTo>
                  <a:cubicBezTo>
                    <a:pt x="1644" y="1562"/>
                    <a:pt x="1644" y="1562"/>
                    <a:pt x="1667" y="1562"/>
                  </a:cubicBezTo>
                  <a:cubicBezTo>
                    <a:pt x="1712" y="1516"/>
                    <a:pt x="1758" y="1448"/>
                    <a:pt x="1781" y="1402"/>
                  </a:cubicBezTo>
                  <a:cubicBezTo>
                    <a:pt x="1804" y="1379"/>
                    <a:pt x="1827" y="1356"/>
                    <a:pt x="1827" y="1311"/>
                  </a:cubicBezTo>
                  <a:cubicBezTo>
                    <a:pt x="1849" y="1265"/>
                    <a:pt x="1895" y="1174"/>
                    <a:pt x="1918" y="1105"/>
                  </a:cubicBezTo>
                  <a:cubicBezTo>
                    <a:pt x="1941" y="1060"/>
                    <a:pt x="1941" y="991"/>
                    <a:pt x="1941" y="946"/>
                  </a:cubicBezTo>
                  <a:cubicBezTo>
                    <a:pt x="1941" y="900"/>
                    <a:pt x="1964" y="854"/>
                    <a:pt x="1964" y="809"/>
                  </a:cubicBezTo>
                  <a:cubicBezTo>
                    <a:pt x="1964" y="809"/>
                    <a:pt x="1964" y="786"/>
                    <a:pt x="1964" y="786"/>
                  </a:cubicBezTo>
                  <a:cubicBezTo>
                    <a:pt x="1964" y="717"/>
                    <a:pt x="1941" y="649"/>
                    <a:pt x="1941" y="558"/>
                  </a:cubicBezTo>
                  <a:cubicBezTo>
                    <a:pt x="1918" y="466"/>
                    <a:pt x="1872" y="375"/>
                    <a:pt x="1804" y="306"/>
                  </a:cubicBezTo>
                  <a:cubicBezTo>
                    <a:pt x="1735" y="215"/>
                    <a:pt x="1667" y="147"/>
                    <a:pt x="1576" y="101"/>
                  </a:cubicBezTo>
                  <a:cubicBezTo>
                    <a:pt x="1484" y="55"/>
                    <a:pt x="1393" y="33"/>
                    <a:pt x="1302" y="10"/>
                  </a:cubicBezTo>
                  <a:cubicBezTo>
                    <a:pt x="1268" y="3"/>
                    <a:pt x="1237" y="0"/>
                    <a:pt x="12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1181375" y="3800650"/>
              <a:ext cx="47375" cy="53000"/>
            </a:xfrm>
            <a:custGeom>
              <a:avLst/>
              <a:gdLst/>
              <a:ahLst/>
              <a:cxnLst/>
              <a:rect l="l" t="t" r="r" b="b"/>
              <a:pathLst>
                <a:path w="1895" h="2120" extrusionOk="0">
                  <a:moveTo>
                    <a:pt x="1035" y="1"/>
                  </a:moveTo>
                  <a:cubicBezTo>
                    <a:pt x="993" y="1"/>
                    <a:pt x="951" y="6"/>
                    <a:pt x="913" y="16"/>
                  </a:cubicBezTo>
                  <a:cubicBezTo>
                    <a:pt x="799" y="16"/>
                    <a:pt x="708" y="61"/>
                    <a:pt x="639" y="107"/>
                  </a:cubicBezTo>
                  <a:cubicBezTo>
                    <a:pt x="571" y="153"/>
                    <a:pt x="525" y="198"/>
                    <a:pt x="480" y="221"/>
                  </a:cubicBezTo>
                  <a:cubicBezTo>
                    <a:pt x="388" y="312"/>
                    <a:pt x="320" y="426"/>
                    <a:pt x="274" y="563"/>
                  </a:cubicBezTo>
                  <a:cubicBezTo>
                    <a:pt x="274" y="563"/>
                    <a:pt x="251" y="563"/>
                    <a:pt x="251" y="586"/>
                  </a:cubicBezTo>
                  <a:lnTo>
                    <a:pt x="228" y="586"/>
                  </a:lnTo>
                  <a:cubicBezTo>
                    <a:pt x="228" y="609"/>
                    <a:pt x="137" y="723"/>
                    <a:pt x="114" y="746"/>
                  </a:cubicBezTo>
                  <a:cubicBezTo>
                    <a:pt x="114" y="746"/>
                    <a:pt x="114" y="769"/>
                    <a:pt x="114" y="769"/>
                  </a:cubicBezTo>
                  <a:cubicBezTo>
                    <a:pt x="69" y="837"/>
                    <a:pt x="46" y="883"/>
                    <a:pt x="23" y="951"/>
                  </a:cubicBezTo>
                  <a:cubicBezTo>
                    <a:pt x="23" y="974"/>
                    <a:pt x="23" y="974"/>
                    <a:pt x="23" y="974"/>
                  </a:cubicBezTo>
                  <a:cubicBezTo>
                    <a:pt x="23" y="1020"/>
                    <a:pt x="0" y="1134"/>
                    <a:pt x="0" y="1180"/>
                  </a:cubicBezTo>
                  <a:cubicBezTo>
                    <a:pt x="0" y="1180"/>
                    <a:pt x="0" y="1202"/>
                    <a:pt x="0" y="1202"/>
                  </a:cubicBezTo>
                  <a:cubicBezTo>
                    <a:pt x="0" y="1202"/>
                    <a:pt x="0" y="1202"/>
                    <a:pt x="0" y="1225"/>
                  </a:cubicBezTo>
                  <a:cubicBezTo>
                    <a:pt x="0" y="1248"/>
                    <a:pt x="23" y="1385"/>
                    <a:pt x="23" y="1431"/>
                  </a:cubicBezTo>
                  <a:cubicBezTo>
                    <a:pt x="23" y="1431"/>
                    <a:pt x="23" y="1431"/>
                    <a:pt x="23" y="1454"/>
                  </a:cubicBezTo>
                  <a:cubicBezTo>
                    <a:pt x="46" y="1522"/>
                    <a:pt x="92" y="1591"/>
                    <a:pt x="114" y="1636"/>
                  </a:cubicBezTo>
                  <a:cubicBezTo>
                    <a:pt x="114" y="1659"/>
                    <a:pt x="137" y="1682"/>
                    <a:pt x="137" y="1682"/>
                  </a:cubicBezTo>
                  <a:cubicBezTo>
                    <a:pt x="183" y="1727"/>
                    <a:pt x="228" y="1819"/>
                    <a:pt x="297" y="1864"/>
                  </a:cubicBezTo>
                  <a:cubicBezTo>
                    <a:pt x="320" y="1910"/>
                    <a:pt x="411" y="1979"/>
                    <a:pt x="457" y="2001"/>
                  </a:cubicBezTo>
                  <a:lnTo>
                    <a:pt x="480" y="2001"/>
                  </a:lnTo>
                  <a:cubicBezTo>
                    <a:pt x="639" y="2093"/>
                    <a:pt x="708" y="2115"/>
                    <a:pt x="890" y="2115"/>
                  </a:cubicBezTo>
                  <a:cubicBezTo>
                    <a:pt x="915" y="2119"/>
                    <a:pt x="939" y="2120"/>
                    <a:pt x="963" y="2120"/>
                  </a:cubicBezTo>
                  <a:cubicBezTo>
                    <a:pt x="1115" y="2120"/>
                    <a:pt x="1251" y="2061"/>
                    <a:pt x="1370" y="2001"/>
                  </a:cubicBezTo>
                  <a:lnTo>
                    <a:pt x="1393" y="2001"/>
                  </a:lnTo>
                  <a:cubicBezTo>
                    <a:pt x="1461" y="1956"/>
                    <a:pt x="1507" y="1910"/>
                    <a:pt x="1575" y="1864"/>
                  </a:cubicBezTo>
                  <a:cubicBezTo>
                    <a:pt x="1598" y="1819"/>
                    <a:pt x="1644" y="1796"/>
                    <a:pt x="1666" y="1750"/>
                  </a:cubicBezTo>
                  <a:cubicBezTo>
                    <a:pt x="1689" y="1705"/>
                    <a:pt x="1735" y="1659"/>
                    <a:pt x="1758" y="1613"/>
                  </a:cubicBezTo>
                  <a:cubicBezTo>
                    <a:pt x="1803" y="1545"/>
                    <a:pt x="1826" y="1476"/>
                    <a:pt x="1849" y="1385"/>
                  </a:cubicBezTo>
                  <a:cubicBezTo>
                    <a:pt x="1849" y="1385"/>
                    <a:pt x="1849" y="1362"/>
                    <a:pt x="1849" y="1362"/>
                  </a:cubicBezTo>
                  <a:cubicBezTo>
                    <a:pt x="1872" y="1294"/>
                    <a:pt x="1872" y="1202"/>
                    <a:pt x="1895" y="1134"/>
                  </a:cubicBezTo>
                  <a:cubicBezTo>
                    <a:pt x="1895" y="1111"/>
                    <a:pt x="1895" y="1088"/>
                    <a:pt x="1895" y="1066"/>
                  </a:cubicBezTo>
                  <a:cubicBezTo>
                    <a:pt x="1872" y="951"/>
                    <a:pt x="1872" y="837"/>
                    <a:pt x="1826" y="723"/>
                  </a:cubicBezTo>
                  <a:cubicBezTo>
                    <a:pt x="1781" y="609"/>
                    <a:pt x="1735" y="495"/>
                    <a:pt x="1666" y="381"/>
                  </a:cubicBezTo>
                  <a:cubicBezTo>
                    <a:pt x="1621" y="289"/>
                    <a:pt x="1552" y="221"/>
                    <a:pt x="1484" y="175"/>
                  </a:cubicBezTo>
                  <a:cubicBezTo>
                    <a:pt x="1393" y="107"/>
                    <a:pt x="1324" y="61"/>
                    <a:pt x="1210" y="38"/>
                  </a:cubicBezTo>
                  <a:cubicBezTo>
                    <a:pt x="1156" y="12"/>
                    <a:pt x="1095" y="1"/>
                    <a:pt x="10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1273250" y="3659075"/>
              <a:ext cx="48525" cy="51250"/>
            </a:xfrm>
            <a:custGeom>
              <a:avLst/>
              <a:gdLst/>
              <a:ahLst/>
              <a:cxnLst/>
              <a:rect l="l" t="t" r="r" b="b"/>
              <a:pathLst>
                <a:path w="1941" h="2050" extrusionOk="0">
                  <a:moveTo>
                    <a:pt x="1144" y="1"/>
                  </a:moveTo>
                  <a:cubicBezTo>
                    <a:pt x="1096" y="1"/>
                    <a:pt x="1050" y="6"/>
                    <a:pt x="1004" y="18"/>
                  </a:cubicBezTo>
                  <a:cubicBezTo>
                    <a:pt x="890" y="18"/>
                    <a:pt x="799" y="41"/>
                    <a:pt x="708" y="86"/>
                  </a:cubicBezTo>
                  <a:cubicBezTo>
                    <a:pt x="662" y="132"/>
                    <a:pt x="616" y="178"/>
                    <a:pt x="548" y="223"/>
                  </a:cubicBezTo>
                  <a:cubicBezTo>
                    <a:pt x="457" y="315"/>
                    <a:pt x="411" y="406"/>
                    <a:pt x="365" y="520"/>
                  </a:cubicBezTo>
                  <a:cubicBezTo>
                    <a:pt x="274" y="589"/>
                    <a:pt x="183" y="680"/>
                    <a:pt x="114" y="794"/>
                  </a:cubicBezTo>
                  <a:cubicBezTo>
                    <a:pt x="91" y="840"/>
                    <a:pt x="69" y="908"/>
                    <a:pt x="46" y="977"/>
                  </a:cubicBezTo>
                  <a:cubicBezTo>
                    <a:pt x="0" y="1114"/>
                    <a:pt x="0" y="1250"/>
                    <a:pt x="46" y="1365"/>
                  </a:cubicBezTo>
                  <a:cubicBezTo>
                    <a:pt x="46" y="1387"/>
                    <a:pt x="46" y="1387"/>
                    <a:pt x="46" y="1387"/>
                  </a:cubicBezTo>
                  <a:cubicBezTo>
                    <a:pt x="46" y="1433"/>
                    <a:pt x="91" y="1479"/>
                    <a:pt x="91" y="1502"/>
                  </a:cubicBezTo>
                  <a:cubicBezTo>
                    <a:pt x="91" y="1502"/>
                    <a:pt x="114" y="1570"/>
                    <a:pt x="137" y="1593"/>
                  </a:cubicBezTo>
                  <a:cubicBezTo>
                    <a:pt x="160" y="1661"/>
                    <a:pt x="206" y="1707"/>
                    <a:pt x="274" y="1775"/>
                  </a:cubicBezTo>
                  <a:cubicBezTo>
                    <a:pt x="274" y="1798"/>
                    <a:pt x="274" y="1798"/>
                    <a:pt x="274" y="1798"/>
                  </a:cubicBezTo>
                  <a:cubicBezTo>
                    <a:pt x="320" y="1821"/>
                    <a:pt x="411" y="1890"/>
                    <a:pt x="434" y="1912"/>
                  </a:cubicBezTo>
                  <a:cubicBezTo>
                    <a:pt x="457" y="1912"/>
                    <a:pt x="457" y="1935"/>
                    <a:pt x="479" y="1935"/>
                  </a:cubicBezTo>
                  <a:cubicBezTo>
                    <a:pt x="525" y="1958"/>
                    <a:pt x="616" y="2004"/>
                    <a:pt x="685" y="2027"/>
                  </a:cubicBezTo>
                  <a:lnTo>
                    <a:pt x="708" y="2027"/>
                  </a:lnTo>
                  <a:cubicBezTo>
                    <a:pt x="776" y="2027"/>
                    <a:pt x="845" y="2049"/>
                    <a:pt x="913" y="2049"/>
                  </a:cubicBezTo>
                  <a:lnTo>
                    <a:pt x="959" y="2049"/>
                  </a:lnTo>
                  <a:cubicBezTo>
                    <a:pt x="1050" y="2049"/>
                    <a:pt x="1119" y="2049"/>
                    <a:pt x="1210" y="2027"/>
                  </a:cubicBezTo>
                  <a:cubicBezTo>
                    <a:pt x="1233" y="2027"/>
                    <a:pt x="1233" y="2004"/>
                    <a:pt x="1255" y="2004"/>
                  </a:cubicBezTo>
                  <a:cubicBezTo>
                    <a:pt x="1301" y="1981"/>
                    <a:pt x="1370" y="1958"/>
                    <a:pt x="1438" y="1935"/>
                  </a:cubicBezTo>
                  <a:cubicBezTo>
                    <a:pt x="1438" y="1912"/>
                    <a:pt x="1461" y="1912"/>
                    <a:pt x="1461" y="1912"/>
                  </a:cubicBezTo>
                  <a:cubicBezTo>
                    <a:pt x="1621" y="1821"/>
                    <a:pt x="1689" y="1730"/>
                    <a:pt x="1780" y="1593"/>
                  </a:cubicBezTo>
                  <a:cubicBezTo>
                    <a:pt x="1803" y="1570"/>
                    <a:pt x="1803" y="1570"/>
                    <a:pt x="1826" y="1547"/>
                  </a:cubicBezTo>
                  <a:cubicBezTo>
                    <a:pt x="1849" y="1479"/>
                    <a:pt x="1872" y="1410"/>
                    <a:pt x="1895" y="1342"/>
                  </a:cubicBezTo>
                  <a:cubicBezTo>
                    <a:pt x="1895" y="1342"/>
                    <a:pt x="1917" y="1319"/>
                    <a:pt x="1917" y="1319"/>
                  </a:cubicBezTo>
                  <a:cubicBezTo>
                    <a:pt x="1917" y="1296"/>
                    <a:pt x="1917" y="1296"/>
                    <a:pt x="1917" y="1296"/>
                  </a:cubicBezTo>
                  <a:cubicBezTo>
                    <a:pt x="1940" y="1205"/>
                    <a:pt x="1940" y="1136"/>
                    <a:pt x="1940" y="1068"/>
                  </a:cubicBezTo>
                  <a:cubicBezTo>
                    <a:pt x="1940" y="1045"/>
                    <a:pt x="1940" y="1022"/>
                    <a:pt x="1940" y="999"/>
                  </a:cubicBezTo>
                  <a:cubicBezTo>
                    <a:pt x="1940" y="931"/>
                    <a:pt x="1917" y="840"/>
                    <a:pt x="1917" y="771"/>
                  </a:cubicBezTo>
                  <a:cubicBezTo>
                    <a:pt x="1917" y="771"/>
                    <a:pt x="1917" y="748"/>
                    <a:pt x="1917" y="748"/>
                  </a:cubicBezTo>
                  <a:cubicBezTo>
                    <a:pt x="1895" y="725"/>
                    <a:pt x="1895" y="703"/>
                    <a:pt x="1895" y="680"/>
                  </a:cubicBezTo>
                  <a:cubicBezTo>
                    <a:pt x="1849" y="566"/>
                    <a:pt x="1803" y="452"/>
                    <a:pt x="1758" y="360"/>
                  </a:cubicBezTo>
                  <a:cubicBezTo>
                    <a:pt x="1712" y="292"/>
                    <a:pt x="1644" y="201"/>
                    <a:pt x="1552" y="155"/>
                  </a:cubicBezTo>
                  <a:cubicBezTo>
                    <a:pt x="1484" y="86"/>
                    <a:pt x="1392" y="41"/>
                    <a:pt x="1301" y="18"/>
                  </a:cubicBezTo>
                  <a:cubicBezTo>
                    <a:pt x="1244" y="6"/>
                    <a:pt x="1193" y="1"/>
                    <a:pt x="11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1284650" y="3505575"/>
              <a:ext cx="45100" cy="53250"/>
            </a:xfrm>
            <a:custGeom>
              <a:avLst/>
              <a:gdLst/>
              <a:ahLst/>
              <a:cxnLst/>
              <a:rect l="l" t="t" r="r" b="b"/>
              <a:pathLst>
                <a:path w="1804" h="2130" extrusionOk="0">
                  <a:moveTo>
                    <a:pt x="720" y="1"/>
                  </a:moveTo>
                  <a:cubicBezTo>
                    <a:pt x="668" y="1"/>
                    <a:pt x="617" y="7"/>
                    <a:pt x="571" y="18"/>
                  </a:cubicBezTo>
                  <a:cubicBezTo>
                    <a:pt x="457" y="41"/>
                    <a:pt x="389" y="86"/>
                    <a:pt x="297" y="155"/>
                  </a:cubicBezTo>
                  <a:cubicBezTo>
                    <a:pt x="229" y="201"/>
                    <a:pt x="160" y="292"/>
                    <a:pt x="115" y="360"/>
                  </a:cubicBezTo>
                  <a:lnTo>
                    <a:pt x="23" y="543"/>
                  </a:lnTo>
                  <a:cubicBezTo>
                    <a:pt x="1" y="680"/>
                    <a:pt x="1" y="817"/>
                    <a:pt x="23" y="954"/>
                  </a:cubicBezTo>
                  <a:lnTo>
                    <a:pt x="115" y="1136"/>
                  </a:lnTo>
                  <a:cubicBezTo>
                    <a:pt x="138" y="1182"/>
                    <a:pt x="183" y="1228"/>
                    <a:pt x="206" y="1273"/>
                  </a:cubicBezTo>
                  <a:cubicBezTo>
                    <a:pt x="229" y="1319"/>
                    <a:pt x="229" y="1387"/>
                    <a:pt x="229" y="1433"/>
                  </a:cubicBezTo>
                  <a:cubicBezTo>
                    <a:pt x="229" y="1456"/>
                    <a:pt x="252" y="1456"/>
                    <a:pt x="252" y="1479"/>
                  </a:cubicBezTo>
                  <a:cubicBezTo>
                    <a:pt x="252" y="1479"/>
                    <a:pt x="252" y="1479"/>
                    <a:pt x="252" y="1502"/>
                  </a:cubicBezTo>
                  <a:cubicBezTo>
                    <a:pt x="275" y="1547"/>
                    <a:pt x="297" y="1616"/>
                    <a:pt x="343" y="1684"/>
                  </a:cubicBezTo>
                  <a:cubicBezTo>
                    <a:pt x="343" y="1684"/>
                    <a:pt x="343" y="1707"/>
                    <a:pt x="343" y="1707"/>
                  </a:cubicBezTo>
                  <a:cubicBezTo>
                    <a:pt x="366" y="1753"/>
                    <a:pt x="411" y="1775"/>
                    <a:pt x="411" y="1798"/>
                  </a:cubicBezTo>
                  <a:cubicBezTo>
                    <a:pt x="457" y="1844"/>
                    <a:pt x="480" y="1867"/>
                    <a:pt x="503" y="1890"/>
                  </a:cubicBezTo>
                  <a:cubicBezTo>
                    <a:pt x="594" y="2004"/>
                    <a:pt x="708" y="2049"/>
                    <a:pt x="822" y="2095"/>
                  </a:cubicBezTo>
                  <a:cubicBezTo>
                    <a:pt x="891" y="2118"/>
                    <a:pt x="959" y="2129"/>
                    <a:pt x="1028" y="2129"/>
                  </a:cubicBezTo>
                  <a:cubicBezTo>
                    <a:pt x="1096" y="2129"/>
                    <a:pt x="1165" y="2118"/>
                    <a:pt x="1233" y="2095"/>
                  </a:cubicBezTo>
                  <a:cubicBezTo>
                    <a:pt x="1370" y="2049"/>
                    <a:pt x="1484" y="2004"/>
                    <a:pt x="1576" y="1890"/>
                  </a:cubicBezTo>
                  <a:cubicBezTo>
                    <a:pt x="1667" y="1798"/>
                    <a:pt x="1735" y="1684"/>
                    <a:pt x="1758" y="1570"/>
                  </a:cubicBezTo>
                  <a:cubicBezTo>
                    <a:pt x="1781" y="1433"/>
                    <a:pt x="1804" y="1319"/>
                    <a:pt x="1804" y="1182"/>
                  </a:cubicBezTo>
                  <a:cubicBezTo>
                    <a:pt x="1781" y="1091"/>
                    <a:pt x="1781" y="999"/>
                    <a:pt x="1758" y="908"/>
                  </a:cubicBezTo>
                  <a:cubicBezTo>
                    <a:pt x="1735" y="817"/>
                    <a:pt x="1690" y="725"/>
                    <a:pt x="1644" y="634"/>
                  </a:cubicBezTo>
                  <a:cubicBezTo>
                    <a:pt x="1644" y="611"/>
                    <a:pt x="1621" y="589"/>
                    <a:pt x="1598" y="566"/>
                  </a:cubicBezTo>
                  <a:cubicBezTo>
                    <a:pt x="1553" y="474"/>
                    <a:pt x="1507" y="406"/>
                    <a:pt x="1439" y="337"/>
                  </a:cubicBezTo>
                  <a:cubicBezTo>
                    <a:pt x="1416" y="315"/>
                    <a:pt x="1393" y="292"/>
                    <a:pt x="1370" y="269"/>
                  </a:cubicBezTo>
                  <a:cubicBezTo>
                    <a:pt x="1302" y="201"/>
                    <a:pt x="1233" y="155"/>
                    <a:pt x="1142" y="86"/>
                  </a:cubicBezTo>
                  <a:cubicBezTo>
                    <a:pt x="1073" y="41"/>
                    <a:pt x="959" y="18"/>
                    <a:pt x="868" y="18"/>
                  </a:cubicBezTo>
                  <a:cubicBezTo>
                    <a:pt x="822" y="7"/>
                    <a:pt x="771" y="1"/>
                    <a:pt x="7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1249850" y="3394925"/>
              <a:ext cx="600" cy="975"/>
            </a:xfrm>
            <a:custGeom>
              <a:avLst/>
              <a:gdLst/>
              <a:ahLst/>
              <a:cxnLst/>
              <a:rect l="l" t="t" r="r" b="b"/>
              <a:pathLst>
                <a:path w="24" h="39" extrusionOk="0">
                  <a:moveTo>
                    <a:pt x="2" y="1"/>
                  </a:moveTo>
                  <a:cubicBezTo>
                    <a:pt x="0" y="1"/>
                    <a:pt x="0" y="6"/>
                    <a:pt x="0" y="16"/>
                  </a:cubicBezTo>
                  <a:cubicBezTo>
                    <a:pt x="0" y="16"/>
                    <a:pt x="0" y="16"/>
                    <a:pt x="23" y="39"/>
                  </a:cubicBezTo>
                  <a:cubicBezTo>
                    <a:pt x="10" y="12"/>
                    <a:pt x="4" y="1"/>
                    <a:pt x="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8"/>
            <p:cNvSpPr/>
            <p:nvPr/>
          </p:nvSpPr>
          <p:spPr>
            <a:xfrm>
              <a:off x="1203050" y="3383325"/>
              <a:ext cx="49675" cy="42825"/>
            </a:xfrm>
            <a:custGeom>
              <a:avLst/>
              <a:gdLst/>
              <a:ahLst/>
              <a:cxnLst/>
              <a:rect l="l" t="t" r="r" b="b"/>
              <a:pathLst>
                <a:path w="1987" h="1713" extrusionOk="0">
                  <a:moveTo>
                    <a:pt x="754" y="0"/>
                  </a:moveTo>
                  <a:cubicBezTo>
                    <a:pt x="640" y="0"/>
                    <a:pt x="548" y="23"/>
                    <a:pt x="457" y="69"/>
                  </a:cubicBezTo>
                  <a:cubicBezTo>
                    <a:pt x="366" y="92"/>
                    <a:pt x="274" y="137"/>
                    <a:pt x="206" y="229"/>
                  </a:cubicBezTo>
                  <a:cubicBezTo>
                    <a:pt x="138" y="297"/>
                    <a:pt x="92" y="366"/>
                    <a:pt x="69" y="457"/>
                  </a:cubicBezTo>
                  <a:cubicBezTo>
                    <a:pt x="23" y="548"/>
                    <a:pt x="1" y="662"/>
                    <a:pt x="1" y="754"/>
                  </a:cubicBezTo>
                  <a:cubicBezTo>
                    <a:pt x="1" y="822"/>
                    <a:pt x="23" y="891"/>
                    <a:pt x="23" y="959"/>
                  </a:cubicBezTo>
                  <a:cubicBezTo>
                    <a:pt x="46" y="1096"/>
                    <a:pt x="115" y="1210"/>
                    <a:pt x="206" y="1302"/>
                  </a:cubicBezTo>
                  <a:cubicBezTo>
                    <a:pt x="274" y="1324"/>
                    <a:pt x="320" y="1370"/>
                    <a:pt x="366" y="1416"/>
                  </a:cubicBezTo>
                  <a:cubicBezTo>
                    <a:pt x="434" y="1438"/>
                    <a:pt x="503" y="1484"/>
                    <a:pt x="571" y="1484"/>
                  </a:cubicBezTo>
                  <a:cubicBezTo>
                    <a:pt x="594" y="1507"/>
                    <a:pt x="617" y="1507"/>
                    <a:pt x="640" y="1507"/>
                  </a:cubicBezTo>
                  <a:cubicBezTo>
                    <a:pt x="663" y="1530"/>
                    <a:pt x="708" y="1575"/>
                    <a:pt x="731" y="1598"/>
                  </a:cubicBezTo>
                  <a:cubicBezTo>
                    <a:pt x="777" y="1621"/>
                    <a:pt x="799" y="1621"/>
                    <a:pt x="845" y="1644"/>
                  </a:cubicBezTo>
                  <a:cubicBezTo>
                    <a:pt x="982" y="1690"/>
                    <a:pt x="982" y="1690"/>
                    <a:pt x="1165" y="1712"/>
                  </a:cubicBezTo>
                  <a:cubicBezTo>
                    <a:pt x="1233" y="1712"/>
                    <a:pt x="1302" y="1690"/>
                    <a:pt x="1370" y="1690"/>
                  </a:cubicBezTo>
                  <a:cubicBezTo>
                    <a:pt x="1461" y="1667"/>
                    <a:pt x="1530" y="1644"/>
                    <a:pt x="1576" y="1598"/>
                  </a:cubicBezTo>
                  <a:lnTo>
                    <a:pt x="1598" y="1598"/>
                  </a:lnTo>
                  <a:cubicBezTo>
                    <a:pt x="1644" y="1553"/>
                    <a:pt x="1690" y="1507"/>
                    <a:pt x="1758" y="1484"/>
                  </a:cubicBezTo>
                  <a:cubicBezTo>
                    <a:pt x="1758" y="1461"/>
                    <a:pt x="1758" y="1461"/>
                    <a:pt x="1758" y="1461"/>
                  </a:cubicBezTo>
                  <a:cubicBezTo>
                    <a:pt x="1804" y="1416"/>
                    <a:pt x="1849" y="1370"/>
                    <a:pt x="1895" y="1302"/>
                  </a:cubicBezTo>
                  <a:cubicBezTo>
                    <a:pt x="1918" y="1233"/>
                    <a:pt x="1941" y="1165"/>
                    <a:pt x="1964" y="1119"/>
                  </a:cubicBezTo>
                  <a:cubicBezTo>
                    <a:pt x="1964" y="1119"/>
                    <a:pt x="1964" y="1119"/>
                    <a:pt x="1964" y="1096"/>
                  </a:cubicBezTo>
                  <a:cubicBezTo>
                    <a:pt x="1986" y="1028"/>
                    <a:pt x="1986" y="982"/>
                    <a:pt x="1986" y="913"/>
                  </a:cubicBezTo>
                  <a:cubicBezTo>
                    <a:pt x="1986" y="891"/>
                    <a:pt x="1986" y="891"/>
                    <a:pt x="1986" y="891"/>
                  </a:cubicBezTo>
                  <a:cubicBezTo>
                    <a:pt x="1986" y="868"/>
                    <a:pt x="1986" y="822"/>
                    <a:pt x="1986" y="799"/>
                  </a:cubicBezTo>
                  <a:cubicBezTo>
                    <a:pt x="1986" y="754"/>
                    <a:pt x="1964" y="708"/>
                    <a:pt x="1964" y="685"/>
                  </a:cubicBezTo>
                  <a:cubicBezTo>
                    <a:pt x="1964" y="640"/>
                    <a:pt x="1895" y="503"/>
                    <a:pt x="1872" y="480"/>
                  </a:cubicBezTo>
                  <a:cubicBezTo>
                    <a:pt x="1849" y="411"/>
                    <a:pt x="1804" y="366"/>
                    <a:pt x="1758" y="320"/>
                  </a:cubicBezTo>
                  <a:cubicBezTo>
                    <a:pt x="1667" y="229"/>
                    <a:pt x="1507" y="137"/>
                    <a:pt x="1370" y="115"/>
                  </a:cubicBezTo>
                  <a:cubicBezTo>
                    <a:pt x="1302" y="92"/>
                    <a:pt x="1233" y="69"/>
                    <a:pt x="1165" y="69"/>
                  </a:cubicBezTo>
                  <a:cubicBezTo>
                    <a:pt x="1119" y="69"/>
                    <a:pt x="1096" y="46"/>
                    <a:pt x="1051" y="46"/>
                  </a:cubicBezTo>
                  <a:cubicBezTo>
                    <a:pt x="959" y="23"/>
                    <a:pt x="845" y="0"/>
                    <a:pt x="7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8"/>
            <p:cNvSpPr/>
            <p:nvPr/>
          </p:nvSpPr>
          <p:spPr>
            <a:xfrm>
              <a:off x="1083225" y="3300150"/>
              <a:ext cx="43950" cy="42550"/>
            </a:xfrm>
            <a:custGeom>
              <a:avLst/>
              <a:gdLst/>
              <a:ahLst/>
              <a:cxnLst/>
              <a:rect l="l" t="t" r="r" b="b"/>
              <a:pathLst>
                <a:path w="1758" h="1702" extrusionOk="0">
                  <a:moveTo>
                    <a:pt x="811" y="1"/>
                  </a:moveTo>
                  <a:cubicBezTo>
                    <a:pt x="759" y="1"/>
                    <a:pt x="708" y="6"/>
                    <a:pt x="662" y="18"/>
                  </a:cubicBezTo>
                  <a:cubicBezTo>
                    <a:pt x="548" y="18"/>
                    <a:pt x="457" y="41"/>
                    <a:pt x="365" y="109"/>
                  </a:cubicBezTo>
                  <a:cubicBezTo>
                    <a:pt x="274" y="155"/>
                    <a:pt x="206" y="223"/>
                    <a:pt x="160" y="292"/>
                  </a:cubicBezTo>
                  <a:cubicBezTo>
                    <a:pt x="92" y="360"/>
                    <a:pt x="46" y="452"/>
                    <a:pt x="23" y="566"/>
                  </a:cubicBezTo>
                  <a:cubicBezTo>
                    <a:pt x="23" y="611"/>
                    <a:pt x="0" y="680"/>
                    <a:pt x="0" y="748"/>
                  </a:cubicBezTo>
                  <a:cubicBezTo>
                    <a:pt x="0" y="885"/>
                    <a:pt x="23" y="1022"/>
                    <a:pt x="92" y="1136"/>
                  </a:cubicBezTo>
                  <a:cubicBezTo>
                    <a:pt x="137" y="1182"/>
                    <a:pt x="183" y="1250"/>
                    <a:pt x="229" y="1296"/>
                  </a:cubicBezTo>
                  <a:cubicBezTo>
                    <a:pt x="274" y="1342"/>
                    <a:pt x="343" y="1387"/>
                    <a:pt x="411" y="1433"/>
                  </a:cubicBezTo>
                  <a:cubicBezTo>
                    <a:pt x="457" y="1479"/>
                    <a:pt x="480" y="1501"/>
                    <a:pt x="548" y="1547"/>
                  </a:cubicBezTo>
                  <a:cubicBezTo>
                    <a:pt x="617" y="1616"/>
                    <a:pt x="708" y="1661"/>
                    <a:pt x="799" y="1684"/>
                  </a:cubicBezTo>
                  <a:cubicBezTo>
                    <a:pt x="845" y="1695"/>
                    <a:pt x="896" y="1701"/>
                    <a:pt x="948" y="1701"/>
                  </a:cubicBezTo>
                  <a:cubicBezTo>
                    <a:pt x="999" y="1701"/>
                    <a:pt x="1050" y="1695"/>
                    <a:pt x="1096" y="1684"/>
                  </a:cubicBezTo>
                  <a:cubicBezTo>
                    <a:pt x="1210" y="1684"/>
                    <a:pt x="1301" y="1661"/>
                    <a:pt x="1393" y="1593"/>
                  </a:cubicBezTo>
                  <a:cubicBezTo>
                    <a:pt x="1438" y="1570"/>
                    <a:pt x="1484" y="1524"/>
                    <a:pt x="1530" y="1479"/>
                  </a:cubicBezTo>
                  <a:cubicBezTo>
                    <a:pt x="1621" y="1387"/>
                    <a:pt x="1689" y="1273"/>
                    <a:pt x="1735" y="1136"/>
                  </a:cubicBezTo>
                  <a:cubicBezTo>
                    <a:pt x="1735" y="1091"/>
                    <a:pt x="1758" y="1022"/>
                    <a:pt x="1758" y="954"/>
                  </a:cubicBezTo>
                  <a:cubicBezTo>
                    <a:pt x="1758" y="817"/>
                    <a:pt x="1735" y="680"/>
                    <a:pt x="1667" y="566"/>
                  </a:cubicBezTo>
                  <a:cubicBezTo>
                    <a:pt x="1644" y="543"/>
                    <a:pt x="1644" y="543"/>
                    <a:pt x="1644" y="520"/>
                  </a:cubicBezTo>
                  <a:cubicBezTo>
                    <a:pt x="1598" y="452"/>
                    <a:pt x="1552" y="406"/>
                    <a:pt x="1484" y="337"/>
                  </a:cubicBezTo>
                  <a:cubicBezTo>
                    <a:pt x="1484" y="315"/>
                    <a:pt x="1461" y="292"/>
                    <a:pt x="1438" y="292"/>
                  </a:cubicBezTo>
                  <a:cubicBezTo>
                    <a:pt x="1393" y="246"/>
                    <a:pt x="1324" y="200"/>
                    <a:pt x="1278" y="155"/>
                  </a:cubicBezTo>
                  <a:lnTo>
                    <a:pt x="1256" y="155"/>
                  </a:lnTo>
                  <a:cubicBezTo>
                    <a:pt x="1233" y="132"/>
                    <a:pt x="1233" y="132"/>
                    <a:pt x="1210" y="132"/>
                  </a:cubicBezTo>
                  <a:cubicBezTo>
                    <a:pt x="1142" y="86"/>
                    <a:pt x="1073" y="63"/>
                    <a:pt x="1005" y="41"/>
                  </a:cubicBezTo>
                  <a:cubicBezTo>
                    <a:pt x="982" y="41"/>
                    <a:pt x="982" y="18"/>
                    <a:pt x="959" y="18"/>
                  </a:cubicBezTo>
                  <a:cubicBezTo>
                    <a:pt x="913" y="6"/>
                    <a:pt x="862" y="1"/>
                    <a:pt x="8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882925" y="3315425"/>
              <a:ext cx="46825" cy="48525"/>
            </a:xfrm>
            <a:custGeom>
              <a:avLst/>
              <a:gdLst/>
              <a:ahLst/>
              <a:cxnLst/>
              <a:rect l="l" t="t" r="r" b="b"/>
              <a:pathLst>
                <a:path w="1873" h="1941" extrusionOk="0">
                  <a:moveTo>
                    <a:pt x="914" y="0"/>
                  </a:moveTo>
                  <a:cubicBezTo>
                    <a:pt x="845" y="0"/>
                    <a:pt x="777" y="23"/>
                    <a:pt x="708" y="23"/>
                  </a:cubicBezTo>
                  <a:cubicBezTo>
                    <a:pt x="571" y="69"/>
                    <a:pt x="457" y="137"/>
                    <a:pt x="366" y="229"/>
                  </a:cubicBezTo>
                  <a:cubicBezTo>
                    <a:pt x="320" y="274"/>
                    <a:pt x="297" y="320"/>
                    <a:pt x="252" y="388"/>
                  </a:cubicBezTo>
                  <a:cubicBezTo>
                    <a:pt x="206" y="434"/>
                    <a:pt x="183" y="502"/>
                    <a:pt x="160" y="571"/>
                  </a:cubicBezTo>
                  <a:cubicBezTo>
                    <a:pt x="138" y="617"/>
                    <a:pt x="92" y="685"/>
                    <a:pt x="69" y="754"/>
                  </a:cubicBezTo>
                  <a:cubicBezTo>
                    <a:pt x="23" y="845"/>
                    <a:pt x="1" y="936"/>
                    <a:pt x="1" y="1027"/>
                  </a:cubicBezTo>
                  <a:cubicBezTo>
                    <a:pt x="1" y="1142"/>
                    <a:pt x="23" y="1233"/>
                    <a:pt x="69" y="1324"/>
                  </a:cubicBezTo>
                  <a:cubicBezTo>
                    <a:pt x="115" y="1415"/>
                    <a:pt x="160" y="1507"/>
                    <a:pt x="229" y="1575"/>
                  </a:cubicBezTo>
                  <a:cubicBezTo>
                    <a:pt x="252" y="1598"/>
                    <a:pt x="297" y="1621"/>
                    <a:pt x="320" y="1644"/>
                  </a:cubicBezTo>
                  <a:cubicBezTo>
                    <a:pt x="366" y="1712"/>
                    <a:pt x="389" y="1735"/>
                    <a:pt x="457" y="1781"/>
                  </a:cubicBezTo>
                  <a:cubicBezTo>
                    <a:pt x="526" y="1849"/>
                    <a:pt x="617" y="1895"/>
                    <a:pt x="708" y="1918"/>
                  </a:cubicBezTo>
                  <a:lnTo>
                    <a:pt x="731" y="1918"/>
                  </a:lnTo>
                  <a:cubicBezTo>
                    <a:pt x="799" y="1940"/>
                    <a:pt x="868" y="1940"/>
                    <a:pt x="936" y="1940"/>
                  </a:cubicBezTo>
                  <a:lnTo>
                    <a:pt x="959" y="1940"/>
                  </a:lnTo>
                  <a:cubicBezTo>
                    <a:pt x="1028" y="1940"/>
                    <a:pt x="1096" y="1940"/>
                    <a:pt x="1165" y="1918"/>
                  </a:cubicBezTo>
                  <a:lnTo>
                    <a:pt x="1188" y="1918"/>
                  </a:lnTo>
                  <a:lnTo>
                    <a:pt x="1370" y="1849"/>
                  </a:lnTo>
                  <a:cubicBezTo>
                    <a:pt x="1370" y="1826"/>
                    <a:pt x="1393" y="1826"/>
                    <a:pt x="1393" y="1826"/>
                  </a:cubicBezTo>
                  <a:cubicBezTo>
                    <a:pt x="1439" y="1781"/>
                    <a:pt x="1507" y="1735"/>
                    <a:pt x="1553" y="1712"/>
                  </a:cubicBezTo>
                  <a:cubicBezTo>
                    <a:pt x="1553" y="1712"/>
                    <a:pt x="1553" y="1712"/>
                    <a:pt x="1553" y="1689"/>
                  </a:cubicBezTo>
                  <a:lnTo>
                    <a:pt x="1576" y="1689"/>
                  </a:lnTo>
                  <a:cubicBezTo>
                    <a:pt x="1598" y="1667"/>
                    <a:pt x="1621" y="1621"/>
                    <a:pt x="1644" y="1598"/>
                  </a:cubicBezTo>
                  <a:cubicBezTo>
                    <a:pt x="1644" y="1575"/>
                    <a:pt x="1690" y="1552"/>
                    <a:pt x="1712" y="1507"/>
                  </a:cubicBezTo>
                  <a:cubicBezTo>
                    <a:pt x="1712" y="1507"/>
                    <a:pt x="1712" y="1484"/>
                    <a:pt x="1735" y="1484"/>
                  </a:cubicBezTo>
                  <a:cubicBezTo>
                    <a:pt x="1758" y="1393"/>
                    <a:pt x="1804" y="1324"/>
                    <a:pt x="1827" y="1256"/>
                  </a:cubicBezTo>
                  <a:cubicBezTo>
                    <a:pt x="1827" y="1233"/>
                    <a:pt x="1827" y="1210"/>
                    <a:pt x="1827" y="1210"/>
                  </a:cubicBezTo>
                  <a:cubicBezTo>
                    <a:pt x="1827" y="1187"/>
                    <a:pt x="1827" y="1187"/>
                    <a:pt x="1827" y="1164"/>
                  </a:cubicBezTo>
                  <a:cubicBezTo>
                    <a:pt x="1849" y="1096"/>
                    <a:pt x="1849" y="1027"/>
                    <a:pt x="1872" y="959"/>
                  </a:cubicBezTo>
                  <a:cubicBezTo>
                    <a:pt x="1849" y="890"/>
                    <a:pt x="1849" y="822"/>
                    <a:pt x="1849" y="754"/>
                  </a:cubicBezTo>
                  <a:cubicBezTo>
                    <a:pt x="1827" y="639"/>
                    <a:pt x="1781" y="571"/>
                    <a:pt x="1712" y="480"/>
                  </a:cubicBezTo>
                  <a:cubicBezTo>
                    <a:pt x="1667" y="434"/>
                    <a:pt x="1621" y="388"/>
                    <a:pt x="1576" y="343"/>
                  </a:cubicBezTo>
                  <a:cubicBezTo>
                    <a:pt x="1553" y="343"/>
                    <a:pt x="1530" y="343"/>
                    <a:pt x="1530" y="320"/>
                  </a:cubicBezTo>
                  <a:cubicBezTo>
                    <a:pt x="1507" y="297"/>
                    <a:pt x="1484" y="251"/>
                    <a:pt x="1439" y="229"/>
                  </a:cubicBezTo>
                  <a:cubicBezTo>
                    <a:pt x="1370" y="160"/>
                    <a:pt x="1302" y="92"/>
                    <a:pt x="1188" y="69"/>
                  </a:cubicBezTo>
                  <a:cubicBezTo>
                    <a:pt x="1119" y="23"/>
                    <a:pt x="1005" y="0"/>
                    <a:pt x="9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778500" y="3442100"/>
              <a:ext cx="41675" cy="44750"/>
            </a:xfrm>
            <a:custGeom>
              <a:avLst/>
              <a:gdLst/>
              <a:ahLst/>
              <a:cxnLst/>
              <a:rect l="l" t="t" r="r" b="b"/>
              <a:pathLst>
                <a:path w="1667" h="1790" extrusionOk="0">
                  <a:moveTo>
                    <a:pt x="845" y="0"/>
                  </a:moveTo>
                  <a:cubicBezTo>
                    <a:pt x="708" y="0"/>
                    <a:pt x="594" y="23"/>
                    <a:pt x="457" y="92"/>
                  </a:cubicBezTo>
                  <a:cubicBezTo>
                    <a:pt x="411" y="137"/>
                    <a:pt x="366" y="183"/>
                    <a:pt x="320" y="229"/>
                  </a:cubicBezTo>
                  <a:cubicBezTo>
                    <a:pt x="252" y="297"/>
                    <a:pt x="183" y="366"/>
                    <a:pt x="160" y="457"/>
                  </a:cubicBezTo>
                  <a:cubicBezTo>
                    <a:pt x="115" y="503"/>
                    <a:pt x="92" y="548"/>
                    <a:pt x="92" y="617"/>
                  </a:cubicBezTo>
                  <a:cubicBezTo>
                    <a:pt x="23" y="708"/>
                    <a:pt x="1" y="799"/>
                    <a:pt x="23" y="913"/>
                  </a:cubicBezTo>
                  <a:lnTo>
                    <a:pt x="46" y="1096"/>
                  </a:lnTo>
                  <a:cubicBezTo>
                    <a:pt x="69" y="1233"/>
                    <a:pt x="138" y="1347"/>
                    <a:pt x="229" y="1438"/>
                  </a:cubicBezTo>
                  <a:cubicBezTo>
                    <a:pt x="252" y="1461"/>
                    <a:pt x="274" y="1484"/>
                    <a:pt x="297" y="1484"/>
                  </a:cubicBezTo>
                  <a:cubicBezTo>
                    <a:pt x="320" y="1507"/>
                    <a:pt x="343" y="1530"/>
                    <a:pt x="343" y="1553"/>
                  </a:cubicBezTo>
                  <a:cubicBezTo>
                    <a:pt x="343" y="1553"/>
                    <a:pt x="366" y="1575"/>
                    <a:pt x="366" y="1575"/>
                  </a:cubicBezTo>
                  <a:cubicBezTo>
                    <a:pt x="411" y="1598"/>
                    <a:pt x="457" y="1644"/>
                    <a:pt x="503" y="1690"/>
                  </a:cubicBezTo>
                  <a:cubicBezTo>
                    <a:pt x="571" y="1712"/>
                    <a:pt x="640" y="1735"/>
                    <a:pt x="685" y="1758"/>
                  </a:cubicBezTo>
                  <a:cubicBezTo>
                    <a:pt x="754" y="1781"/>
                    <a:pt x="822" y="1781"/>
                    <a:pt x="891" y="1781"/>
                  </a:cubicBezTo>
                  <a:cubicBezTo>
                    <a:pt x="921" y="1787"/>
                    <a:pt x="950" y="1790"/>
                    <a:pt x="978" y="1790"/>
                  </a:cubicBezTo>
                  <a:cubicBezTo>
                    <a:pt x="1054" y="1790"/>
                    <a:pt x="1121" y="1769"/>
                    <a:pt x="1187" y="1735"/>
                  </a:cubicBezTo>
                  <a:cubicBezTo>
                    <a:pt x="1256" y="1712"/>
                    <a:pt x="1302" y="1667"/>
                    <a:pt x="1347" y="1621"/>
                  </a:cubicBezTo>
                  <a:cubicBezTo>
                    <a:pt x="1416" y="1598"/>
                    <a:pt x="1461" y="1553"/>
                    <a:pt x="1484" y="1484"/>
                  </a:cubicBezTo>
                  <a:cubicBezTo>
                    <a:pt x="1553" y="1438"/>
                    <a:pt x="1576" y="1393"/>
                    <a:pt x="1598" y="1324"/>
                  </a:cubicBezTo>
                  <a:cubicBezTo>
                    <a:pt x="1644" y="1233"/>
                    <a:pt x="1667" y="1142"/>
                    <a:pt x="1667" y="1028"/>
                  </a:cubicBezTo>
                  <a:cubicBezTo>
                    <a:pt x="1667" y="982"/>
                    <a:pt x="1644" y="936"/>
                    <a:pt x="1644" y="913"/>
                  </a:cubicBezTo>
                  <a:cubicBezTo>
                    <a:pt x="1644" y="868"/>
                    <a:pt x="1644" y="822"/>
                    <a:pt x="1621" y="777"/>
                  </a:cubicBezTo>
                  <a:cubicBezTo>
                    <a:pt x="1621" y="781"/>
                    <a:pt x="1621" y="783"/>
                    <a:pt x="1621" y="783"/>
                  </a:cubicBezTo>
                  <a:cubicBezTo>
                    <a:pt x="1620" y="783"/>
                    <a:pt x="1617" y="749"/>
                    <a:pt x="1598" y="731"/>
                  </a:cubicBezTo>
                  <a:cubicBezTo>
                    <a:pt x="1598" y="708"/>
                    <a:pt x="1598" y="685"/>
                    <a:pt x="1598" y="662"/>
                  </a:cubicBezTo>
                  <a:cubicBezTo>
                    <a:pt x="1598" y="548"/>
                    <a:pt x="1553" y="457"/>
                    <a:pt x="1507" y="366"/>
                  </a:cubicBezTo>
                  <a:cubicBezTo>
                    <a:pt x="1461" y="297"/>
                    <a:pt x="1393" y="206"/>
                    <a:pt x="1302" y="160"/>
                  </a:cubicBezTo>
                  <a:cubicBezTo>
                    <a:pt x="1233" y="92"/>
                    <a:pt x="1142" y="46"/>
                    <a:pt x="1051" y="23"/>
                  </a:cubicBezTo>
                  <a:cubicBezTo>
                    <a:pt x="982" y="23"/>
                    <a:pt x="914" y="0"/>
                    <a:pt x="8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703175" y="3628400"/>
              <a:ext cx="42825" cy="40825"/>
            </a:xfrm>
            <a:custGeom>
              <a:avLst/>
              <a:gdLst/>
              <a:ahLst/>
              <a:cxnLst/>
              <a:rect l="l" t="t" r="r" b="b"/>
              <a:pathLst>
                <a:path w="1713" h="1633" extrusionOk="0">
                  <a:moveTo>
                    <a:pt x="777" y="1"/>
                  </a:moveTo>
                  <a:cubicBezTo>
                    <a:pt x="708" y="1"/>
                    <a:pt x="640" y="12"/>
                    <a:pt x="571" y="35"/>
                  </a:cubicBezTo>
                  <a:cubicBezTo>
                    <a:pt x="526" y="58"/>
                    <a:pt x="457" y="81"/>
                    <a:pt x="411" y="104"/>
                  </a:cubicBezTo>
                  <a:cubicBezTo>
                    <a:pt x="297" y="172"/>
                    <a:pt x="206" y="263"/>
                    <a:pt x="138" y="378"/>
                  </a:cubicBezTo>
                  <a:cubicBezTo>
                    <a:pt x="115" y="378"/>
                    <a:pt x="115" y="378"/>
                    <a:pt x="115" y="400"/>
                  </a:cubicBezTo>
                  <a:cubicBezTo>
                    <a:pt x="92" y="446"/>
                    <a:pt x="69" y="515"/>
                    <a:pt x="46" y="583"/>
                  </a:cubicBezTo>
                  <a:cubicBezTo>
                    <a:pt x="1" y="743"/>
                    <a:pt x="1" y="857"/>
                    <a:pt x="46" y="1017"/>
                  </a:cubicBezTo>
                  <a:cubicBezTo>
                    <a:pt x="69" y="1085"/>
                    <a:pt x="92" y="1131"/>
                    <a:pt x="115" y="1199"/>
                  </a:cubicBezTo>
                  <a:cubicBezTo>
                    <a:pt x="115" y="1199"/>
                    <a:pt x="115" y="1222"/>
                    <a:pt x="138" y="1222"/>
                  </a:cubicBezTo>
                  <a:cubicBezTo>
                    <a:pt x="160" y="1268"/>
                    <a:pt x="206" y="1336"/>
                    <a:pt x="252" y="1382"/>
                  </a:cubicBezTo>
                  <a:lnTo>
                    <a:pt x="275" y="1382"/>
                  </a:lnTo>
                  <a:cubicBezTo>
                    <a:pt x="320" y="1428"/>
                    <a:pt x="366" y="1473"/>
                    <a:pt x="434" y="1519"/>
                  </a:cubicBezTo>
                  <a:cubicBezTo>
                    <a:pt x="503" y="1542"/>
                    <a:pt x="571" y="1587"/>
                    <a:pt x="640" y="1610"/>
                  </a:cubicBezTo>
                  <a:cubicBezTo>
                    <a:pt x="731" y="1633"/>
                    <a:pt x="800" y="1633"/>
                    <a:pt x="868" y="1633"/>
                  </a:cubicBezTo>
                  <a:cubicBezTo>
                    <a:pt x="959" y="1633"/>
                    <a:pt x="1028" y="1610"/>
                    <a:pt x="1096" y="1610"/>
                  </a:cubicBezTo>
                  <a:cubicBezTo>
                    <a:pt x="1165" y="1587"/>
                    <a:pt x="1233" y="1564"/>
                    <a:pt x="1302" y="1519"/>
                  </a:cubicBezTo>
                  <a:cubicBezTo>
                    <a:pt x="1347" y="1496"/>
                    <a:pt x="1416" y="1450"/>
                    <a:pt x="1461" y="1405"/>
                  </a:cubicBezTo>
                  <a:cubicBezTo>
                    <a:pt x="1481" y="1386"/>
                    <a:pt x="1532" y="1303"/>
                    <a:pt x="1534" y="1303"/>
                  </a:cubicBezTo>
                  <a:cubicBezTo>
                    <a:pt x="1535" y="1303"/>
                    <a:pt x="1534" y="1306"/>
                    <a:pt x="1530" y="1313"/>
                  </a:cubicBezTo>
                  <a:cubicBezTo>
                    <a:pt x="1530" y="1313"/>
                    <a:pt x="1553" y="1268"/>
                    <a:pt x="1576" y="1245"/>
                  </a:cubicBezTo>
                  <a:cubicBezTo>
                    <a:pt x="1576" y="1245"/>
                    <a:pt x="1576" y="1222"/>
                    <a:pt x="1576" y="1222"/>
                  </a:cubicBezTo>
                  <a:cubicBezTo>
                    <a:pt x="1621" y="1176"/>
                    <a:pt x="1644" y="1108"/>
                    <a:pt x="1667" y="1039"/>
                  </a:cubicBezTo>
                  <a:cubicBezTo>
                    <a:pt x="1690" y="925"/>
                    <a:pt x="1713" y="834"/>
                    <a:pt x="1690" y="720"/>
                  </a:cubicBezTo>
                  <a:cubicBezTo>
                    <a:pt x="1667" y="629"/>
                    <a:pt x="1644" y="537"/>
                    <a:pt x="1598" y="446"/>
                  </a:cubicBezTo>
                  <a:cubicBezTo>
                    <a:pt x="1553" y="355"/>
                    <a:pt x="1484" y="286"/>
                    <a:pt x="1393" y="241"/>
                  </a:cubicBezTo>
                  <a:cubicBezTo>
                    <a:pt x="1324" y="172"/>
                    <a:pt x="1256" y="149"/>
                    <a:pt x="1188" y="104"/>
                  </a:cubicBezTo>
                  <a:lnTo>
                    <a:pt x="1165" y="104"/>
                  </a:lnTo>
                  <a:cubicBezTo>
                    <a:pt x="1119" y="81"/>
                    <a:pt x="1051" y="58"/>
                    <a:pt x="982" y="35"/>
                  </a:cubicBezTo>
                  <a:cubicBezTo>
                    <a:pt x="914" y="12"/>
                    <a:pt x="845" y="1"/>
                    <a:pt x="7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8"/>
            <p:cNvSpPr/>
            <p:nvPr/>
          </p:nvSpPr>
          <p:spPr>
            <a:xfrm>
              <a:off x="749400" y="3799875"/>
              <a:ext cx="45675" cy="45125"/>
            </a:xfrm>
            <a:custGeom>
              <a:avLst/>
              <a:gdLst/>
              <a:ahLst/>
              <a:cxnLst/>
              <a:rect l="l" t="t" r="r" b="b"/>
              <a:pathLst>
                <a:path w="1827" h="1805" extrusionOk="0">
                  <a:moveTo>
                    <a:pt x="799" y="1"/>
                  </a:moveTo>
                  <a:cubicBezTo>
                    <a:pt x="731" y="1"/>
                    <a:pt x="662" y="1"/>
                    <a:pt x="594" y="24"/>
                  </a:cubicBezTo>
                  <a:cubicBezTo>
                    <a:pt x="457" y="47"/>
                    <a:pt x="343" y="115"/>
                    <a:pt x="252" y="206"/>
                  </a:cubicBezTo>
                  <a:lnTo>
                    <a:pt x="252" y="229"/>
                  </a:lnTo>
                  <a:cubicBezTo>
                    <a:pt x="206" y="275"/>
                    <a:pt x="160" y="343"/>
                    <a:pt x="137" y="366"/>
                  </a:cubicBezTo>
                  <a:cubicBezTo>
                    <a:pt x="115" y="389"/>
                    <a:pt x="115" y="389"/>
                    <a:pt x="115" y="389"/>
                  </a:cubicBezTo>
                  <a:cubicBezTo>
                    <a:pt x="92" y="457"/>
                    <a:pt x="46" y="526"/>
                    <a:pt x="23" y="594"/>
                  </a:cubicBezTo>
                  <a:cubicBezTo>
                    <a:pt x="23" y="594"/>
                    <a:pt x="23" y="617"/>
                    <a:pt x="23" y="617"/>
                  </a:cubicBezTo>
                  <a:cubicBezTo>
                    <a:pt x="23" y="640"/>
                    <a:pt x="23" y="709"/>
                    <a:pt x="0" y="731"/>
                  </a:cubicBezTo>
                  <a:cubicBezTo>
                    <a:pt x="0" y="731"/>
                    <a:pt x="0" y="800"/>
                    <a:pt x="0" y="823"/>
                  </a:cubicBezTo>
                  <a:cubicBezTo>
                    <a:pt x="0" y="823"/>
                    <a:pt x="0" y="845"/>
                    <a:pt x="0" y="845"/>
                  </a:cubicBezTo>
                  <a:cubicBezTo>
                    <a:pt x="0" y="914"/>
                    <a:pt x="23" y="1005"/>
                    <a:pt x="23" y="1074"/>
                  </a:cubicBezTo>
                  <a:cubicBezTo>
                    <a:pt x="23" y="1074"/>
                    <a:pt x="23" y="1097"/>
                    <a:pt x="23" y="1097"/>
                  </a:cubicBezTo>
                  <a:cubicBezTo>
                    <a:pt x="46" y="1165"/>
                    <a:pt x="92" y="1233"/>
                    <a:pt x="115" y="1302"/>
                  </a:cubicBezTo>
                  <a:cubicBezTo>
                    <a:pt x="115" y="1302"/>
                    <a:pt x="115" y="1325"/>
                    <a:pt x="137" y="1325"/>
                  </a:cubicBezTo>
                  <a:cubicBezTo>
                    <a:pt x="183" y="1393"/>
                    <a:pt x="229" y="1462"/>
                    <a:pt x="274" y="1507"/>
                  </a:cubicBezTo>
                  <a:cubicBezTo>
                    <a:pt x="297" y="1530"/>
                    <a:pt x="297" y="1530"/>
                    <a:pt x="297" y="1530"/>
                  </a:cubicBezTo>
                  <a:cubicBezTo>
                    <a:pt x="366" y="1576"/>
                    <a:pt x="411" y="1622"/>
                    <a:pt x="480" y="1667"/>
                  </a:cubicBezTo>
                  <a:cubicBezTo>
                    <a:pt x="480" y="1667"/>
                    <a:pt x="480" y="1690"/>
                    <a:pt x="503" y="1690"/>
                  </a:cubicBezTo>
                  <a:cubicBezTo>
                    <a:pt x="571" y="1713"/>
                    <a:pt x="640" y="1758"/>
                    <a:pt x="708" y="1781"/>
                  </a:cubicBezTo>
                  <a:lnTo>
                    <a:pt x="731" y="1781"/>
                  </a:lnTo>
                  <a:cubicBezTo>
                    <a:pt x="799" y="1804"/>
                    <a:pt x="891" y="1804"/>
                    <a:pt x="959" y="1804"/>
                  </a:cubicBezTo>
                  <a:lnTo>
                    <a:pt x="982" y="1804"/>
                  </a:lnTo>
                  <a:cubicBezTo>
                    <a:pt x="1050" y="1804"/>
                    <a:pt x="1142" y="1804"/>
                    <a:pt x="1210" y="1781"/>
                  </a:cubicBezTo>
                  <a:cubicBezTo>
                    <a:pt x="1393" y="1736"/>
                    <a:pt x="1461" y="1667"/>
                    <a:pt x="1598" y="1553"/>
                  </a:cubicBezTo>
                  <a:cubicBezTo>
                    <a:pt x="1667" y="1485"/>
                    <a:pt x="1712" y="1416"/>
                    <a:pt x="1758" y="1325"/>
                  </a:cubicBezTo>
                  <a:cubicBezTo>
                    <a:pt x="1804" y="1233"/>
                    <a:pt x="1826" y="1119"/>
                    <a:pt x="1826" y="1028"/>
                  </a:cubicBezTo>
                  <a:cubicBezTo>
                    <a:pt x="1826" y="914"/>
                    <a:pt x="1804" y="823"/>
                    <a:pt x="1758" y="731"/>
                  </a:cubicBezTo>
                  <a:cubicBezTo>
                    <a:pt x="1712" y="640"/>
                    <a:pt x="1667" y="549"/>
                    <a:pt x="1598" y="480"/>
                  </a:cubicBezTo>
                  <a:cubicBezTo>
                    <a:pt x="1553" y="435"/>
                    <a:pt x="1484" y="412"/>
                    <a:pt x="1438" y="366"/>
                  </a:cubicBezTo>
                  <a:cubicBezTo>
                    <a:pt x="1416" y="320"/>
                    <a:pt x="1370" y="252"/>
                    <a:pt x="1324" y="206"/>
                  </a:cubicBezTo>
                  <a:lnTo>
                    <a:pt x="1165" y="92"/>
                  </a:lnTo>
                  <a:cubicBezTo>
                    <a:pt x="1050" y="24"/>
                    <a:pt x="936" y="1"/>
                    <a:pt x="7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8"/>
            <p:cNvSpPr/>
            <p:nvPr/>
          </p:nvSpPr>
          <p:spPr>
            <a:xfrm>
              <a:off x="888075" y="3920575"/>
              <a:ext cx="43375" cy="44475"/>
            </a:xfrm>
            <a:custGeom>
              <a:avLst/>
              <a:gdLst/>
              <a:ahLst/>
              <a:cxnLst/>
              <a:rect l="l" t="t" r="r" b="b"/>
              <a:pathLst>
                <a:path w="1735" h="1779" extrusionOk="0">
                  <a:moveTo>
                    <a:pt x="979" y="0"/>
                  </a:moveTo>
                  <a:cubicBezTo>
                    <a:pt x="913" y="0"/>
                    <a:pt x="845" y="12"/>
                    <a:pt x="776" y="35"/>
                  </a:cubicBezTo>
                  <a:lnTo>
                    <a:pt x="639" y="103"/>
                  </a:lnTo>
                  <a:cubicBezTo>
                    <a:pt x="548" y="103"/>
                    <a:pt x="457" y="126"/>
                    <a:pt x="388" y="172"/>
                  </a:cubicBezTo>
                  <a:cubicBezTo>
                    <a:pt x="342" y="217"/>
                    <a:pt x="274" y="263"/>
                    <a:pt x="228" y="286"/>
                  </a:cubicBezTo>
                  <a:cubicBezTo>
                    <a:pt x="137" y="400"/>
                    <a:pt x="69" y="514"/>
                    <a:pt x="46" y="628"/>
                  </a:cubicBezTo>
                  <a:cubicBezTo>
                    <a:pt x="23" y="697"/>
                    <a:pt x="0" y="788"/>
                    <a:pt x="0" y="856"/>
                  </a:cubicBezTo>
                  <a:cubicBezTo>
                    <a:pt x="0" y="879"/>
                    <a:pt x="0" y="879"/>
                    <a:pt x="0" y="879"/>
                  </a:cubicBezTo>
                  <a:cubicBezTo>
                    <a:pt x="0" y="971"/>
                    <a:pt x="23" y="1039"/>
                    <a:pt x="46" y="1107"/>
                  </a:cubicBezTo>
                  <a:cubicBezTo>
                    <a:pt x="46" y="1130"/>
                    <a:pt x="46" y="1130"/>
                    <a:pt x="46" y="1130"/>
                  </a:cubicBezTo>
                  <a:cubicBezTo>
                    <a:pt x="69" y="1199"/>
                    <a:pt x="91" y="1267"/>
                    <a:pt x="137" y="1336"/>
                  </a:cubicBezTo>
                  <a:cubicBezTo>
                    <a:pt x="137" y="1359"/>
                    <a:pt x="137" y="1359"/>
                    <a:pt x="137" y="1359"/>
                  </a:cubicBezTo>
                  <a:cubicBezTo>
                    <a:pt x="183" y="1404"/>
                    <a:pt x="228" y="1473"/>
                    <a:pt x="274" y="1541"/>
                  </a:cubicBezTo>
                  <a:cubicBezTo>
                    <a:pt x="342" y="1587"/>
                    <a:pt x="388" y="1632"/>
                    <a:pt x="457" y="1678"/>
                  </a:cubicBezTo>
                  <a:cubicBezTo>
                    <a:pt x="548" y="1724"/>
                    <a:pt x="639" y="1747"/>
                    <a:pt x="730" y="1769"/>
                  </a:cubicBezTo>
                  <a:cubicBezTo>
                    <a:pt x="764" y="1776"/>
                    <a:pt x="795" y="1779"/>
                    <a:pt x="826" y="1779"/>
                  </a:cubicBezTo>
                  <a:cubicBezTo>
                    <a:pt x="900" y="1779"/>
                    <a:pt x="969" y="1763"/>
                    <a:pt x="1050" y="1747"/>
                  </a:cubicBezTo>
                  <a:cubicBezTo>
                    <a:pt x="1096" y="1724"/>
                    <a:pt x="1164" y="1701"/>
                    <a:pt x="1210" y="1678"/>
                  </a:cubicBezTo>
                  <a:cubicBezTo>
                    <a:pt x="1324" y="1610"/>
                    <a:pt x="1415" y="1518"/>
                    <a:pt x="1484" y="1404"/>
                  </a:cubicBezTo>
                  <a:cubicBezTo>
                    <a:pt x="1529" y="1313"/>
                    <a:pt x="1575" y="1222"/>
                    <a:pt x="1621" y="1153"/>
                  </a:cubicBezTo>
                  <a:cubicBezTo>
                    <a:pt x="1689" y="1062"/>
                    <a:pt x="1712" y="971"/>
                    <a:pt x="1712" y="856"/>
                  </a:cubicBezTo>
                  <a:cubicBezTo>
                    <a:pt x="1735" y="765"/>
                    <a:pt x="1735" y="674"/>
                    <a:pt x="1712" y="560"/>
                  </a:cubicBezTo>
                  <a:cubicBezTo>
                    <a:pt x="1689" y="468"/>
                    <a:pt x="1643" y="377"/>
                    <a:pt x="1575" y="309"/>
                  </a:cubicBezTo>
                  <a:cubicBezTo>
                    <a:pt x="1506" y="217"/>
                    <a:pt x="1438" y="149"/>
                    <a:pt x="1347" y="103"/>
                  </a:cubicBezTo>
                  <a:lnTo>
                    <a:pt x="1164" y="35"/>
                  </a:lnTo>
                  <a:cubicBezTo>
                    <a:pt x="1107" y="12"/>
                    <a:pt x="1044" y="0"/>
                    <a:pt x="9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8"/>
            <p:cNvSpPr/>
            <p:nvPr/>
          </p:nvSpPr>
          <p:spPr>
            <a:xfrm>
              <a:off x="1070675" y="3952375"/>
              <a:ext cx="43375" cy="43250"/>
            </a:xfrm>
            <a:custGeom>
              <a:avLst/>
              <a:gdLst/>
              <a:ahLst/>
              <a:cxnLst/>
              <a:rect l="l" t="t" r="r" b="b"/>
              <a:pathLst>
                <a:path w="1735" h="1730" extrusionOk="0">
                  <a:moveTo>
                    <a:pt x="959" y="1"/>
                  </a:moveTo>
                  <a:cubicBezTo>
                    <a:pt x="907" y="1"/>
                    <a:pt x="856" y="7"/>
                    <a:pt x="799" y="18"/>
                  </a:cubicBezTo>
                  <a:cubicBezTo>
                    <a:pt x="708" y="18"/>
                    <a:pt x="616" y="41"/>
                    <a:pt x="525" y="87"/>
                  </a:cubicBezTo>
                  <a:cubicBezTo>
                    <a:pt x="479" y="132"/>
                    <a:pt x="434" y="155"/>
                    <a:pt x="388" y="201"/>
                  </a:cubicBezTo>
                  <a:cubicBezTo>
                    <a:pt x="320" y="246"/>
                    <a:pt x="274" y="269"/>
                    <a:pt x="228" y="315"/>
                  </a:cubicBezTo>
                  <a:cubicBezTo>
                    <a:pt x="183" y="383"/>
                    <a:pt x="160" y="429"/>
                    <a:pt x="114" y="475"/>
                  </a:cubicBezTo>
                  <a:cubicBezTo>
                    <a:pt x="46" y="589"/>
                    <a:pt x="0" y="726"/>
                    <a:pt x="0" y="863"/>
                  </a:cubicBezTo>
                  <a:cubicBezTo>
                    <a:pt x="0" y="931"/>
                    <a:pt x="23" y="1000"/>
                    <a:pt x="23" y="1068"/>
                  </a:cubicBezTo>
                  <a:cubicBezTo>
                    <a:pt x="46" y="1068"/>
                    <a:pt x="46" y="1091"/>
                    <a:pt x="46" y="1091"/>
                  </a:cubicBezTo>
                  <a:cubicBezTo>
                    <a:pt x="69" y="1159"/>
                    <a:pt x="91" y="1228"/>
                    <a:pt x="114" y="1296"/>
                  </a:cubicBezTo>
                  <a:cubicBezTo>
                    <a:pt x="137" y="1319"/>
                    <a:pt x="183" y="1365"/>
                    <a:pt x="183" y="1365"/>
                  </a:cubicBezTo>
                  <a:cubicBezTo>
                    <a:pt x="206" y="1388"/>
                    <a:pt x="228" y="1433"/>
                    <a:pt x="251" y="1456"/>
                  </a:cubicBezTo>
                  <a:lnTo>
                    <a:pt x="274" y="1456"/>
                  </a:lnTo>
                  <a:cubicBezTo>
                    <a:pt x="320" y="1502"/>
                    <a:pt x="365" y="1547"/>
                    <a:pt x="434" y="1593"/>
                  </a:cubicBezTo>
                  <a:cubicBezTo>
                    <a:pt x="434" y="1593"/>
                    <a:pt x="434" y="1593"/>
                    <a:pt x="457" y="1616"/>
                  </a:cubicBezTo>
                  <a:cubicBezTo>
                    <a:pt x="502" y="1639"/>
                    <a:pt x="571" y="1662"/>
                    <a:pt x="639" y="1684"/>
                  </a:cubicBezTo>
                  <a:cubicBezTo>
                    <a:pt x="731" y="1707"/>
                    <a:pt x="799" y="1707"/>
                    <a:pt x="867" y="1730"/>
                  </a:cubicBezTo>
                  <a:lnTo>
                    <a:pt x="890" y="1730"/>
                  </a:lnTo>
                  <a:cubicBezTo>
                    <a:pt x="959" y="1707"/>
                    <a:pt x="1096" y="1684"/>
                    <a:pt x="1096" y="1684"/>
                  </a:cubicBezTo>
                  <a:lnTo>
                    <a:pt x="1119" y="1684"/>
                  </a:lnTo>
                  <a:cubicBezTo>
                    <a:pt x="1187" y="1662"/>
                    <a:pt x="1256" y="1639"/>
                    <a:pt x="1301" y="1616"/>
                  </a:cubicBezTo>
                  <a:cubicBezTo>
                    <a:pt x="1322" y="1595"/>
                    <a:pt x="1324" y="1593"/>
                    <a:pt x="1324" y="1593"/>
                  </a:cubicBezTo>
                  <a:lnTo>
                    <a:pt x="1324" y="1593"/>
                  </a:lnTo>
                  <a:cubicBezTo>
                    <a:pt x="1322" y="1595"/>
                    <a:pt x="1321" y="1597"/>
                    <a:pt x="1323" y="1597"/>
                  </a:cubicBezTo>
                  <a:cubicBezTo>
                    <a:pt x="1334" y="1597"/>
                    <a:pt x="1463" y="1517"/>
                    <a:pt x="1484" y="1456"/>
                  </a:cubicBezTo>
                  <a:cubicBezTo>
                    <a:pt x="1529" y="1410"/>
                    <a:pt x="1575" y="1365"/>
                    <a:pt x="1621" y="1296"/>
                  </a:cubicBezTo>
                  <a:cubicBezTo>
                    <a:pt x="1644" y="1228"/>
                    <a:pt x="1689" y="1159"/>
                    <a:pt x="1712" y="1091"/>
                  </a:cubicBezTo>
                  <a:cubicBezTo>
                    <a:pt x="1712" y="1091"/>
                    <a:pt x="1712" y="1091"/>
                    <a:pt x="1712" y="1068"/>
                  </a:cubicBezTo>
                  <a:cubicBezTo>
                    <a:pt x="1712" y="1022"/>
                    <a:pt x="1735" y="954"/>
                    <a:pt x="1735" y="885"/>
                  </a:cubicBezTo>
                  <a:cubicBezTo>
                    <a:pt x="1735" y="885"/>
                    <a:pt x="1735" y="863"/>
                    <a:pt x="1735" y="863"/>
                  </a:cubicBezTo>
                  <a:cubicBezTo>
                    <a:pt x="1735" y="863"/>
                    <a:pt x="1735" y="863"/>
                    <a:pt x="1735" y="840"/>
                  </a:cubicBezTo>
                  <a:cubicBezTo>
                    <a:pt x="1735" y="771"/>
                    <a:pt x="1712" y="703"/>
                    <a:pt x="1712" y="634"/>
                  </a:cubicBezTo>
                  <a:cubicBezTo>
                    <a:pt x="1712" y="634"/>
                    <a:pt x="1712" y="634"/>
                    <a:pt x="1712" y="612"/>
                  </a:cubicBezTo>
                  <a:cubicBezTo>
                    <a:pt x="1644" y="452"/>
                    <a:pt x="1598" y="383"/>
                    <a:pt x="1484" y="246"/>
                  </a:cubicBezTo>
                  <a:cubicBezTo>
                    <a:pt x="1484" y="246"/>
                    <a:pt x="1484" y="246"/>
                    <a:pt x="1484" y="224"/>
                  </a:cubicBezTo>
                  <a:cubicBezTo>
                    <a:pt x="1415" y="178"/>
                    <a:pt x="1370" y="155"/>
                    <a:pt x="1324" y="109"/>
                  </a:cubicBezTo>
                  <a:lnTo>
                    <a:pt x="1301" y="109"/>
                  </a:lnTo>
                  <a:cubicBezTo>
                    <a:pt x="1233" y="64"/>
                    <a:pt x="1187" y="41"/>
                    <a:pt x="1119" y="18"/>
                  </a:cubicBezTo>
                  <a:cubicBezTo>
                    <a:pt x="1061" y="7"/>
                    <a:pt x="1010" y="1"/>
                    <a:pt x="9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8"/>
            <p:cNvSpPr/>
            <p:nvPr/>
          </p:nvSpPr>
          <p:spPr>
            <a:xfrm>
              <a:off x="1262400" y="3871225"/>
              <a:ext cx="41100" cy="47800"/>
            </a:xfrm>
            <a:custGeom>
              <a:avLst/>
              <a:gdLst/>
              <a:ahLst/>
              <a:cxnLst/>
              <a:rect l="l" t="t" r="r" b="b"/>
              <a:pathLst>
                <a:path w="1644" h="1912" extrusionOk="0">
                  <a:moveTo>
                    <a:pt x="891" y="0"/>
                  </a:moveTo>
                  <a:cubicBezTo>
                    <a:pt x="822" y="0"/>
                    <a:pt x="754" y="0"/>
                    <a:pt x="685" y="23"/>
                  </a:cubicBezTo>
                  <a:cubicBezTo>
                    <a:pt x="548" y="46"/>
                    <a:pt x="434" y="114"/>
                    <a:pt x="343" y="206"/>
                  </a:cubicBezTo>
                  <a:cubicBezTo>
                    <a:pt x="343" y="228"/>
                    <a:pt x="343" y="228"/>
                    <a:pt x="343" y="228"/>
                  </a:cubicBezTo>
                  <a:cubicBezTo>
                    <a:pt x="274" y="297"/>
                    <a:pt x="206" y="342"/>
                    <a:pt x="160" y="434"/>
                  </a:cubicBezTo>
                  <a:cubicBezTo>
                    <a:pt x="115" y="502"/>
                    <a:pt x="92" y="594"/>
                    <a:pt x="46" y="685"/>
                  </a:cubicBezTo>
                  <a:cubicBezTo>
                    <a:pt x="46" y="708"/>
                    <a:pt x="46" y="753"/>
                    <a:pt x="23" y="776"/>
                  </a:cubicBezTo>
                  <a:cubicBezTo>
                    <a:pt x="23" y="867"/>
                    <a:pt x="0" y="959"/>
                    <a:pt x="0" y="1050"/>
                  </a:cubicBezTo>
                  <a:cubicBezTo>
                    <a:pt x="0" y="1164"/>
                    <a:pt x="23" y="1255"/>
                    <a:pt x="46" y="1347"/>
                  </a:cubicBezTo>
                  <a:cubicBezTo>
                    <a:pt x="69" y="1415"/>
                    <a:pt x="92" y="1461"/>
                    <a:pt x="115" y="1529"/>
                  </a:cubicBezTo>
                  <a:cubicBezTo>
                    <a:pt x="160" y="1575"/>
                    <a:pt x="183" y="1621"/>
                    <a:pt x="229" y="1689"/>
                  </a:cubicBezTo>
                  <a:cubicBezTo>
                    <a:pt x="274" y="1712"/>
                    <a:pt x="343" y="1758"/>
                    <a:pt x="388" y="1803"/>
                  </a:cubicBezTo>
                  <a:cubicBezTo>
                    <a:pt x="480" y="1849"/>
                    <a:pt x="571" y="1895"/>
                    <a:pt x="662" y="1895"/>
                  </a:cubicBezTo>
                  <a:cubicBezTo>
                    <a:pt x="697" y="1906"/>
                    <a:pt x="731" y="1912"/>
                    <a:pt x="765" y="1912"/>
                  </a:cubicBezTo>
                  <a:cubicBezTo>
                    <a:pt x="799" y="1912"/>
                    <a:pt x="834" y="1906"/>
                    <a:pt x="868" y="1895"/>
                  </a:cubicBezTo>
                  <a:cubicBezTo>
                    <a:pt x="936" y="1895"/>
                    <a:pt x="1005" y="1872"/>
                    <a:pt x="1050" y="1849"/>
                  </a:cubicBezTo>
                  <a:cubicBezTo>
                    <a:pt x="1119" y="1826"/>
                    <a:pt x="1187" y="1780"/>
                    <a:pt x="1233" y="1735"/>
                  </a:cubicBezTo>
                  <a:cubicBezTo>
                    <a:pt x="1301" y="1689"/>
                    <a:pt x="1370" y="1621"/>
                    <a:pt x="1416" y="1529"/>
                  </a:cubicBezTo>
                  <a:cubicBezTo>
                    <a:pt x="1438" y="1507"/>
                    <a:pt x="1461" y="1461"/>
                    <a:pt x="1484" y="1438"/>
                  </a:cubicBezTo>
                  <a:cubicBezTo>
                    <a:pt x="1530" y="1347"/>
                    <a:pt x="1575" y="1255"/>
                    <a:pt x="1598" y="1164"/>
                  </a:cubicBezTo>
                  <a:cubicBezTo>
                    <a:pt x="1598" y="1119"/>
                    <a:pt x="1621" y="1096"/>
                    <a:pt x="1621" y="1050"/>
                  </a:cubicBezTo>
                  <a:cubicBezTo>
                    <a:pt x="1621" y="959"/>
                    <a:pt x="1644" y="845"/>
                    <a:pt x="1644" y="753"/>
                  </a:cubicBezTo>
                  <a:cubicBezTo>
                    <a:pt x="1644" y="639"/>
                    <a:pt x="1621" y="548"/>
                    <a:pt x="1575" y="457"/>
                  </a:cubicBezTo>
                  <a:cubicBezTo>
                    <a:pt x="1553" y="365"/>
                    <a:pt x="1507" y="274"/>
                    <a:pt x="1416" y="206"/>
                  </a:cubicBezTo>
                  <a:cubicBezTo>
                    <a:pt x="1347" y="137"/>
                    <a:pt x="1279" y="91"/>
                    <a:pt x="1187" y="69"/>
                  </a:cubicBezTo>
                  <a:cubicBezTo>
                    <a:pt x="1096" y="0"/>
                    <a:pt x="982" y="0"/>
                    <a:pt x="8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8"/>
            <p:cNvSpPr/>
            <p:nvPr/>
          </p:nvSpPr>
          <p:spPr>
            <a:xfrm>
              <a:off x="1322325" y="3765075"/>
              <a:ext cx="41675" cy="46525"/>
            </a:xfrm>
            <a:custGeom>
              <a:avLst/>
              <a:gdLst/>
              <a:ahLst/>
              <a:cxnLst/>
              <a:rect l="l" t="t" r="r" b="b"/>
              <a:pathLst>
                <a:path w="1667" h="1861" extrusionOk="0">
                  <a:moveTo>
                    <a:pt x="776" y="1"/>
                  </a:moveTo>
                  <a:cubicBezTo>
                    <a:pt x="708" y="1"/>
                    <a:pt x="639" y="23"/>
                    <a:pt x="571" y="23"/>
                  </a:cubicBezTo>
                  <a:cubicBezTo>
                    <a:pt x="434" y="69"/>
                    <a:pt x="320" y="138"/>
                    <a:pt x="228" y="229"/>
                  </a:cubicBezTo>
                  <a:cubicBezTo>
                    <a:pt x="183" y="274"/>
                    <a:pt x="160" y="320"/>
                    <a:pt x="114" y="389"/>
                  </a:cubicBezTo>
                  <a:cubicBezTo>
                    <a:pt x="46" y="503"/>
                    <a:pt x="0" y="617"/>
                    <a:pt x="0" y="754"/>
                  </a:cubicBezTo>
                  <a:lnTo>
                    <a:pt x="23" y="1096"/>
                  </a:lnTo>
                  <a:cubicBezTo>
                    <a:pt x="23" y="1233"/>
                    <a:pt x="46" y="1370"/>
                    <a:pt x="114" y="1484"/>
                  </a:cubicBezTo>
                  <a:cubicBezTo>
                    <a:pt x="183" y="1576"/>
                    <a:pt x="228" y="1644"/>
                    <a:pt x="320" y="1690"/>
                  </a:cubicBezTo>
                  <a:cubicBezTo>
                    <a:pt x="388" y="1758"/>
                    <a:pt x="479" y="1804"/>
                    <a:pt x="571" y="1827"/>
                  </a:cubicBezTo>
                  <a:cubicBezTo>
                    <a:pt x="639" y="1849"/>
                    <a:pt x="708" y="1861"/>
                    <a:pt x="776" y="1861"/>
                  </a:cubicBezTo>
                  <a:cubicBezTo>
                    <a:pt x="845" y="1861"/>
                    <a:pt x="913" y="1849"/>
                    <a:pt x="982" y="1827"/>
                  </a:cubicBezTo>
                  <a:lnTo>
                    <a:pt x="1004" y="1827"/>
                  </a:lnTo>
                  <a:cubicBezTo>
                    <a:pt x="1073" y="1804"/>
                    <a:pt x="1141" y="1781"/>
                    <a:pt x="1210" y="1735"/>
                  </a:cubicBezTo>
                  <a:cubicBezTo>
                    <a:pt x="1278" y="1712"/>
                    <a:pt x="1324" y="1644"/>
                    <a:pt x="1370" y="1598"/>
                  </a:cubicBezTo>
                  <a:lnTo>
                    <a:pt x="1392" y="1598"/>
                  </a:lnTo>
                  <a:cubicBezTo>
                    <a:pt x="1438" y="1530"/>
                    <a:pt x="1484" y="1484"/>
                    <a:pt x="1529" y="1416"/>
                  </a:cubicBezTo>
                  <a:cubicBezTo>
                    <a:pt x="1529" y="1416"/>
                    <a:pt x="1529" y="1416"/>
                    <a:pt x="1529" y="1393"/>
                  </a:cubicBezTo>
                  <a:cubicBezTo>
                    <a:pt x="1575" y="1347"/>
                    <a:pt x="1598" y="1279"/>
                    <a:pt x="1621" y="1210"/>
                  </a:cubicBezTo>
                  <a:cubicBezTo>
                    <a:pt x="1621" y="1187"/>
                    <a:pt x="1621" y="1187"/>
                    <a:pt x="1621" y="1187"/>
                  </a:cubicBezTo>
                  <a:cubicBezTo>
                    <a:pt x="1644" y="1096"/>
                    <a:pt x="1666" y="1005"/>
                    <a:pt x="1666" y="936"/>
                  </a:cubicBezTo>
                  <a:cubicBezTo>
                    <a:pt x="1666" y="868"/>
                    <a:pt x="1644" y="777"/>
                    <a:pt x="1621" y="708"/>
                  </a:cubicBezTo>
                  <a:cubicBezTo>
                    <a:pt x="1621" y="708"/>
                    <a:pt x="1621" y="708"/>
                    <a:pt x="1621" y="685"/>
                  </a:cubicBezTo>
                  <a:cubicBezTo>
                    <a:pt x="1598" y="617"/>
                    <a:pt x="1575" y="548"/>
                    <a:pt x="1552" y="503"/>
                  </a:cubicBezTo>
                  <a:cubicBezTo>
                    <a:pt x="1552" y="503"/>
                    <a:pt x="1552" y="480"/>
                    <a:pt x="1529" y="480"/>
                  </a:cubicBezTo>
                  <a:cubicBezTo>
                    <a:pt x="1438" y="343"/>
                    <a:pt x="1392" y="297"/>
                    <a:pt x="1301" y="229"/>
                  </a:cubicBezTo>
                  <a:cubicBezTo>
                    <a:pt x="1233" y="160"/>
                    <a:pt x="1164" y="92"/>
                    <a:pt x="1073" y="69"/>
                  </a:cubicBezTo>
                  <a:cubicBezTo>
                    <a:pt x="982" y="23"/>
                    <a:pt x="867" y="1"/>
                    <a:pt x="7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8"/>
            <p:cNvSpPr/>
            <p:nvPr/>
          </p:nvSpPr>
          <p:spPr>
            <a:xfrm>
              <a:off x="1382800" y="3611000"/>
              <a:ext cx="46250" cy="51950"/>
            </a:xfrm>
            <a:custGeom>
              <a:avLst/>
              <a:gdLst/>
              <a:ahLst/>
              <a:cxnLst/>
              <a:rect l="l" t="t" r="r" b="b"/>
              <a:pathLst>
                <a:path w="1850" h="2078" extrusionOk="0">
                  <a:moveTo>
                    <a:pt x="822" y="1"/>
                  </a:moveTo>
                  <a:cubicBezTo>
                    <a:pt x="754" y="1"/>
                    <a:pt x="662" y="1"/>
                    <a:pt x="594" y="46"/>
                  </a:cubicBezTo>
                  <a:cubicBezTo>
                    <a:pt x="526" y="69"/>
                    <a:pt x="434" y="92"/>
                    <a:pt x="366" y="138"/>
                  </a:cubicBezTo>
                  <a:cubicBezTo>
                    <a:pt x="297" y="183"/>
                    <a:pt x="206" y="252"/>
                    <a:pt x="160" y="320"/>
                  </a:cubicBezTo>
                  <a:cubicBezTo>
                    <a:pt x="92" y="412"/>
                    <a:pt x="46" y="480"/>
                    <a:pt x="23" y="594"/>
                  </a:cubicBezTo>
                  <a:cubicBezTo>
                    <a:pt x="1" y="686"/>
                    <a:pt x="1" y="800"/>
                    <a:pt x="23" y="891"/>
                  </a:cubicBezTo>
                  <a:cubicBezTo>
                    <a:pt x="23" y="982"/>
                    <a:pt x="46" y="1096"/>
                    <a:pt x="92" y="1165"/>
                  </a:cubicBezTo>
                  <a:cubicBezTo>
                    <a:pt x="115" y="1188"/>
                    <a:pt x="115" y="1188"/>
                    <a:pt x="115" y="1211"/>
                  </a:cubicBezTo>
                  <a:cubicBezTo>
                    <a:pt x="138" y="1370"/>
                    <a:pt x="160" y="1507"/>
                    <a:pt x="252" y="1644"/>
                  </a:cubicBezTo>
                  <a:cubicBezTo>
                    <a:pt x="366" y="1781"/>
                    <a:pt x="366" y="1804"/>
                    <a:pt x="480" y="1895"/>
                  </a:cubicBezTo>
                  <a:cubicBezTo>
                    <a:pt x="503" y="1918"/>
                    <a:pt x="548" y="1941"/>
                    <a:pt x="594" y="1964"/>
                  </a:cubicBezTo>
                  <a:cubicBezTo>
                    <a:pt x="662" y="2009"/>
                    <a:pt x="731" y="2032"/>
                    <a:pt x="799" y="2055"/>
                  </a:cubicBezTo>
                  <a:lnTo>
                    <a:pt x="982" y="2078"/>
                  </a:lnTo>
                  <a:cubicBezTo>
                    <a:pt x="1096" y="2078"/>
                    <a:pt x="1187" y="2055"/>
                    <a:pt x="1279" y="2009"/>
                  </a:cubicBezTo>
                  <a:cubicBezTo>
                    <a:pt x="1347" y="1987"/>
                    <a:pt x="1416" y="1964"/>
                    <a:pt x="1461" y="1918"/>
                  </a:cubicBezTo>
                  <a:cubicBezTo>
                    <a:pt x="1530" y="1850"/>
                    <a:pt x="1598" y="1781"/>
                    <a:pt x="1644" y="1690"/>
                  </a:cubicBezTo>
                  <a:cubicBezTo>
                    <a:pt x="1690" y="1599"/>
                    <a:pt x="1735" y="1507"/>
                    <a:pt x="1781" y="1393"/>
                  </a:cubicBezTo>
                  <a:cubicBezTo>
                    <a:pt x="1827" y="1302"/>
                    <a:pt x="1827" y="1188"/>
                    <a:pt x="1827" y="1074"/>
                  </a:cubicBezTo>
                  <a:cubicBezTo>
                    <a:pt x="1849" y="982"/>
                    <a:pt x="1827" y="868"/>
                    <a:pt x="1804" y="754"/>
                  </a:cubicBezTo>
                  <a:cubicBezTo>
                    <a:pt x="1804" y="731"/>
                    <a:pt x="1804" y="731"/>
                    <a:pt x="1804" y="708"/>
                  </a:cubicBezTo>
                  <a:cubicBezTo>
                    <a:pt x="1781" y="663"/>
                    <a:pt x="1735" y="549"/>
                    <a:pt x="1690" y="480"/>
                  </a:cubicBezTo>
                  <a:cubicBezTo>
                    <a:pt x="1667" y="457"/>
                    <a:pt x="1644" y="412"/>
                    <a:pt x="1621" y="389"/>
                  </a:cubicBezTo>
                  <a:cubicBezTo>
                    <a:pt x="1598" y="366"/>
                    <a:pt x="1576" y="320"/>
                    <a:pt x="1553" y="297"/>
                  </a:cubicBezTo>
                  <a:cubicBezTo>
                    <a:pt x="1553" y="297"/>
                    <a:pt x="1530" y="275"/>
                    <a:pt x="1530" y="275"/>
                  </a:cubicBezTo>
                  <a:cubicBezTo>
                    <a:pt x="1370" y="138"/>
                    <a:pt x="1302" y="115"/>
                    <a:pt x="1119" y="46"/>
                  </a:cubicBezTo>
                  <a:cubicBezTo>
                    <a:pt x="1051" y="24"/>
                    <a:pt x="914" y="1"/>
                    <a:pt x="86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1351425" y="3407600"/>
              <a:ext cx="43375" cy="47650"/>
            </a:xfrm>
            <a:custGeom>
              <a:avLst/>
              <a:gdLst/>
              <a:ahLst/>
              <a:cxnLst/>
              <a:rect l="l" t="t" r="r" b="b"/>
              <a:pathLst>
                <a:path w="1735" h="1906" extrusionOk="0">
                  <a:moveTo>
                    <a:pt x="845" y="1"/>
                  </a:moveTo>
                  <a:cubicBezTo>
                    <a:pt x="829" y="1"/>
                    <a:pt x="814" y="3"/>
                    <a:pt x="799" y="11"/>
                  </a:cubicBezTo>
                  <a:cubicBezTo>
                    <a:pt x="731" y="11"/>
                    <a:pt x="639" y="11"/>
                    <a:pt x="571" y="34"/>
                  </a:cubicBezTo>
                  <a:cubicBezTo>
                    <a:pt x="457" y="57"/>
                    <a:pt x="388" y="102"/>
                    <a:pt x="297" y="171"/>
                  </a:cubicBezTo>
                  <a:cubicBezTo>
                    <a:pt x="228" y="216"/>
                    <a:pt x="160" y="308"/>
                    <a:pt x="114" y="376"/>
                  </a:cubicBezTo>
                  <a:cubicBezTo>
                    <a:pt x="46" y="467"/>
                    <a:pt x="23" y="559"/>
                    <a:pt x="23" y="673"/>
                  </a:cubicBezTo>
                  <a:cubicBezTo>
                    <a:pt x="0" y="764"/>
                    <a:pt x="0" y="856"/>
                    <a:pt x="23" y="947"/>
                  </a:cubicBezTo>
                  <a:cubicBezTo>
                    <a:pt x="23" y="1015"/>
                    <a:pt x="0" y="1084"/>
                    <a:pt x="0" y="1152"/>
                  </a:cubicBezTo>
                  <a:cubicBezTo>
                    <a:pt x="0" y="1221"/>
                    <a:pt x="23" y="1289"/>
                    <a:pt x="23" y="1358"/>
                  </a:cubicBezTo>
                  <a:cubicBezTo>
                    <a:pt x="46" y="1403"/>
                    <a:pt x="69" y="1472"/>
                    <a:pt x="91" y="1540"/>
                  </a:cubicBezTo>
                  <a:cubicBezTo>
                    <a:pt x="137" y="1632"/>
                    <a:pt x="206" y="1700"/>
                    <a:pt x="297" y="1746"/>
                  </a:cubicBezTo>
                  <a:cubicBezTo>
                    <a:pt x="343" y="1791"/>
                    <a:pt x="411" y="1837"/>
                    <a:pt x="457" y="1837"/>
                  </a:cubicBezTo>
                  <a:cubicBezTo>
                    <a:pt x="525" y="1883"/>
                    <a:pt x="594" y="1905"/>
                    <a:pt x="662" y="1905"/>
                  </a:cubicBezTo>
                  <a:lnTo>
                    <a:pt x="868" y="1905"/>
                  </a:lnTo>
                  <a:cubicBezTo>
                    <a:pt x="959" y="1883"/>
                    <a:pt x="1050" y="1860"/>
                    <a:pt x="1141" y="1814"/>
                  </a:cubicBezTo>
                  <a:cubicBezTo>
                    <a:pt x="1210" y="1769"/>
                    <a:pt x="1301" y="1700"/>
                    <a:pt x="1370" y="1654"/>
                  </a:cubicBezTo>
                  <a:cubicBezTo>
                    <a:pt x="1393" y="1632"/>
                    <a:pt x="1393" y="1609"/>
                    <a:pt x="1415" y="1586"/>
                  </a:cubicBezTo>
                  <a:cubicBezTo>
                    <a:pt x="1461" y="1517"/>
                    <a:pt x="1529" y="1449"/>
                    <a:pt x="1575" y="1358"/>
                  </a:cubicBezTo>
                  <a:cubicBezTo>
                    <a:pt x="1621" y="1289"/>
                    <a:pt x="1644" y="1221"/>
                    <a:pt x="1666" y="1152"/>
                  </a:cubicBezTo>
                  <a:cubicBezTo>
                    <a:pt x="1666" y="1129"/>
                    <a:pt x="1689" y="1107"/>
                    <a:pt x="1689" y="1107"/>
                  </a:cubicBezTo>
                  <a:cubicBezTo>
                    <a:pt x="1689" y="1084"/>
                    <a:pt x="1689" y="1084"/>
                    <a:pt x="1689" y="1061"/>
                  </a:cubicBezTo>
                  <a:cubicBezTo>
                    <a:pt x="1712" y="992"/>
                    <a:pt x="1712" y="924"/>
                    <a:pt x="1735" y="833"/>
                  </a:cubicBezTo>
                  <a:cubicBezTo>
                    <a:pt x="1735" y="719"/>
                    <a:pt x="1712" y="627"/>
                    <a:pt x="1666" y="536"/>
                  </a:cubicBezTo>
                  <a:cubicBezTo>
                    <a:pt x="1621" y="445"/>
                    <a:pt x="1575" y="353"/>
                    <a:pt x="1507" y="285"/>
                  </a:cubicBezTo>
                  <a:cubicBezTo>
                    <a:pt x="1484" y="285"/>
                    <a:pt x="1484" y="285"/>
                    <a:pt x="1484" y="262"/>
                  </a:cubicBezTo>
                  <a:cubicBezTo>
                    <a:pt x="1415" y="216"/>
                    <a:pt x="1370" y="171"/>
                    <a:pt x="1301" y="125"/>
                  </a:cubicBezTo>
                  <a:cubicBezTo>
                    <a:pt x="1233" y="102"/>
                    <a:pt x="1164" y="57"/>
                    <a:pt x="1073" y="34"/>
                  </a:cubicBezTo>
                  <a:cubicBezTo>
                    <a:pt x="1050" y="34"/>
                    <a:pt x="982" y="11"/>
                    <a:pt x="936" y="11"/>
                  </a:cubicBezTo>
                  <a:cubicBezTo>
                    <a:pt x="906" y="11"/>
                    <a:pt x="875" y="1"/>
                    <a:pt x="8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8"/>
            <p:cNvSpPr/>
            <p:nvPr/>
          </p:nvSpPr>
          <p:spPr>
            <a:xfrm>
              <a:off x="1240150" y="3286325"/>
              <a:ext cx="45100" cy="44375"/>
            </a:xfrm>
            <a:custGeom>
              <a:avLst/>
              <a:gdLst/>
              <a:ahLst/>
              <a:cxnLst/>
              <a:rect l="l" t="t" r="r" b="b"/>
              <a:pathLst>
                <a:path w="1804" h="1775" extrusionOk="0">
                  <a:moveTo>
                    <a:pt x="913" y="0"/>
                  </a:moveTo>
                  <a:cubicBezTo>
                    <a:pt x="868" y="0"/>
                    <a:pt x="753" y="23"/>
                    <a:pt x="708" y="23"/>
                  </a:cubicBezTo>
                  <a:lnTo>
                    <a:pt x="708" y="46"/>
                  </a:lnTo>
                  <a:lnTo>
                    <a:pt x="685" y="46"/>
                  </a:lnTo>
                  <a:cubicBezTo>
                    <a:pt x="639" y="46"/>
                    <a:pt x="594" y="69"/>
                    <a:pt x="571" y="91"/>
                  </a:cubicBezTo>
                  <a:cubicBezTo>
                    <a:pt x="548" y="91"/>
                    <a:pt x="502" y="114"/>
                    <a:pt x="480" y="137"/>
                  </a:cubicBezTo>
                  <a:lnTo>
                    <a:pt x="457" y="137"/>
                  </a:lnTo>
                  <a:cubicBezTo>
                    <a:pt x="411" y="160"/>
                    <a:pt x="320" y="228"/>
                    <a:pt x="297" y="274"/>
                  </a:cubicBezTo>
                  <a:lnTo>
                    <a:pt x="274" y="274"/>
                  </a:lnTo>
                  <a:cubicBezTo>
                    <a:pt x="251" y="297"/>
                    <a:pt x="228" y="343"/>
                    <a:pt x="206" y="365"/>
                  </a:cubicBezTo>
                  <a:cubicBezTo>
                    <a:pt x="183" y="388"/>
                    <a:pt x="160" y="434"/>
                    <a:pt x="137" y="457"/>
                  </a:cubicBezTo>
                  <a:cubicBezTo>
                    <a:pt x="114" y="502"/>
                    <a:pt x="92" y="548"/>
                    <a:pt x="92" y="571"/>
                  </a:cubicBezTo>
                  <a:cubicBezTo>
                    <a:pt x="92" y="594"/>
                    <a:pt x="69" y="639"/>
                    <a:pt x="46" y="662"/>
                  </a:cubicBezTo>
                  <a:cubicBezTo>
                    <a:pt x="46" y="685"/>
                    <a:pt x="46" y="685"/>
                    <a:pt x="46" y="685"/>
                  </a:cubicBezTo>
                  <a:cubicBezTo>
                    <a:pt x="46" y="731"/>
                    <a:pt x="23" y="753"/>
                    <a:pt x="23" y="799"/>
                  </a:cubicBezTo>
                  <a:cubicBezTo>
                    <a:pt x="23" y="822"/>
                    <a:pt x="23" y="868"/>
                    <a:pt x="23" y="890"/>
                  </a:cubicBezTo>
                  <a:cubicBezTo>
                    <a:pt x="0" y="1005"/>
                    <a:pt x="23" y="1096"/>
                    <a:pt x="92" y="1187"/>
                  </a:cubicBezTo>
                  <a:cubicBezTo>
                    <a:pt x="114" y="1278"/>
                    <a:pt x="160" y="1370"/>
                    <a:pt x="228" y="1438"/>
                  </a:cubicBezTo>
                  <a:cubicBezTo>
                    <a:pt x="297" y="1507"/>
                    <a:pt x="388" y="1575"/>
                    <a:pt x="480" y="1598"/>
                  </a:cubicBezTo>
                  <a:lnTo>
                    <a:pt x="502" y="1598"/>
                  </a:lnTo>
                  <a:cubicBezTo>
                    <a:pt x="548" y="1621"/>
                    <a:pt x="571" y="1644"/>
                    <a:pt x="594" y="1666"/>
                  </a:cubicBezTo>
                  <a:cubicBezTo>
                    <a:pt x="685" y="1735"/>
                    <a:pt x="776" y="1758"/>
                    <a:pt x="868" y="1758"/>
                  </a:cubicBezTo>
                  <a:cubicBezTo>
                    <a:pt x="902" y="1769"/>
                    <a:pt x="936" y="1775"/>
                    <a:pt x="970" y="1775"/>
                  </a:cubicBezTo>
                  <a:cubicBezTo>
                    <a:pt x="1005" y="1775"/>
                    <a:pt x="1039" y="1769"/>
                    <a:pt x="1073" y="1758"/>
                  </a:cubicBezTo>
                  <a:cubicBezTo>
                    <a:pt x="1142" y="1758"/>
                    <a:pt x="1210" y="1735"/>
                    <a:pt x="1278" y="1712"/>
                  </a:cubicBezTo>
                  <a:cubicBezTo>
                    <a:pt x="1324" y="1689"/>
                    <a:pt x="1393" y="1666"/>
                    <a:pt x="1438" y="1598"/>
                  </a:cubicBezTo>
                  <a:cubicBezTo>
                    <a:pt x="1530" y="1552"/>
                    <a:pt x="1575" y="1484"/>
                    <a:pt x="1621" y="1393"/>
                  </a:cubicBezTo>
                  <a:lnTo>
                    <a:pt x="1644" y="1393"/>
                  </a:lnTo>
                  <a:cubicBezTo>
                    <a:pt x="1666" y="1324"/>
                    <a:pt x="1689" y="1256"/>
                    <a:pt x="1712" y="1187"/>
                  </a:cubicBezTo>
                  <a:cubicBezTo>
                    <a:pt x="1712" y="1187"/>
                    <a:pt x="1735" y="1164"/>
                    <a:pt x="1735" y="1164"/>
                  </a:cubicBezTo>
                  <a:cubicBezTo>
                    <a:pt x="1735" y="1164"/>
                    <a:pt x="1735" y="1141"/>
                    <a:pt x="1735" y="1141"/>
                  </a:cubicBezTo>
                  <a:cubicBezTo>
                    <a:pt x="1735" y="1119"/>
                    <a:pt x="1735" y="1073"/>
                    <a:pt x="1758" y="1027"/>
                  </a:cubicBezTo>
                  <a:cubicBezTo>
                    <a:pt x="1781" y="959"/>
                    <a:pt x="1803" y="868"/>
                    <a:pt x="1803" y="753"/>
                  </a:cubicBezTo>
                  <a:cubicBezTo>
                    <a:pt x="1803" y="662"/>
                    <a:pt x="1781" y="548"/>
                    <a:pt x="1735" y="480"/>
                  </a:cubicBezTo>
                  <a:cubicBezTo>
                    <a:pt x="1712" y="365"/>
                    <a:pt x="1666" y="297"/>
                    <a:pt x="1575" y="228"/>
                  </a:cubicBezTo>
                  <a:cubicBezTo>
                    <a:pt x="1530" y="183"/>
                    <a:pt x="1484" y="137"/>
                    <a:pt x="1438" y="114"/>
                  </a:cubicBezTo>
                  <a:cubicBezTo>
                    <a:pt x="1301" y="46"/>
                    <a:pt x="1187" y="0"/>
                    <a:pt x="10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3" name="Google Shape;833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4" name="Google Shape;834;p18"/>
          <p:cNvSpPr txBox="1">
            <a:spLocks noGrp="1"/>
          </p:cNvSpPr>
          <p:nvPr>
            <p:ph type="subTitle" idx="1"/>
          </p:nvPr>
        </p:nvSpPr>
        <p:spPr>
          <a:xfrm>
            <a:off x="1465050" y="1285619"/>
            <a:ext cx="23355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835" name="Google Shape;835;p18"/>
          <p:cNvSpPr txBox="1">
            <a:spLocks noGrp="1"/>
          </p:cNvSpPr>
          <p:nvPr>
            <p:ph type="subTitle" idx="2"/>
          </p:nvPr>
        </p:nvSpPr>
        <p:spPr>
          <a:xfrm>
            <a:off x="878550" y="1672794"/>
            <a:ext cx="3508500" cy="8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36" name="Google Shape;836;p18"/>
          <p:cNvSpPr txBox="1">
            <a:spLocks noGrp="1"/>
          </p:cNvSpPr>
          <p:nvPr>
            <p:ph type="subTitle" idx="3"/>
          </p:nvPr>
        </p:nvSpPr>
        <p:spPr>
          <a:xfrm>
            <a:off x="5343450" y="1285619"/>
            <a:ext cx="23355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837" name="Google Shape;837;p18"/>
          <p:cNvSpPr txBox="1">
            <a:spLocks noGrp="1"/>
          </p:cNvSpPr>
          <p:nvPr>
            <p:ph type="subTitle" idx="4"/>
          </p:nvPr>
        </p:nvSpPr>
        <p:spPr>
          <a:xfrm>
            <a:off x="4756950" y="1672794"/>
            <a:ext cx="3508500" cy="8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838" name="Google Shape;838;p18"/>
          <p:cNvGrpSpPr/>
          <p:nvPr/>
        </p:nvGrpSpPr>
        <p:grpSpPr>
          <a:xfrm>
            <a:off x="-317000" y="3241275"/>
            <a:ext cx="1067700" cy="1029050"/>
            <a:chOff x="4445375" y="3754025"/>
            <a:chExt cx="1067700" cy="1029050"/>
          </a:xfrm>
        </p:grpSpPr>
        <p:sp>
          <p:nvSpPr>
            <p:cNvPr id="839" name="Google Shape;839;p18"/>
            <p:cNvSpPr/>
            <p:nvPr/>
          </p:nvSpPr>
          <p:spPr>
            <a:xfrm>
              <a:off x="4445375" y="3754025"/>
              <a:ext cx="1067700" cy="1029050"/>
            </a:xfrm>
            <a:custGeom>
              <a:avLst/>
              <a:gdLst/>
              <a:ahLst/>
              <a:cxnLst/>
              <a:rect l="l" t="t" r="r" b="b"/>
              <a:pathLst>
                <a:path w="42708" h="41162" extrusionOk="0">
                  <a:moveTo>
                    <a:pt x="18268" y="754"/>
                  </a:moveTo>
                  <a:cubicBezTo>
                    <a:pt x="21180" y="754"/>
                    <a:pt x="24101" y="1353"/>
                    <a:pt x="26844" y="2291"/>
                  </a:cubicBezTo>
                  <a:cubicBezTo>
                    <a:pt x="30975" y="3684"/>
                    <a:pt x="35083" y="5807"/>
                    <a:pt x="37594" y="9481"/>
                  </a:cubicBezTo>
                  <a:cubicBezTo>
                    <a:pt x="38850" y="11307"/>
                    <a:pt x="39717" y="13362"/>
                    <a:pt x="40356" y="15462"/>
                  </a:cubicBezTo>
                  <a:cubicBezTo>
                    <a:pt x="41018" y="17539"/>
                    <a:pt x="41429" y="19684"/>
                    <a:pt x="41520" y="21876"/>
                  </a:cubicBezTo>
                  <a:cubicBezTo>
                    <a:pt x="41703" y="26098"/>
                    <a:pt x="40539" y="30252"/>
                    <a:pt x="37708" y="33448"/>
                  </a:cubicBezTo>
                  <a:cubicBezTo>
                    <a:pt x="35038" y="36461"/>
                    <a:pt x="31363" y="38469"/>
                    <a:pt x="27551" y="39565"/>
                  </a:cubicBezTo>
                  <a:cubicBezTo>
                    <a:pt x="25655" y="40107"/>
                    <a:pt x="23718" y="40389"/>
                    <a:pt x="21791" y="40389"/>
                  </a:cubicBezTo>
                  <a:cubicBezTo>
                    <a:pt x="19334" y="40389"/>
                    <a:pt x="16891" y="39931"/>
                    <a:pt x="14564" y="38972"/>
                  </a:cubicBezTo>
                  <a:cubicBezTo>
                    <a:pt x="10706" y="37374"/>
                    <a:pt x="7419" y="34544"/>
                    <a:pt x="5182" y="31028"/>
                  </a:cubicBezTo>
                  <a:cubicBezTo>
                    <a:pt x="823" y="24158"/>
                    <a:pt x="229" y="14686"/>
                    <a:pt x="4635" y="7678"/>
                  </a:cubicBezTo>
                  <a:cubicBezTo>
                    <a:pt x="5160" y="6811"/>
                    <a:pt x="5776" y="5989"/>
                    <a:pt x="6461" y="5236"/>
                  </a:cubicBezTo>
                  <a:cubicBezTo>
                    <a:pt x="6483" y="5236"/>
                    <a:pt x="6483" y="5213"/>
                    <a:pt x="6506" y="5190"/>
                  </a:cubicBezTo>
                  <a:cubicBezTo>
                    <a:pt x="8424" y="3341"/>
                    <a:pt x="10866" y="2063"/>
                    <a:pt x="13445" y="1356"/>
                  </a:cubicBezTo>
                  <a:cubicBezTo>
                    <a:pt x="15029" y="939"/>
                    <a:pt x="16647" y="754"/>
                    <a:pt x="18268" y="754"/>
                  </a:cubicBezTo>
                  <a:close/>
                  <a:moveTo>
                    <a:pt x="18378" y="0"/>
                  </a:moveTo>
                  <a:cubicBezTo>
                    <a:pt x="17616" y="0"/>
                    <a:pt x="16853" y="40"/>
                    <a:pt x="16093" y="123"/>
                  </a:cubicBezTo>
                  <a:cubicBezTo>
                    <a:pt x="12098" y="534"/>
                    <a:pt x="8150" y="2246"/>
                    <a:pt x="5388" y="5236"/>
                  </a:cubicBezTo>
                  <a:cubicBezTo>
                    <a:pt x="4703" y="5943"/>
                    <a:pt x="4132" y="6742"/>
                    <a:pt x="3630" y="7587"/>
                  </a:cubicBezTo>
                  <a:cubicBezTo>
                    <a:pt x="3562" y="7701"/>
                    <a:pt x="3562" y="7815"/>
                    <a:pt x="3607" y="7906"/>
                  </a:cubicBezTo>
                  <a:cubicBezTo>
                    <a:pt x="1" y="14183"/>
                    <a:pt x="69" y="22286"/>
                    <a:pt x="3105" y="28814"/>
                  </a:cubicBezTo>
                  <a:cubicBezTo>
                    <a:pt x="4931" y="32718"/>
                    <a:pt x="7853" y="36073"/>
                    <a:pt x="11551" y="38287"/>
                  </a:cubicBezTo>
                  <a:cubicBezTo>
                    <a:pt x="14671" y="40163"/>
                    <a:pt x="18229" y="41162"/>
                    <a:pt x="21856" y="41162"/>
                  </a:cubicBezTo>
                  <a:cubicBezTo>
                    <a:pt x="22687" y="41162"/>
                    <a:pt x="23522" y="41109"/>
                    <a:pt x="24356" y="41003"/>
                  </a:cubicBezTo>
                  <a:cubicBezTo>
                    <a:pt x="28647" y="40432"/>
                    <a:pt x="32915" y="38675"/>
                    <a:pt x="36270" y="35890"/>
                  </a:cubicBezTo>
                  <a:cubicBezTo>
                    <a:pt x="39580" y="33151"/>
                    <a:pt x="41657" y="29385"/>
                    <a:pt x="42182" y="25117"/>
                  </a:cubicBezTo>
                  <a:cubicBezTo>
                    <a:pt x="42707" y="20620"/>
                    <a:pt x="41657" y="15895"/>
                    <a:pt x="39763" y="11810"/>
                  </a:cubicBezTo>
                  <a:cubicBezTo>
                    <a:pt x="38804" y="9732"/>
                    <a:pt x="37526" y="7838"/>
                    <a:pt x="35814" y="6309"/>
                  </a:cubicBezTo>
                  <a:cubicBezTo>
                    <a:pt x="34148" y="4802"/>
                    <a:pt x="32185" y="3661"/>
                    <a:pt x="30130" y="2748"/>
                  </a:cubicBezTo>
                  <a:cubicBezTo>
                    <a:pt x="26462" y="1115"/>
                    <a:pt x="22422" y="0"/>
                    <a:pt x="183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>
              <a:off x="4525850" y="3828875"/>
              <a:ext cx="901050" cy="847950"/>
            </a:xfrm>
            <a:custGeom>
              <a:avLst/>
              <a:gdLst/>
              <a:ahLst/>
              <a:cxnLst/>
              <a:rect l="l" t="t" r="r" b="b"/>
              <a:pathLst>
                <a:path w="36042" h="33918" extrusionOk="0">
                  <a:moveTo>
                    <a:pt x="15729" y="732"/>
                  </a:moveTo>
                  <a:cubicBezTo>
                    <a:pt x="18305" y="732"/>
                    <a:pt x="20906" y="1153"/>
                    <a:pt x="23328" y="1922"/>
                  </a:cubicBezTo>
                  <a:cubicBezTo>
                    <a:pt x="26546" y="2927"/>
                    <a:pt x="29536" y="4707"/>
                    <a:pt x="31659" y="7355"/>
                  </a:cubicBezTo>
                  <a:cubicBezTo>
                    <a:pt x="33873" y="10139"/>
                    <a:pt x="34992" y="13746"/>
                    <a:pt x="34946" y="17284"/>
                  </a:cubicBezTo>
                  <a:cubicBezTo>
                    <a:pt x="34832" y="23926"/>
                    <a:pt x="30678" y="30157"/>
                    <a:pt x="24309" y="32303"/>
                  </a:cubicBezTo>
                  <a:cubicBezTo>
                    <a:pt x="22589" y="32880"/>
                    <a:pt x="20779" y="33172"/>
                    <a:pt x="18968" y="33172"/>
                  </a:cubicBezTo>
                  <a:cubicBezTo>
                    <a:pt x="17343" y="33172"/>
                    <a:pt x="15717" y="32937"/>
                    <a:pt x="14152" y="32463"/>
                  </a:cubicBezTo>
                  <a:cubicBezTo>
                    <a:pt x="11048" y="31527"/>
                    <a:pt x="8263" y="29632"/>
                    <a:pt x="6140" y="27167"/>
                  </a:cubicBezTo>
                  <a:cubicBezTo>
                    <a:pt x="1461" y="21757"/>
                    <a:pt x="525" y="14065"/>
                    <a:pt x="3127" y="7492"/>
                  </a:cubicBezTo>
                  <a:cubicBezTo>
                    <a:pt x="3401" y="6807"/>
                    <a:pt x="3721" y="6145"/>
                    <a:pt x="4063" y="5506"/>
                  </a:cubicBezTo>
                  <a:cubicBezTo>
                    <a:pt x="6072" y="2881"/>
                    <a:pt x="9245" y="1443"/>
                    <a:pt x="12486" y="964"/>
                  </a:cubicBezTo>
                  <a:cubicBezTo>
                    <a:pt x="13552" y="808"/>
                    <a:pt x="14638" y="732"/>
                    <a:pt x="15729" y="732"/>
                  </a:cubicBezTo>
                  <a:close/>
                  <a:moveTo>
                    <a:pt x="15639" y="0"/>
                  </a:moveTo>
                  <a:cubicBezTo>
                    <a:pt x="15463" y="0"/>
                    <a:pt x="15287" y="2"/>
                    <a:pt x="15111" y="5"/>
                  </a:cubicBezTo>
                  <a:cubicBezTo>
                    <a:pt x="11299" y="73"/>
                    <a:pt x="7373" y="1101"/>
                    <a:pt x="4565" y="3794"/>
                  </a:cubicBezTo>
                  <a:cubicBezTo>
                    <a:pt x="4360" y="3999"/>
                    <a:pt x="4155" y="4205"/>
                    <a:pt x="3972" y="4433"/>
                  </a:cubicBezTo>
                  <a:cubicBezTo>
                    <a:pt x="3858" y="4433"/>
                    <a:pt x="3767" y="4479"/>
                    <a:pt x="3698" y="4593"/>
                  </a:cubicBezTo>
                  <a:cubicBezTo>
                    <a:pt x="3607" y="4753"/>
                    <a:pt x="3515" y="4935"/>
                    <a:pt x="3424" y="5095"/>
                  </a:cubicBezTo>
                  <a:cubicBezTo>
                    <a:pt x="3264" y="5323"/>
                    <a:pt x="3082" y="5552"/>
                    <a:pt x="2922" y="5803"/>
                  </a:cubicBezTo>
                  <a:cubicBezTo>
                    <a:pt x="2854" y="5917"/>
                    <a:pt x="2854" y="6054"/>
                    <a:pt x="2899" y="6145"/>
                  </a:cubicBezTo>
                  <a:cubicBezTo>
                    <a:pt x="0" y="12422"/>
                    <a:pt x="229" y="20023"/>
                    <a:pt x="4155" y="25843"/>
                  </a:cubicBezTo>
                  <a:cubicBezTo>
                    <a:pt x="6049" y="28628"/>
                    <a:pt x="8674" y="30956"/>
                    <a:pt x="11755" y="32371"/>
                  </a:cubicBezTo>
                  <a:cubicBezTo>
                    <a:pt x="14029" y="33405"/>
                    <a:pt x="16491" y="33918"/>
                    <a:pt x="18965" y="33918"/>
                  </a:cubicBezTo>
                  <a:cubicBezTo>
                    <a:pt x="20041" y="33918"/>
                    <a:pt x="21120" y="33820"/>
                    <a:pt x="22187" y="33627"/>
                  </a:cubicBezTo>
                  <a:cubicBezTo>
                    <a:pt x="25656" y="32988"/>
                    <a:pt x="28920" y="31253"/>
                    <a:pt x="31271" y="28628"/>
                  </a:cubicBezTo>
                  <a:cubicBezTo>
                    <a:pt x="33554" y="26094"/>
                    <a:pt x="35037" y="22876"/>
                    <a:pt x="35517" y="19498"/>
                  </a:cubicBezTo>
                  <a:cubicBezTo>
                    <a:pt x="36042" y="15960"/>
                    <a:pt x="35425" y="12331"/>
                    <a:pt x="33736" y="9181"/>
                  </a:cubicBezTo>
                  <a:cubicBezTo>
                    <a:pt x="32024" y="5940"/>
                    <a:pt x="29171" y="3520"/>
                    <a:pt x="25839" y="2059"/>
                  </a:cubicBezTo>
                  <a:cubicBezTo>
                    <a:pt x="22645" y="647"/>
                    <a:pt x="19120" y="0"/>
                    <a:pt x="156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4684475" y="3927800"/>
              <a:ext cx="575225" cy="578550"/>
            </a:xfrm>
            <a:custGeom>
              <a:avLst/>
              <a:gdLst/>
              <a:ahLst/>
              <a:cxnLst/>
              <a:rect l="l" t="t" r="r" b="b"/>
              <a:pathLst>
                <a:path w="23009" h="23142" extrusionOk="0">
                  <a:moveTo>
                    <a:pt x="8298" y="779"/>
                  </a:moveTo>
                  <a:cubicBezTo>
                    <a:pt x="9182" y="779"/>
                    <a:pt x="10067" y="877"/>
                    <a:pt x="10888" y="1001"/>
                  </a:cubicBezTo>
                  <a:cubicBezTo>
                    <a:pt x="15454" y="1732"/>
                    <a:pt x="19813" y="4402"/>
                    <a:pt x="21388" y="8921"/>
                  </a:cubicBezTo>
                  <a:cubicBezTo>
                    <a:pt x="22141" y="11021"/>
                    <a:pt x="22187" y="13304"/>
                    <a:pt x="21365" y="15381"/>
                  </a:cubicBezTo>
                  <a:cubicBezTo>
                    <a:pt x="20475" y="17618"/>
                    <a:pt x="18763" y="19535"/>
                    <a:pt x="16732" y="20791"/>
                  </a:cubicBezTo>
                  <a:cubicBezTo>
                    <a:pt x="15082" y="21810"/>
                    <a:pt x="13192" y="22393"/>
                    <a:pt x="11281" y="22393"/>
                  </a:cubicBezTo>
                  <a:cubicBezTo>
                    <a:pt x="10839" y="22393"/>
                    <a:pt x="10395" y="22361"/>
                    <a:pt x="9953" y="22297"/>
                  </a:cubicBezTo>
                  <a:cubicBezTo>
                    <a:pt x="7624" y="21955"/>
                    <a:pt x="5570" y="20722"/>
                    <a:pt x="4109" y="18896"/>
                  </a:cubicBezTo>
                  <a:cubicBezTo>
                    <a:pt x="2534" y="16887"/>
                    <a:pt x="1599" y="14331"/>
                    <a:pt x="1279" y="11820"/>
                  </a:cubicBezTo>
                  <a:cubicBezTo>
                    <a:pt x="937" y="9127"/>
                    <a:pt x="1302" y="6342"/>
                    <a:pt x="2603" y="3946"/>
                  </a:cubicBezTo>
                  <a:cubicBezTo>
                    <a:pt x="2671" y="3831"/>
                    <a:pt x="2671" y="3717"/>
                    <a:pt x="2626" y="3626"/>
                  </a:cubicBezTo>
                  <a:cubicBezTo>
                    <a:pt x="3014" y="3033"/>
                    <a:pt x="3447" y="2508"/>
                    <a:pt x="3995" y="2051"/>
                  </a:cubicBezTo>
                  <a:cubicBezTo>
                    <a:pt x="5201" y="1078"/>
                    <a:pt x="6749" y="779"/>
                    <a:pt x="8298" y="779"/>
                  </a:cubicBezTo>
                  <a:close/>
                  <a:moveTo>
                    <a:pt x="8312" y="0"/>
                  </a:moveTo>
                  <a:cubicBezTo>
                    <a:pt x="6754" y="0"/>
                    <a:pt x="5221" y="298"/>
                    <a:pt x="3972" y="1138"/>
                  </a:cubicBezTo>
                  <a:cubicBezTo>
                    <a:pt x="1850" y="2553"/>
                    <a:pt x="845" y="5087"/>
                    <a:pt x="571" y="7529"/>
                  </a:cubicBezTo>
                  <a:cubicBezTo>
                    <a:pt x="549" y="7598"/>
                    <a:pt x="571" y="7643"/>
                    <a:pt x="571" y="7689"/>
                  </a:cubicBezTo>
                  <a:cubicBezTo>
                    <a:pt x="1" y="11318"/>
                    <a:pt x="822" y="15221"/>
                    <a:pt x="2763" y="18280"/>
                  </a:cubicBezTo>
                  <a:cubicBezTo>
                    <a:pt x="4041" y="20311"/>
                    <a:pt x="5890" y="21932"/>
                    <a:pt x="8195" y="22662"/>
                  </a:cubicBezTo>
                  <a:cubicBezTo>
                    <a:pt x="9203" y="22986"/>
                    <a:pt x="10246" y="23141"/>
                    <a:pt x="11287" y="23141"/>
                  </a:cubicBezTo>
                  <a:cubicBezTo>
                    <a:pt x="12814" y="23141"/>
                    <a:pt x="14339" y="22807"/>
                    <a:pt x="15750" y="22183"/>
                  </a:cubicBezTo>
                  <a:cubicBezTo>
                    <a:pt x="18078" y="21133"/>
                    <a:pt x="20087" y="19307"/>
                    <a:pt x="21365" y="17093"/>
                  </a:cubicBezTo>
                  <a:cubicBezTo>
                    <a:pt x="22598" y="14970"/>
                    <a:pt x="23009" y="12528"/>
                    <a:pt x="22529" y="10131"/>
                  </a:cubicBezTo>
                  <a:cubicBezTo>
                    <a:pt x="21502" y="5110"/>
                    <a:pt x="17211" y="1686"/>
                    <a:pt x="12395" y="545"/>
                  </a:cubicBezTo>
                  <a:cubicBezTo>
                    <a:pt x="11140" y="242"/>
                    <a:pt x="9716" y="0"/>
                    <a:pt x="83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4832850" y="4094200"/>
              <a:ext cx="292175" cy="273000"/>
            </a:xfrm>
            <a:custGeom>
              <a:avLst/>
              <a:gdLst/>
              <a:ahLst/>
              <a:cxnLst/>
              <a:rect l="l" t="t" r="r" b="b"/>
              <a:pathLst>
                <a:path w="11687" h="10920" extrusionOk="0">
                  <a:moveTo>
                    <a:pt x="4301" y="761"/>
                  </a:moveTo>
                  <a:cubicBezTo>
                    <a:pt x="4948" y="761"/>
                    <a:pt x="5577" y="847"/>
                    <a:pt x="6072" y="964"/>
                  </a:cubicBezTo>
                  <a:cubicBezTo>
                    <a:pt x="8012" y="1444"/>
                    <a:pt x="9998" y="2768"/>
                    <a:pt x="10523" y="4822"/>
                  </a:cubicBezTo>
                  <a:cubicBezTo>
                    <a:pt x="11048" y="6876"/>
                    <a:pt x="9427" y="8588"/>
                    <a:pt x="7761" y="9501"/>
                  </a:cubicBezTo>
                  <a:cubicBezTo>
                    <a:pt x="6957" y="9928"/>
                    <a:pt x="6072" y="10174"/>
                    <a:pt x="5209" y="10174"/>
                  </a:cubicBezTo>
                  <a:cubicBezTo>
                    <a:pt x="4134" y="10174"/>
                    <a:pt x="3093" y="9793"/>
                    <a:pt x="2283" y="8908"/>
                  </a:cubicBezTo>
                  <a:cubicBezTo>
                    <a:pt x="594" y="7036"/>
                    <a:pt x="754" y="4365"/>
                    <a:pt x="1233" y="2060"/>
                  </a:cubicBezTo>
                  <a:cubicBezTo>
                    <a:pt x="1772" y="1072"/>
                    <a:pt x="3067" y="761"/>
                    <a:pt x="4301" y="761"/>
                  </a:cubicBezTo>
                  <a:close/>
                  <a:moveTo>
                    <a:pt x="4332" y="1"/>
                  </a:moveTo>
                  <a:cubicBezTo>
                    <a:pt x="3014" y="1"/>
                    <a:pt x="1677" y="328"/>
                    <a:pt x="891" y="1238"/>
                  </a:cubicBezTo>
                  <a:cubicBezTo>
                    <a:pt x="731" y="1261"/>
                    <a:pt x="594" y="1330"/>
                    <a:pt x="571" y="1512"/>
                  </a:cubicBezTo>
                  <a:cubicBezTo>
                    <a:pt x="548" y="1604"/>
                    <a:pt x="525" y="1695"/>
                    <a:pt x="503" y="1786"/>
                  </a:cubicBezTo>
                  <a:cubicBezTo>
                    <a:pt x="434" y="1946"/>
                    <a:pt x="366" y="2106"/>
                    <a:pt x="320" y="2288"/>
                  </a:cubicBezTo>
                  <a:cubicBezTo>
                    <a:pt x="274" y="2402"/>
                    <a:pt x="297" y="2517"/>
                    <a:pt x="366" y="2585"/>
                  </a:cubicBezTo>
                  <a:cubicBezTo>
                    <a:pt x="0" y="4822"/>
                    <a:pt x="23" y="7219"/>
                    <a:pt x="1461" y="9090"/>
                  </a:cubicBezTo>
                  <a:cubicBezTo>
                    <a:pt x="2434" y="10343"/>
                    <a:pt x="3806" y="10920"/>
                    <a:pt x="5239" y="10920"/>
                  </a:cubicBezTo>
                  <a:cubicBezTo>
                    <a:pt x="6027" y="10920"/>
                    <a:pt x="6833" y="10746"/>
                    <a:pt x="7601" y="10414"/>
                  </a:cubicBezTo>
                  <a:cubicBezTo>
                    <a:pt x="9655" y="9524"/>
                    <a:pt x="11687" y="7538"/>
                    <a:pt x="11367" y="5141"/>
                  </a:cubicBezTo>
                  <a:cubicBezTo>
                    <a:pt x="11048" y="2745"/>
                    <a:pt x="8902" y="1033"/>
                    <a:pt x="6734" y="348"/>
                  </a:cubicBezTo>
                  <a:cubicBezTo>
                    <a:pt x="6048" y="141"/>
                    <a:pt x="5194" y="1"/>
                    <a:pt x="43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8"/>
            <p:cNvSpPr/>
            <p:nvPr/>
          </p:nvSpPr>
          <p:spPr>
            <a:xfrm>
              <a:off x="4974375" y="4233575"/>
              <a:ext cx="575" cy="57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23" y="0"/>
                  </a:moveTo>
                  <a:cubicBezTo>
                    <a:pt x="23" y="23"/>
                    <a:pt x="0" y="23"/>
                    <a:pt x="0" y="23"/>
                  </a:cubicBezTo>
                  <a:cubicBezTo>
                    <a:pt x="23" y="23"/>
                    <a:pt x="23" y="23"/>
                    <a:pt x="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8"/>
            <p:cNvSpPr/>
            <p:nvPr/>
          </p:nvSpPr>
          <p:spPr>
            <a:xfrm>
              <a:off x="4977225" y="4222150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extrusionOk="0">
                  <a:moveTo>
                    <a:pt x="23" y="1"/>
                  </a:moveTo>
                  <a:cubicBezTo>
                    <a:pt x="0" y="1"/>
                    <a:pt x="0" y="1"/>
                    <a:pt x="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4915600" y="4190775"/>
              <a:ext cx="82750" cy="69875"/>
            </a:xfrm>
            <a:custGeom>
              <a:avLst/>
              <a:gdLst/>
              <a:ahLst/>
              <a:cxnLst/>
              <a:rect l="l" t="t" r="r" b="b"/>
              <a:pathLst>
                <a:path w="3310" h="2795" extrusionOk="0">
                  <a:moveTo>
                    <a:pt x="1643" y="753"/>
                  </a:moveTo>
                  <a:cubicBezTo>
                    <a:pt x="1666" y="776"/>
                    <a:pt x="1712" y="776"/>
                    <a:pt x="1735" y="776"/>
                  </a:cubicBezTo>
                  <a:cubicBezTo>
                    <a:pt x="1803" y="799"/>
                    <a:pt x="1849" y="822"/>
                    <a:pt x="1917" y="845"/>
                  </a:cubicBezTo>
                  <a:lnTo>
                    <a:pt x="1940" y="845"/>
                  </a:lnTo>
                  <a:cubicBezTo>
                    <a:pt x="1963" y="868"/>
                    <a:pt x="1986" y="890"/>
                    <a:pt x="2031" y="913"/>
                  </a:cubicBezTo>
                  <a:cubicBezTo>
                    <a:pt x="2077" y="936"/>
                    <a:pt x="2123" y="959"/>
                    <a:pt x="2146" y="982"/>
                  </a:cubicBezTo>
                  <a:cubicBezTo>
                    <a:pt x="2214" y="1005"/>
                    <a:pt x="2260" y="1050"/>
                    <a:pt x="2305" y="1073"/>
                  </a:cubicBezTo>
                  <a:cubicBezTo>
                    <a:pt x="2351" y="1096"/>
                    <a:pt x="2374" y="1119"/>
                    <a:pt x="2397" y="1141"/>
                  </a:cubicBezTo>
                  <a:cubicBezTo>
                    <a:pt x="2420" y="1164"/>
                    <a:pt x="2442" y="1187"/>
                    <a:pt x="2465" y="1210"/>
                  </a:cubicBezTo>
                  <a:cubicBezTo>
                    <a:pt x="2465" y="1233"/>
                    <a:pt x="2465" y="1233"/>
                    <a:pt x="2465" y="1233"/>
                  </a:cubicBezTo>
                  <a:cubicBezTo>
                    <a:pt x="2465" y="1256"/>
                    <a:pt x="2488" y="1278"/>
                    <a:pt x="2488" y="1278"/>
                  </a:cubicBezTo>
                  <a:cubicBezTo>
                    <a:pt x="2488" y="1284"/>
                    <a:pt x="2488" y="1290"/>
                    <a:pt x="2488" y="1301"/>
                  </a:cubicBezTo>
                  <a:cubicBezTo>
                    <a:pt x="2511" y="1324"/>
                    <a:pt x="2511" y="1347"/>
                    <a:pt x="2511" y="1347"/>
                  </a:cubicBezTo>
                  <a:cubicBezTo>
                    <a:pt x="2511" y="1370"/>
                    <a:pt x="2511" y="1393"/>
                    <a:pt x="2511" y="1393"/>
                  </a:cubicBezTo>
                  <a:cubicBezTo>
                    <a:pt x="2511" y="1415"/>
                    <a:pt x="2511" y="1438"/>
                    <a:pt x="2511" y="1438"/>
                  </a:cubicBezTo>
                  <a:cubicBezTo>
                    <a:pt x="2511" y="1438"/>
                    <a:pt x="2511" y="1438"/>
                    <a:pt x="2511" y="1461"/>
                  </a:cubicBezTo>
                  <a:cubicBezTo>
                    <a:pt x="2511" y="1484"/>
                    <a:pt x="2488" y="1507"/>
                    <a:pt x="2488" y="1530"/>
                  </a:cubicBezTo>
                  <a:cubicBezTo>
                    <a:pt x="2488" y="1535"/>
                    <a:pt x="2485" y="1544"/>
                    <a:pt x="2481" y="1553"/>
                  </a:cubicBezTo>
                  <a:lnTo>
                    <a:pt x="2481" y="1553"/>
                  </a:lnTo>
                  <a:cubicBezTo>
                    <a:pt x="2465" y="1557"/>
                    <a:pt x="2465" y="1578"/>
                    <a:pt x="2465" y="1598"/>
                  </a:cubicBezTo>
                  <a:cubicBezTo>
                    <a:pt x="2442" y="1644"/>
                    <a:pt x="2397" y="1689"/>
                    <a:pt x="2374" y="1712"/>
                  </a:cubicBezTo>
                  <a:cubicBezTo>
                    <a:pt x="2374" y="1735"/>
                    <a:pt x="2351" y="1735"/>
                    <a:pt x="2351" y="1735"/>
                  </a:cubicBezTo>
                  <a:cubicBezTo>
                    <a:pt x="2351" y="1758"/>
                    <a:pt x="2328" y="1758"/>
                    <a:pt x="2328" y="1781"/>
                  </a:cubicBezTo>
                  <a:cubicBezTo>
                    <a:pt x="2305" y="1803"/>
                    <a:pt x="2260" y="1826"/>
                    <a:pt x="2237" y="1872"/>
                  </a:cubicBezTo>
                  <a:cubicBezTo>
                    <a:pt x="2237" y="1872"/>
                    <a:pt x="2191" y="1895"/>
                    <a:pt x="2168" y="1918"/>
                  </a:cubicBezTo>
                  <a:cubicBezTo>
                    <a:pt x="2146" y="1940"/>
                    <a:pt x="2100" y="1940"/>
                    <a:pt x="2054" y="1963"/>
                  </a:cubicBezTo>
                  <a:cubicBezTo>
                    <a:pt x="2009" y="1986"/>
                    <a:pt x="1986" y="1986"/>
                    <a:pt x="1940" y="2009"/>
                  </a:cubicBezTo>
                  <a:cubicBezTo>
                    <a:pt x="1895" y="2009"/>
                    <a:pt x="1849" y="2032"/>
                    <a:pt x="1826" y="2032"/>
                  </a:cubicBezTo>
                  <a:lnTo>
                    <a:pt x="1780" y="2032"/>
                  </a:lnTo>
                  <a:cubicBezTo>
                    <a:pt x="1758" y="2032"/>
                    <a:pt x="1735" y="2032"/>
                    <a:pt x="1712" y="2055"/>
                  </a:cubicBezTo>
                  <a:cubicBezTo>
                    <a:pt x="1666" y="2055"/>
                    <a:pt x="1621" y="2055"/>
                    <a:pt x="1575" y="2032"/>
                  </a:cubicBezTo>
                  <a:lnTo>
                    <a:pt x="1461" y="2032"/>
                  </a:lnTo>
                  <a:cubicBezTo>
                    <a:pt x="1415" y="2009"/>
                    <a:pt x="1370" y="2009"/>
                    <a:pt x="1324" y="1986"/>
                  </a:cubicBezTo>
                  <a:cubicBezTo>
                    <a:pt x="1324" y="1986"/>
                    <a:pt x="1301" y="1963"/>
                    <a:pt x="1278" y="1963"/>
                  </a:cubicBezTo>
                  <a:lnTo>
                    <a:pt x="1255" y="1963"/>
                  </a:lnTo>
                  <a:cubicBezTo>
                    <a:pt x="1210" y="1940"/>
                    <a:pt x="1164" y="1895"/>
                    <a:pt x="1118" y="1872"/>
                  </a:cubicBezTo>
                  <a:cubicBezTo>
                    <a:pt x="1096" y="1849"/>
                    <a:pt x="1073" y="1826"/>
                    <a:pt x="1073" y="1803"/>
                  </a:cubicBezTo>
                  <a:cubicBezTo>
                    <a:pt x="1050" y="1803"/>
                    <a:pt x="1027" y="1781"/>
                    <a:pt x="1027" y="1758"/>
                  </a:cubicBezTo>
                  <a:cubicBezTo>
                    <a:pt x="1004" y="1758"/>
                    <a:pt x="1004" y="1758"/>
                    <a:pt x="1004" y="1735"/>
                  </a:cubicBezTo>
                  <a:cubicBezTo>
                    <a:pt x="982" y="1689"/>
                    <a:pt x="959" y="1644"/>
                    <a:pt x="936" y="1598"/>
                  </a:cubicBezTo>
                  <a:cubicBezTo>
                    <a:pt x="913" y="1575"/>
                    <a:pt x="913" y="1552"/>
                    <a:pt x="890" y="1507"/>
                  </a:cubicBezTo>
                  <a:cubicBezTo>
                    <a:pt x="890" y="1484"/>
                    <a:pt x="890" y="1461"/>
                    <a:pt x="890" y="1438"/>
                  </a:cubicBezTo>
                  <a:lnTo>
                    <a:pt x="867" y="1438"/>
                  </a:lnTo>
                  <a:lnTo>
                    <a:pt x="867" y="1415"/>
                  </a:lnTo>
                  <a:cubicBezTo>
                    <a:pt x="867" y="1370"/>
                    <a:pt x="867" y="1324"/>
                    <a:pt x="867" y="1278"/>
                  </a:cubicBezTo>
                  <a:cubicBezTo>
                    <a:pt x="867" y="1278"/>
                    <a:pt x="867" y="1278"/>
                    <a:pt x="867" y="1256"/>
                  </a:cubicBezTo>
                  <a:cubicBezTo>
                    <a:pt x="867" y="1233"/>
                    <a:pt x="890" y="1187"/>
                    <a:pt x="890" y="1187"/>
                  </a:cubicBezTo>
                  <a:cubicBezTo>
                    <a:pt x="890" y="1164"/>
                    <a:pt x="890" y="1164"/>
                    <a:pt x="890" y="1164"/>
                  </a:cubicBezTo>
                  <a:cubicBezTo>
                    <a:pt x="982" y="1141"/>
                    <a:pt x="1073" y="1073"/>
                    <a:pt x="1118" y="982"/>
                  </a:cubicBezTo>
                  <a:cubicBezTo>
                    <a:pt x="1118" y="959"/>
                    <a:pt x="1141" y="936"/>
                    <a:pt x="1141" y="913"/>
                  </a:cubicBezTo>
                  <a:lnTo>
                    <a:pt x="1164" y="913"/>
                  </a:lnTo>
                  <a:cubicBezTo>
                    <a:pt x="1164" y="913"/>
                    <a:pt x="1187" y="890"/>
                    <a:pt x="1187" y="868"/>
                  </a:cubicBezTo>
                  <a:cubicBezTo>
                    <a:pt x="1210" y="868"/>
                    <a:pt x="1233" y="845"/>
                    <a:pt x="1233" y="845"/>
                  </a:cubicBezTo>
                  <a:cubicBezTo>
                    <a:pt x="1255" y="845"/>
                    <a:pt x="1255" y="822"/>
                    <a:pt x="1255" y="822"/>
                  </a:cubicBezTo>
                  <a:cubicBezTo>
                    <a:pt x="1278" y="822"/>
                    <a:pt x="1301" y="799"/>
                    <a:pt x="1324" y="799"/>
                  </a:cubicBezTo>
                  <a:cubicBezTo>
                    <a:pt x="1370" y="799"/>
                    <a:pt x="1392" y="776"/>
                    <a:pt x="1438" y="776"/>
                  </a:cubicBezTo>
                  <a:cubicBezTo>
                    <a:pt x="1438" y="753"/>
                    <a:pt x="1461" y="753"/>
                    <a:pt x="1461" y="753"/>
                  </a:cubicBezTo>
                  <a:close/>
                  <a:moveTo>
                    <a:pt x="1519" y="0"/>
                  </a:moveTo>
                  <a:cubicBezTo>
                    <a:pt x="1432" y="0"/>
                    <a:pt x="1344" y="7"/>
                    <a:pt x="1255" y="23"/>
                  </a:cubicBezTo>
                  <a:cubicBezTo>
                    <a:pt x="1004" y="69"/>
                    <a:pt x="776" y="206"/>
                    <a:pt x="593" y="411"/>
                  </a:cubicBezTo>
                  <a:cubicBezTo>
                    <a:pt x="502" y="434"/>
                    <a:pt x="411" y="480"/>
                    <a:pt x="342" y="571"/>
                  </a:cubicBezTo>
                  <a:cubicBezTo>
                    <a:pt x="0" y="1027"/>
                    <a:pt x="46" y="1735"/>
                    <a:pt x="388" y="2169"/>
                  </a:cubicBezTo>
                  <a:cubicBezTo>
                    <a:pt x="684" y="2594"/>
                    <a:pt x="1175" y="2795"/>
                    <a:pt x="1678" y="2795"/>
                  </a:cubicBezTo>
                  <a:cubicBezTo>
                    <a:pt x="1796" y="2795"/>
                    <a:pt x="1915" y="2784"/>
                    <a:pt x="2031" y="2762"/>
                  </a:cubicBezTo>
                  <a:cubicBezTo>
                    <a:pt x="2579" y="2671"/>
                    <a:pt x="3104" y="2237"/>
                    <a:pt x="3241" y="1689"/>
                  </a:cubicBezTo>
                  <a:cubicBezTo>
                    <a:pt x="3310" y="1393"/>
                    <a:pt x="3264" y="1073"/>
                    <a:pt x="3104" y="822"/>
                  </a:cubicBezTo>
                  <a:cubicBezTo>
                    <a:pt x="2922" y="548"/>
                    <a:pt x="2625" y="343"/>
                    <a:pt x="2351" y="206"/>
                  </a:cubicBezTo>
                  <a:cubicBezTo>
                    <a:pt x="2087" y="83"/>
                    <a:pt x="1810" y="0"/>
                    <a:pt x="15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6" name="Google Shape;846;p18"/>
          <p:cNvSpPr/>
          <p:nvPr/>
        </p:nvSpPr>
        <p:spPr>
          <a:xfrm rot="-768881" flipH="1">
            <a:off x="2755274" y="-174072"/>
            <a:ext cx="1223184" cy="348153"/>
          </a:xfrm>
          <a:custGeom>
            <a:avLst/>
            <a:gdLst/>
            <a:ahLst/>
            <a:cxnLst/>
            <a:rect l="l" t="t" r="r" b="b"/>
            <a:pathLst>
              <a:path w="48927" h="13926" extrusionOk="0">
                <a:moveTo>
                  <a:pt x="11396" y="756"/>
                </a:moveTo>
                <a:cubicBezTo>
                  <a:pt x="12294" y="756"/>
                  <a:pt x="11286" y="2679"/>
                  <a:pt x="11059" y="3132"/>
                </a:cubicBezTo>
                <a:cubicBezTo>
                  <a:pt x="10534" y="4114"/>
                  <a:pt x="9918" y="5073"/>
                  <a:pt x="9210" y="5963"/>
                </a:cubicBezTo>
                <a:cubicBezTo>
                  <a:pt x="8320" y="7058"/>
                  <a:pt x="7293" y="8085"/>
                  <a:pt x="6152" y="8930"/>
                </a:cubicBezTo>
                <a:cubicBezTo>
                  <a:pt x="6152" y="8679"/>
                  <a:pt x="6175" y="8405"/>
                  <a:pt x="6220" y="8154"/>
                </a:cubicBezTo>
                <a:cubicBezTo>
                  <a:pt x="6334" y="7150"/>
                  <a:pt x="6608" y="6145"/>
                  <a:pt x="6996" y="5209"/>
                </a:cubicBezTo>
                <a:cubicBezTo>
                  <a:pt x="7727" y="3429"/>
                  <a:pt x="9119" y="1466"/>
                  <a:pt x="11036" y="827"/>
                </a:cubicBezTo>
                <a:cubicBezTo>
                  <a:pt x="11181" y="778"/>
                  <a:pt x="11299" y="756"/>
                  <a:pt x="11396" y="756"/>
                </a:cubicBezTo>
                <a:close/>
                <a:moveTo>
                  <a:pt x="20369" y="1722"/>
                </a:moveTo>
                <a:cubicBezTo>
                  <a:pt x="20636" y="1722"/>
                  <a:pt x="20825" y="1863"/>
                  <a:pt x="20851" y="2242"/>
                </a:cubicBezTo>
                <a:cubicBezTo>
                  <a:pt x="20897" y="2676"/>
                  <a:pt x="20669" y="3132"/>
                  <a:pt x="20463" y="3498"/>
                </a:cubicBezTo>
                <a:cubicBezTo>
                  <a:pt x="20189" y="3977"/>
                  <a:pt x="19893" y="4456"/>
                  <a:pt x="19573" y="4913"/>
                </a:cubicBezTo>
                <a:cubicBezTo>
                  <a:pt x="18980" y="5780"/>
                  <a:pt x="18272" y="6602"/>
                  <a:pt x="17519" y="7355"/>
                </a:cubicBezTo>
                <a:cubicBezTo>
                  <a:pt x="16697" y="8177"/>
                  <a:pt x="15807" y="8907"/>
                  <a:pt x="14848" y="9569"/>
                </a:cubicBezTo>
                <a:cubicBezTo>
                  <a:pt x="14848" y="9021"/>
                  <a:pt x="14940" y="8496"/>
                  <a:pt x="15054" y="7994"/>
                </a:cubicBezTo>
                <a:cubicBezTo>
                  <a:pt x="15282" y="7013"/>
                  <a:pt x="15670" y="6054"/>
                  <a:pt x="16195" y="5187"/>
                </a:cubicBezTo>
                <a:cubicBezTo>
                  <a:pt x="16743" y="4296"/>
                  <a:pt x="17450" y="3520"/>
                  <a:pt x="18249" y="2858"/>
                </a:cubicBezTo>
                <a:cubicBezTo>
                  <a:pt x="18559" y="2598"/>
                  <a:pt x="19705" y="1722"/>
                  <a:pt x="20369" y="1722"/>
                </a:cubicBezTo>
                <a:close/>
                <a:moveTo>
                  <a:pt x="28109" y="3492"/>
                </a:moveTo>
                <a:cubicBezTo>
                  <a:pt x="28377" y="3492"/>
                  <a:pt x="28558" y="3695"/>
                  <a:pt x="28543" y="4114"/>
                </a:cubicBezTo>
                <a:cubicBezTo>
                  <a:pt x="28498" y="4616"/>
                  <a:pt x="28224" y="5095"/>
                  <a:pt x="27996" y="5552"/>
                </a:cubicBezTo>
                <a:cubicBezTo>
                  <a:pt x="27493" y="6511"/>
                  <a:pt x="26923" y="7401"/>
                  <a:pt x="26238" y="8222"/>
                </a:cubicBezTo>
                <a:cubicBezTo>
                  <a:pt x="25690" y="8907"/>
                  <a:pt x="25074" y="9523"/>
                  <a:pt x="24435" y="10117"/>
                </a:cubicBezTo>
                <a:cubicBezTo>
                  <a:pt x="24389" y="9843"/>
                  <a:pt x="24389" y="9592"/>
                  <a:pt x="24389" y="9318"/>
                </a:cubicBezTo>
                <a:cubicBezTo>
                  <a:pt x="24435" y="8200"/>
                  <a:pt x="24869" y="7081"/>
                  <a:pt x="25439" y="6100"/>
                </a:cubicBezTo>
                <a:cubicBezTo>
                  <a:pt x="25964" y="5209"/>
                  <a:pt x="26717" y="4205"/>
                  <a:pt x="27630" y="3657"/>
                </a:cubicBezTo>
                <a:cubicBezTo>
                  <a:pt x="27803" y="3547"/>
                  <a:pt x="27968" y="3492"/>
                  <a:pt x="28109" y="3492"/>
                </a:cubicBezTo>
                <a:close/>
                <a:moveTo>
                  <a:pt x="36360" y="3657"/>
                </a:moveTo>
                <a:cubicBezTo>
                  <a:pt x="36925" y="3657"/>
                  <a:pt x="37034" y="4237"/>
                  <a:pt x="36989" y="4685"/>
                </a:cubicBezTo>
                <a:cubicBezTo>
                  <a:pt x="36875" y="5666"/>
                  <a:pt x="36304" y="6670"/>
                  <a:pt x="35779" y="7492"/>
                </a:cubicBezTo>
                <a:cubicBezTo>
                  <a:pt x="35231" y="8359"/>
                  <a:pt x="34592" y="9113"/>
                  <a:pt x="33839" y="9820"/>
                </a:cubicBezTo>
                <a:cubicBezTo>
                  <a:pt x="33679" y="9957"/>
                  <a:pt x="33519" y="10094"/>
                  <a:pt x="33337" y="10254"/>
                </a:cubicBezTo>
                <a:cubicBezTo>
                  <a:pt x="33108" y="9341"/>
                  <a:pt x="33154" y="8337"/>
                  <a:pt x="33382" y="7446"/>
                </a:cubicBezTo>
                <a:cubicBezTo>
                  <a:pt x="33656" y="6351"/>
                  <a:pt x="34204" y="5301"/>
                  <a:pt x="35003" y="4479"/>
                </a:cubicBezTo>
                <a:cubicBezTo>
                  <a:pt x="35345" y="4137"/>
                  <a:pt x="35802" y="3657"/>
                  <a:pt x="36327" y="3657"/>
                </a:cubicBezTo>
                <a:cubicBezTo>
                  <a:pt x="36338" y="3657"/>
                  <a:pt x="36349" y="3657"/>
                  <a:pt x="36360" y="3657"/>
                </a:cubicBezTo>
                <a:close/>
                <a:moveTo>
                  <a:pt x="11386" y="0"/>
                </a:moveTo>
                <a:cubicBezTo>
                  <a:pt x="11346" y="0"/>
                  <a:pt x="11305" y="2"/>
                  <a:pt x="11265" y="5"/>
                </a:cubicBezTo>
                <a:cubicBezTo>
                  <a:pt x="10169" y="97"/>
                  <a:pt x="9028" y="1055"/>
                  <a:pt x="8297" y="1809"/>
                </a:cubicBezTo>
                <a:cubicBezTo>
                  <a:pt x="6608" y="3543"/>
                  <a:pt x="5695" y="5940"/>
                  <a:pt x="5444" y="8314"/>
                </a:cubicBezTo>
                <a:cubicBezTo>
                  <a:pt x="5399" y="8679"/>
                  <a:pt x="5376" y="9067"/>
                  <a:pt x="5399" y="9455"/>
                </a:cubicBezTo>
                <a:cubicBezTo>
                  <a:pt x="4988" y="9729"/>
                  <a:pt x="4554" y="9980"/>
                  <a:pt x="4120" y="10185"/>
                </a:cubicBezTo>
                <a:cubicBezTo>
                  <a:pt x="3339" y="10585"/>
                  <a:pt x="2484" y="10850"/>
                  <a:pt x="1618" y="10850"/>
                </a:cubicBezTo>
                <a:cubicBezTo>
                  <a:pt x="1296" y="10850"/>
                  <a:pt x="973" y="10814"/>
                  <a:pt x="651" y="10733"/>
                </a:cubicBezTo>
                <a:cubicBezTo>
                  <a:pt x="616" y="10725"/>
                  <a:pt x="583" y="10721"/>
                  <a:pt x="552" y="10721"/>
                </a:cubicBezTo>
                <a:cubicBezTo>
                  <a:pt x="146" y="10721"/>
                  <a:pt x="1" y="11358"/>
                  <a:pt x="445" y="11464"/>
                </a:cubicBezTo>
                <a:cubicBezTo>
                  <a:pt x="848" y="11567"/>
                  <a:pt x="1247" y="11614"/>
                  <a:pt x="1643" y="11614"/>
                </a:cubicBezTo>
                <a:cubicBezTo>
                  <a:pt x="3000" y="11614"/>
                  <a:pt x="4311" y="11059"/>
                  <a:pt x="5513" y="10300"/>
                </a:cubicBezTo>
                <a:cubicBezTo>
                  <a:pt x="5604" y="10779"/>
                  <a:pt x="5787" y="11235"/>
                  <a:pt x="6060" y="11623"/>
                </a:cubicBezTo>
                <a:cubicBezTo>
                  <a:pt x="6680" y="12456"/>
                  <a:pt x="7646" y="12796"/>
                  <a:pt x="8649" y="12796"/>
                </a:cubicBezTo>
                <a:cubicBezTo>
                  <a:pt x="8828" y="12796"/>
                  <a:pt x="9008" y="12785"/>
                  <a:pt x="9188" y="12765"/>
                </a:cubicBezTo>
                <a:cubicBezTo>
                  <a:pt x="10397" y="12628"/>
                  <a:pt x="11584" y="12171"/>
                  <a:pt x="12680" y="11646"/>
                </a:cubicBezTo>
                <a:cubicBezTo>
                  <a:pt x="13205" y="11418"/>
                  <a:pt x="13707" y="11144"/>
                  <a:pt x="14186" y="10870"/>
                </a:cubicBezTo>
                <a:cubicBezTo>
                  <a:pt x="14278" y="11349"/>
                  <a:pt x="14460" y="11783"/>
                  <a:pt x="14711" y="12194"/>
                </a:cubicBezTo>
                <a:cubicBezTo>
                  <a:pt x="15373" y="13175"/>
                  <a:pt x="16492" y="13746"/>
                  <a:pt x="17633" y="13883"/>
                </a:cubicBezTo>
                <a:cubicBezTo>
                  <a:pt x="17852" y="13912"/>
                  <a:pt x="18071" y="13925"/>
                  <a:pt x="18290" y="13925"/>
                </a:cubicBezTo>
                <a:cubicBezTo>
                  <a:pt x="20353" y="13925"/>
                  <a:pt x="22394" y="12720"/>
                  <a:pt x="24024" y="11441"/>
                </a:cubicBezTo>
                <a:cubicBezTo>
                  <a:pt x="24184" y="11738"/>
                  <a:pt x="24389" y="12034"/>
                  <a:pt x="24663" y="12285"/>
                </a:cubicBezTo>
                <a:cubicBezTo>
                  <a:pt x="25460" y="13071"/>
                  <a:pt x="26493" y="13363"/>
                  <a:pt x="27566" y="13363"/>
                </a:cubicBezTo>
                <a:cubicBezTo>
                  <a:pt x="28800" y="13363"/>
                  <a:pt x="30085" y="12977"/>
                  <a:pt x="31123" y="12514"/>
                </a:cubicBezTo>
                <a:cubicBezTo>
                  <a:pt x="31785" y="12217"/>
                  <a:pt x="32424" y="11852"/>
                  <a:pt x="33017" y="11441"/>
                </a:cubicBezTo>
                <a:cubicBezTo>
                  <a:pt x="33291" y="11897"/>
                  <a:pt x="33656" y="12308"/>
                  <a:pt x="34136" y="12628"/>
                </a:cubicBezTo>
                <a:cubicBezTo>
                  <a:pt x="34966" y="13163"/>
                  <a:pt x="35990" y="13340"/>
                  <a:pt x="36979" y="13340"/>
                </a:cubicBezTo>
                <a:cubicBezTo>
                  <a:pt x="37214" y="13340"/>
                  <a:pt x="37446" y="13330"/>
                  <a:pt x="37674" y="13312"/>
                </a:cubicBezTo>
                <a:cubicBezTo>
                  <a:pt x="40413" y="13084"/>
                  <a:pt x="42946" y="11852"/>
                  <a:pt x="45206" y="10368"/>
                </a:cubicBezTo>
                <a:cubicBezTo>
                  <a:pt x="46370" y="9592"/>
                  <a:pt x="47488" y="8747"/>
                  <a:pt x="48607" y="7903"/>
                </a:cubicBezTo>
                <a:cubicBezTo>
                  <a:pt x="48926" y="7677"/>
                  <a:pt x="48720" y="7189"/>
                  <a:pt x="48420" y="7189"/>
                </a:cubicBezTo>
                <a:cubicBezTo>
                  <a:pt x="48356" y="7189"/>
                  <a:pt x="48287" y="7211"/>
                  <a:pt x="48219" y="7264"/>
                </a:cubicBezTo>
                <a:cubicBezTo>
                  <a:pt x="46393" y="8656"/>
                  <a:pt x="44544" y="10048"/>
                  <a:pt x="42490" y="11076"/>
                </a:cubicBezTo>
                <a:cubicBezTo>
                  <a:pt x="40877" y="11911"/>
                  <a:pt x="38964" y="12604"/>
                  <a:pt x="37105" y="12604"/>
                </a:cubicBezTo>
                <a:cubicBezTo>
                  <a:pt x="36728" y="12604"/>
                  <a:pt x="36354" y="12575"/>
                  <a:pt x="35984" y="12514"/>
                </a:cubicBezTo>
                <a:cubicBezTo>
                  <a:pt x="34980" y="12331"/>
                  <a:pt x="34113" y="11852"/>
                  <a:pt x="33633" y="10984"/>
                </a:cubicBezTo>
                <a:cubicBezTo>
                  <a:pt x="34798" y="10071"/>
                  <a:pt x="35779" y="8953"/>
                  <a:pt x="36555" y="7697"/>
                </a:cubicBezTo>
                <a:cubicBezTo>
                  <a:pt x="37126" y="6762"/>
                  <a:pt x="37765" y="5575"/>
                  <a:pt x="37765" y="4456"/>
                </a:cubicBezTo>
                <a:cubicBezTo>
                  <a:pt x="37747" y="3536"/>
                  <a:pt x="37144" y="2901"/>
                  <a:pt x="36351" y="2901"/>
                </a:cubicBezTo>
                <a:cubicBezTo>
                  <a:pt x="36141" y="2901"/>
                  <a:pt x="35917" y="2945"/>
                  <a:pt x="35688" y="3041"/>
                </a:cubicBezTo>
                <a:cubicBezTo>
                  <a:pt x="34546" y="3498"/>
                  <a:pt x="33679" y="4753"/>
                  <a:pt x="33177" y="5826"/>
                </a:cubicBezTo>
                <a:cubicBezTo>
                  <a:pt x="32606" y="6967"/>
                  <a:pt x="32332" y="8291"/>
                  <a:pt x="32469" y="9569"/>
                </a:cubicBezTo>
                <a:cubicBezTo>
                  <a:pt x="32492" y="9980"/>
                  <a:pt x="32583" y="10368"/>
                  <a:pt x="32720" y="10733"/>
                </a:cubicBezTo>
                <a:cubicBezTo>
                  <a:pt x="31442" y="11646"/>
                  <a:pt x="29959" y="12331"/>
                  <a:pt x="28406" y="12536"/>
                </a:cubicBezTo>
                <a:cubicBezTo>
                  <a:pt x="28144" y="12575"/>
                  <a:pt x="27870" y="12597"/>
                  <a:pt x="27594" y="12597"/>
                </a:cubicBezTo>
                <a:cubicBezTo>
                  <a:pt x="26888" y="12597"/>
                  <a:pt x="26167" y="12451"/>
                  <a:pt x="25576" y="12057"/>
                </a:cubicBezTo>
                <a:cubicBezTo>
                  <a:pt x="25142" y="11760"/>
                  <a:pt x="24846" y="11372"/>
                  <a:pt x="24663" y="10916"/>
                </a:cubicBezTo>
                <a:cubicBezTo>
                  <a:pt x="24709" y="10870"/>
                  <a:pt x="24777" y="10802"/>
                  <a:pt x="24846" y="10756"/>
                </a:cubicBezTo>
                <a:cubicBezTo>
                  <a:pt x="25827" y="9911"/>
                  <a:pt x="26672" y="8953"/>
                  <a:pt x="27425" y="7903"/>
                </a:cubicBezTo>
                <a:cubicBezTo>
                  <a:pt x="28133" y="6944"/>
                  <a:pt x="28931" y="5780"/>
                  <a:pt x="29228" y="4616"/>
                </a:cubicBezTo>
                <a:cubicBezTo>
                  <a:pt x="29432" y="3758"/>
                  <a:pt x="29088" y="2699"/>
                  <a:pt x="28146" y="2699"/>
                </a:cubicBezTo>
                <a:cubicBezTo>
                  <a:pt x="28036" y="2699"/>
                  <a:pt x="27917" y="2713"/>
                  <a:pt x="27790" y="2744"/>
                </a:cubicBezTo>
                <a:cubicBezTo>
                  <a:pt x="27197" y="2904"/>
                  <a:pt x="26717" y="3361"/>
                  <a:pt x="26307" y="3771"/>
                </a:cubicBezTo>
                <a:cubicBezTo>
                  <a:pt x="25850" y="4228"/>
                  <a:pt x="25439" y="4730"/>
                  <a:pt x="25074" y="5255"/>
                </a:cubicBezTo>
                <a:cubicBezTo>
                  <a:pt x="24115" y="6716"/>
                  <a:pt x="23271" y="8884"/>
                  <a:pt x="23750" y="10688"/>
                </a:cubicBezTo>
                <a:cubicBezTo>
                  <a:pt x="22951" y="11304"/>
                  <a:pt x="22107" y="11874"/>
                  <a:pt x="21194" y="12331"/>
                </a:cubicBezTo>
                <a:cubicBezTo>
                  <a:pt x="20316" y="12775"/>
                  <a:pt x="19170" y="13127"/>
                  <a:pt x="18089" y="13127"/>
                </a:cubicBezTo>
                <a:cubicBezTo>
                  <a:pt x="16894" y="13127"/>
                  <a:pt x="15778" y="12697"/>
                  <a:pt x="15191" y="11486"/>
                </a:cubicBezTo>
                <a:cubicBezTo>
                  <a:pt x="15031" y="11167"/>
                  <a:pt x="14940" y="10802"/>
                  <a:pt x="14894" y="10436"/>
                </a:cubicBezTo>
                <a:cubicBezTo>
                  <a:pt x="15259" y="10208"/>
                  <a:pt x="15647" y="9934"/>
                  <a:pt x="16012" y="9683"/>
                </a:cubicBezTo>
                <a:cubicBezTo>
                  <a:pt x="18021" y="8154"/>
                  <a:pt x="19756" y="6259"/>
                  <a:pt x="21011" y="4068"/>
                </a:cubicBezTo>
                <a:cubicBezTo>
                  <a:pt x="21468" y="3269"/>
                  <a:pt x="22061" y="1923"/>
                  <a:pt x="21125" y="1215"/>
                </a:cubicBezTo>
                <a:cubicBezTo>
                  <a:pt x="20879" y="1025"/>
                  <a:pt x="20608" y="947"/>
                  <a:pt x="20328" y="947"/>
                </a:cubicBezTo>
                <a:cubicBezTo>
                  <a:pt x="19464" y="947"/>
                  <a:pt x="18510" y="1686"/>
                  <a:pt x="17907" y="2151"/>
                </a:cubicBezTo>
                <a:cubicBezTo>
                  <a:pt x="15967" y="3657"/>
                  <a:pt x="14597" y="5917"/>
                  <a:pt x="14209" y="8359"/>
                </a:cubicBezTo>
                <a:cubicBezTo>
                  <a:pt x="14118" y="8907"/>
                  <a:pt x="14072" y="9478"/>
                  <a:pt x="14095" y="10048"/>
                </a:cubicBezTo>
                <a:cubicBezTo>
                  <a:pt x="13547" y="10368"/>
                  <a:pt x="12954" y="10688"/>
                  <a:pt x="12360" y="10961"/>
                </a:cubicBezTo>
                <a:cubicBezTo>
                  <a:pt x="11399" y="11407"/>
                  <a:pt x="9909" y="12075"/>
                  <a:pt x="8620" y="12075"/>
                </a:cubicBezTo>
                <a:cubicBezTo>
                  <a:pt x="7798" y="12075"/>
                  <a:pt x="7057" y="11803"/>
                  <a:pt x="6585" y="11030"/>
                </a:cubicBezTo>
                <a:cubicBezTo>
                  <a:pt x="6380" y="10665"/>
                  <a:pt x="6243" y="10254"/>
                  <a:pt x="6197" y="9843"/>
                </a:cubicBezTo>
                <a:cubicBezTo>
                  <a:pt x="6745" y="9455"/>
                  <a:pt x="7247" y="9021"/>
                  <a:pt x="7727" y="8610"/>
                </a:cubicBezTo>
                <a:cubicBezTo>
                  <a:pt x="9690" y="6876"/>
                  <a:pt x="11310" y="4662"/>
                  <a:pt x="12315" y="2242"/>
                </a:cubicBezTo>
                <a:cubicBezTo>
                  <a:pt x="12497" y="1763"/>
                  <a:pt x="12657" y="1215"/>
                  <a:pt x="12474" y="713"/>
                </a:cubicBezTo>
                <a:cubicBezTo>
                  <a:pt x="12306" y="250"/>
                  <a:pt x="11865" y="0"/>
                  <a:pt x="113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2303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ytone One"/>
              <a:buNone/>
              <a:defRPr sz="2800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Encode Sans"/>
              <a:buChar char="●"/>
              <a:defRPr sz="1800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○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■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●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○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■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●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○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"/>
              <a:buChar char="■"/>
              <a:defRPr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5" r:id="rId5"/>
    <p:sldLayoutId id="2147483658" r:id="rId6"/>
    <p:sldLayoutId id="2147483659" r:id="rId7"/>
    <p:sldLayoutId id="2147483661" r:id="rId8"/>
    <p:sldLayoutId id="2147483666" r:id="rId9"/>
    <p:sldLayoutId id="2147483675" r:id="rId10"/>
    <p:sldLayoutId id="214748368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>
          <p15:clr>
            <a:srgbClr val="EA4335"/>
          </p15:clr>
        </p15:guide>
        <p15:guide id="4">
          <p15:clr>
            <a:srgbClr val="EA4335"/>
          </p15:clr>
        </p15:guide>
        <p15:guide id="5" orient="horz" pos="3240">
          <p15:clr>
            <a:srgbClr val="EA4335"/>
          </p15:clr>
        </p15:guide>
        <p15:guide id="6" pos="576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 pos="2903">
          <p15:clr>
            <a:srgbClr val="EA4335"/>
          </p15:clr>
        </p15:guide>
        <p15:guide id="9" pos="449">
          <p15:clr>
            <a:srgbClr val="EA4335"/>
          </p15:clr>
        </p15:guide>
        <p15:guide id="10" pos="531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37"/>
          <p:cNvSpPr txBox="1">
            <a:spLocks noGrp="1"/>
          </p:cNvSpPr>
          <p:nvPr>
            <p:ph type="ctrTitle"/>
          </p:nvPr>
        </p:nvSpPr>
        <p:spPr>
          <a:xfrm>
            <a:off x="4874150" y="974506"/>
            <a:ext cx="38118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Depressão</a:t>
            </a:r>
            <a:endParaRPr dirty="0"/>
          </a:p>
        </p:txBody>
      </p:sp>
      <p:sp>
        <p:nvSpPr>
          <p:cNvPr id="1745" name="Google Shape;1745;p37"/>
          <p:cNvSpPr txBox="1">
            <a:spLocks noGrp="1"/>
          </p:cNvSpPr>
          <p:nvPr>
            <p:ph type="subTitle" idx="1"/>
          </p:nvPr>
        </p:nvSpPr>
        <p:spPr>
          <a:xfrm>
            <a:off x="4572000" y="2866437"/>
            <a:ext cx="4408246" cy="15320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sz="24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  <a:t>Deborah de Lemos </a:t>
            </a:r>
            <a:br>
              <a:rPr lang="en" sz="24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</a:br>
            <a:r>
              <a:rPr lang="en" sz="24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  <a:t>Eduarda Dantas e Silva</a:t>
            </a:r>
            <a:br>
              <a:rPr lang="en" sz="24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</a:br>
            <a:r>
              <a:rPr lang="en" sz="2400" dirty="0">
                <a:solidFill>
                  <a:schemeClr val="bg1">
                    <a:lumMod val="75000"/>
                  </a:schemeClr>
                </a:solidFill>
                <a:latin typeface="Inter-Regular" panose="020B0604020202020204" charset="0"/>
                <a:ea typeface="Inter-Regular" panose="020B0604020202020204" charset="0"/>
              </a:rPr>
              <a:t>Jonathan Mota de Souza</a:t>
            </a:r>
            <a:endParaRPr lang="pt-BR" sz="2400" dirty="0">
              <a:solidFill>
                <a:schemeClr val="bg1">
                  <a:lumMod val="75000"/>
                </a:schemeClr>
              </a:solidFill>
              <a:latin typeface="Inter-Regular" panose="020B0604020202020204" charset="0"/>
              <a:ea typeface="Inter-Regular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46" name="Google Shape;1746;p37"/>
          <p:cNvGrpSpPr/>
          <p:nvPr/>
        </p:nvGrpSpPr>
        <p:grpSpPr>
          <a:xfrm>
            <a:off x="3304937" y="1153820"/>
            <a:ext cx="936874" cy="681863"/>
            <a:chOff x="3349430" y="1025723"/>
            <a:chExt cx="1021562" cy="743499"/>
          </a:xfrm>
        </p:grpSpPr>
        <p:sp>
          <p:nvSpPr>
            <p:cNvPr id="1747" name="Google Shape;1747;p37"/>
            <p:cNvSpPr/>
            <p:nvPr/>
          </p:nvSpPr>
          <p:spPr>
            <a:xfrm>
              <a:off x="3349430" y="1025723"/>
              <a:ext cx="1021562" cy="743498"/>
            </a:xfrm>
            <a:custGeom>
              <a:avLst/>
              <a:gdLst/>
              <a:ahLst/>
              <a:cxnLst/>
              <a:rect l="l" t="t" r="r" b="b"/>
              <a:pathLst>
                <a:path w="16738" h="12182" extrusionOk="0">
                  <a:moveTo>
                    <a:pt x="16039" y="1"/>
                  </a:moveTo>
                  <a:cubicBezTo>
                    <a:pt x="15416" y="1"/>
                    <a:pt x="14792" y="152"/>
                    <a:pt x="14241" y="439"/>
                  </a:cubicBezTo>
                  <a:cubicBezTo>
                    <a:pt x="13857" y="642"/>
                    <a:pt x="13495" y="919"/>
                    <a:pt x="13207" y="1261"/>
                  </a:cubicBezTo>
                  <a:cubicBezTo>
                    <a:pt x="11648" y="667"/>
                    <a:pt x="9884" y="384"/>
                    <a:pt x="8142" y="384"/>
                  </a:cubicBezTo>
                  <a:cubicBezTo>
                    <a:pt x="6939" y="384"/>
                    <a:pt x="5747" y="519"/>
                    <a:pt x="4641" y="781"/>
                  </a:cubicBezTo>
                  <a:cubicBezTo>
                    <a:pt x="3339" y="1079"/>
                    <a:pt x="1590" y="1655"/>
                    <a:pt x="907" y="2914"/>
                  </a:cubicBezTo>
                  <a:cubicBezTo>
                    <a:pt x="224" y="4173"/>
                    <a:pt x="0" y="5656"/>
                    <a:pt x="107" y="7085"/>
                  </a:cubicBezTo>
                  <a:cubicBezTo>
                    <a:pt x="224" y="8643"/>
                    <a:pt x="203" y="10200"/>
                    <a:pt x="1547" y="11256"/>
                  </a:cubicBezTo>
                  <a:cubicBezTo>
                    <a:pt x="2336" y="11875"/>
                    <a:pt x="3531" y="12067"/>
                    <a:pt x="4513" y="12120"/>
                  </a:cubicBezTo>
                  <a:cubicBezTo>
                    <a:pt x="5245" y="12159"/>
                    <a:pt x="5986" y="12182"/>
                    <a:pt x="6730" y="12182"/>
                  </a:cubicBezTo>
                  <a:cubicBezTo>
                    <a:pt x="7839" y="12182"/>
                    <a:pt x="8955" y="12130"/>
                    <a:pt x="10060" y="12003"/>
                  </a:cubicBezTo>
                  <a:cubicBezTo>
                    <a:pt x="11638" y="11832"/>
                    <a:pt x="13399" y="11608"/>
                    <a:pt x="14433" y="10211"/>
                  </a:cubicBezTo>
                  <a:cubicBezTo>
                    <a:pt x="15148" y="9251"/>
                    <a:pt x="15479" y="8045"/>
                    <a:pt x="15500" y="6840"/>
                  </a:cubicBezTo>
                  <a:cubicBezTo>
                    <a:pt x="15511" y="6253"/>
                    <a:pt x="15447" y="5677"/>
                    <a:pt x="15308" y="5133"/>
                  </a:cubicBezTo>
                  <a:cubicBezTo>
                    <a:pt x="15105" y="4269"/>
                    <a:pt x="14967" y="3127"/>
                    <a:pt x="14444" y="2263"/>
                  </a:cubicBezTo>
                  <a:cubicBezTo>
                    <a:pt x="14572" y="1975"/>
                    <a:pt x="14732" y="1709"/>
                    <a:pt x="14935" y="1453"/>
                  </a:cubicBezTo>
                  <a:cubicBezTo>
                    <a:pt x="15404" y="855"/>
                    <a:pt x="16044" y="386"/>
                    <a:pt x="16738" y="66"/>
                  </a:cubicBezTo>
                  <a:cubicBezTo>
                    <a:pt x="16507" y="22"/>
                    <a:pt x="16273" y="1"/>
                    <a:pt x="16039" y="1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7"/>
            <p:cNvSpPr/>
            <p:nvPr/>
          </p:nvSpPr>
          <p:spPr>
            <a:xfrm>
              <a:off x="3574032" y="1169822"/>
              <a:ext cx="523964" cy="469218"/>
            </a:xfrm>
            <a:custGeom>
              <a:avLst/>
              <a:gdLst/>
              <a:ahLst/>
              <a:cxnLst/>
              <a:rect l="l" t="t" r="r" b="b"/>
              <a:pathLst>
                <a:path w="8585" h="7688" extrusionOk="0">
                  <a:moveTo>
                    <a:pt x="4368" y="0"/>
                  </a:moveTo>
                  <a:cubicBezTo>
                    <a:pt x="3721" y="0"/>
                    <a:pt x="3071" y="120"/>
                    <a:pt x="2518" y="318"/>
                  </a:cubicBezTo>
                  <a:cubicBezTo>
                    <a:pt x="1345" y="745"/>
                    <a:pt x="545" y="1599"/>
                    <a:pt x="203" y="2772"/>
                  </a:cubicBezTo>
                  <a:cubicBezTo>
                    <a:pt x="0" y="3455"/>
                    <a:pt x="54" y="4191"/>
                    <a:pt x="214" y="4884"/>
                  </a:cubicBezTo>
                  <a:cubicBezTo>
                    <a:pt x="310" y="5279"/>
                    <a:pt x="427" y="5684"/>
                    <a:pt x="641" y="6047"/>
                  </a:cubicBezTo>
                  <a:cubicBezTo>
                    <a:pt x="1003" y="6634"/>
                    <a:pt x="1590" y="7082"/>
                    <a:pt x="2230" y="7348"/>
                  </a:cubicBezTo>
                  <a:cubicBezTo>
                    <a:pt x="2768" y="7580"/>
                    <a:pt x="3336" y="7688"/>
                    <a:pt x="3899" y="7688"/>
                  </a:cubicBezTo>
                  <a:cubicBezTo>
                    <a:pt x="6290" y="7688"/>
                    <a:pt x="8585" y="5741"/>
                    <a:pt x="8118" y="3081"/>
                  </a:cubicBezTo>
                  <a:cubicBezTo>
                    <a:pt x="7948" y="2111"/>
                    <a:pt x="7361" y="1161"/>
                    <a:pt x="6518" y="585"/>
                  </a:cubicBezTo>
                  <a:cubicBezTo>
                    <a:pt x="5919" y="172"/>
                    <a:pt x="5145" y="0"/>
                    <a:pt x="4368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7"/>
            <p:cNvSpPr/>
            <p:nvPr/>
          </p:nvSpPr>
          <p:spPr>
            <a:xfrm>
              <a:off x="3704887" y="1330522"/>
              <a:ext cx="21544" cy="74948"/>
            </a:xfrm>
            <a:custGeom>
              <a:avLst/>
              <a:gdLst/>
              <a:ahLst/>
              <a:cxnLst/>
              <a:rect l="l" t="t" r="r" b="b"/>
              <a:pathLst>
                <a:path w="353" h="1228" extrusionOk="0">
                  <a:moveTo>
                    <a:pt x="129" y="0"/>
                  </a:moveTo>
                  <a:cubicBezTo>
                    <a:pt x="54" y="0"/>
                    <a:pt x="1" y="278"/>
                    <a:pt x="54" y="640"/>
                  </a:cubicBezTo>
                  <a:cubicBezTo>
                    <a:pt x="96" y="975"/>
                    <a:pt x="209" y="1227"/>
                    <a:pt x="284" y="1227"/>
                  </a:cubicBezTo>
                  <a:cubicBezTo>
                    <a:pt x="286" y="1227"/>
                    <a:pt x="287" y="1227"/>
                    <a:pt x="289" y="1227"/>
                  </a:cubicBezTo>
                  <a:cubicBezTo>
                    <a:pt x="353" y="1206"/>
                    <a:pt x="321" y="928"/>
                    <a:pt x="289" y="598"/>
                  </a:cubicBezTo>
                  <a:cubicBezTo>
                    <a:pt x="246" y="267"/>
                    <a:pt x="193" y="0"/>
                    <a:pt x="129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7"/>
            <p:cNvSpPr/>
            <p:nvPr/>
          </p:nvSpPr>
          <p:spPr>
            <a:xfrm>
              <a:off x="3914536" y="1283587"/>
              <a:ext cx="18310" cy="76901"/>
            </a:xfrm>
            <a:custGeom>
              <a:avLst/>
              <a:gdLst/>
              <a:ahLst/>
              <a:cxnLst/>
              <a:rect l="l" t="t" r="r" b="b"/>
              <a:pathLst>
                <a:path w="300" h="1260" extrusionOk="0">
                  <a:moveTo>
                    <a:pt x="68" y="1"/>
                  </a:moveTo>
                  <a:cubicBezTo>
                    <a:pt x="67" y="1"/>
                    <a:pt x="66" y="1"/>
                    <a:pt x="65" y="1"/>
                  </a:cubicBezTo>
                  <a:cubicBezTo>
                    <a:pt x="1" y="23"/>
                    <a:pt x="1" y="300"/>
                    <a:pt x="33" y="641"/>
                  </a:cubicBezTo>
                  <a:cubicBezTo>
                    <a:pt x="65" y="983"/>
                    <a:pt x="129" y="1260"/>
                    <a:pt x="193" y="1260"/>
                  </a:cubicBezTo>
                  <a:cubicBezTo>
                    <a:pt x="267" y="1260"/>
                    <a:pt x="299" y="961"/>
                    <a:pt x="267" y="620"/>
                  </a:cubicBezTo>
                  <a:cubicBezTo>
                    <a:pt x="225" y="274"/>
                    <a:pt x="132" y="1"/>
                    <a:pt x="68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7"/>
            <p:cNvSpPr/>
            <p:nvPr/>
          </p:nvSpPr>
          <p:spPr>
            <a:xfrm>
              <a:off x="3769338" y="1354813"/>
              <a:ext cx="119868" cy="90999"/>
            </a:xfrm>
            <a:custGeom>
              <a:avLst/>
              <a:gdLst/>
              <a:ahLst/>
              <a:cxnLst/>
              <a:rect l="l" t="t" r="r" b="b"/>
              <a:pathLst>
                <a:path w="1964" h="1491" extrusionOk="0">
                  <a:moveTo>
                    <a:pt x="1054" y="0"/>
                  </a:moveTo>
                  <a:cubicBezTo>
                    <a:pt x="955" y="0"/>
                    <a:pt x="851" y="14"/>
                    <a:pt x="747" y="40"/>
                  </a:cubicBezTo>
                  <a:cubicBezTo>
                    <a:pt x="513" y="104"/>
                    <a:pt x="299" y="274"/>
                    <a:pt x="193" y="466"/>
                  </a:cubicBezTo>
                  <a:cubicBezTo>
                    <a:pt x="65" y="648"/>
                    <a:pt x="33" y="840"/>
                    <a:pt x="11" y="1000"/>
                  </a:cubicBezTo>
                  <a:cubicBezTo>
                    <a:pt x="1" y="1320"/>
                    <a:pt x="97" y="1490"/>
                    <a:pt x="118" y="1490"/>
                  </a:cubicBezTo>
                  <a:cubicBezTo>
                    <a:pt x="161" y="1480"/>
                    <a:pt x="118" y="1309"/>
                    <a:pt x="171" y="1021"/>
                  </a:cubicBezTo>
                  <a:cubicBezTo>
                    <a:pt x="203" y="893"/>
                    <a:pt x="257" y="733"/>
                    <a:pt x="363" y="584"/>
                  </a:cubicBezTo>
                  <a:cubicBezTo>
                    <a:pt x="470" y="434"/>
                    <a:pt x="609" y="317"/>
                    <a:pt x="811" y="264"/>
                  </a:cubicBezTo>
                  <a:cubicBezTo>
                    <a:pt x="891" y="241"/>
                    <a:pt x="971" y="230"/>
                    <a:pt x="1049" y="230"/>
                  </a:cubicBezTo>
                  <a:cubicBezTo>
                    <a:pt x="1158" y="230"/>
                    <a:pt x="1262" y="252"/>
                    <a:pt x="1356" y="296"/>
                  </a:cubicBezTo>
                  <a:cubicBezTo>
                    <a:pt x="1516" y="360"/>
                    <a:pt x="1622" y="477"/>
                    <a:pt x="1697" y="594"/>
                  </a:cubicBezTo>
                  <a:cubicBezTo>
                    <a:pt x="1772" y="722"/>
                    <a:pt x="1814" y="829"/>
                    <a:pt x="1857" y="904"/>
                  </a:cubicBezTo>
                  <a:cubicBezTo>
                    <a:pt x="1905" y="951"/>
                    <a:pt x="1927" y="991"/>
                    <a:pt x="1946" y="991"/>
                  </a:cubicBezTo>
                  <a:cubicBezTo>
                    <a:pt x="1948" y="991"/>
                    <a:pt x="1951" y="990"/>
                    <a:pt x="1953" y="989"/>
                  </a:cubicBezTo>
                  <a:cubicBezTo>
                    <a:pt x="1964" y="989"/>
                    <a:pt x="1964" y="936"/>
                    <a:pt x="1953" y="850"/>
                  </a:cubicBezTo>
                  <a:cubicBezTo>
                    <a:pt x="1932" y="776"/>
                    <a:pt x="1910" y="648"/>
                    <a:pt x="1846" y="509"/>
                  </a:cubicBezTo>
                  <a:cubicBezTo>
                    <a:pt x="1772" y="360"/>
                    <a:pt x="1654" y="189"/>
                    <a:pt x="1452" y="93"/>
                  </a:cubicBezTo>
                  <a:cubicBezTo>
                    <a:pt x="1337" y="30"/>
                    <a:pt x="1200" y="0"/>
                    <a:pt x="1054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7"/>
            <p:cNvSpPr/>
            <p:nvPr/>
          </p:nvSpPr>
          <p:spPr>
            <a:xfrm>
              <a:off x="3670403" y="1271320"/>
              <a:ext cx="83370" cy="29906"/>
            </a:xfrm>
            <a:custGeom>
              <a:avLst/>
              <a:gdLst/>
              <a:ahLst/>
              <a:cxnLst/>
              <a:rect l="l" t="t" r="r" b="b"/>
              <a:pathLst>
                <a:path w="1366" h="490" extrusionOk="0">
                  <a:moveTo>
                    <a:pt x="102" y="0"/>
                  </a:moveTo>
                  <a:cubicBezTo>
                    <a:pt x="59" y="0"/>
                    <a:pt x="30" y="7"/>
                    <a:pt x="22" y="21"/>
                  </a:cubicBezTo>
                  <a:cubicBezTo>
                    <a:pt x="0" y="74"/>
                    <a:pt x="278" y="234"/>
                    <a:pt x="651" y="352"/>
                  </a:cubicBezTo>
                  <a:cubicBezTo>
                    <a:pt x="926" y="438"/>
                    <a:pt x="1172" y="490"/>
                    <a:pt x="1287" y="490"/>
                  </a:cubicBezTo>
                  <a:cubicBezTo>
                    <a:pt x="1328" y="490"/>
                    <a:pt x="1352" y="483"/>
                    <a:pt x="1355" y="469"/>
                  </a:cubicBezTo>
                  <a:cubicBezTo>
                    <a:pt x="1366" y="405"/>
                    <a:pt x="1088" y="256"/>
                    <a:pt x="726" y="138"/>
                  </a:cubicBezTo>
                  <a:cubicBezTo>
                    <a:pt x="467" y="52"/>
                    <a:pt x="225" y="0"/>
                    <a:pt x="102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7"/>
            <p:cNvSpPr/>
            <p:nvPr/>
          </p:nvSpPr>
          <p:spPr>
            <a:xfrm>
              <a:off x="3866991" y="1221150"/>
              <a:ext cx="52793" cy="56394"/>
            </a:xfrm>
            <a:custGeom>
              <a:avLst/>
              <a:gdLst/>
              <a:ahLst/>
              <a:cxnLst/>
              <a:rect l="l" t="t" r="r" b="b"/>
              <a:pathLst>
                <a:path w="865" h="924" extrusionOk="0">
                  <a:moveTo>
                    <a:pt x="805" y="0"/>
                  </a:moveTo>
                  <a:cubicBezTo>
                    <a:pt x="724" y="0"/>
                    <a:pt x="514" y="142"/>
                    <a:pt x="321" y="363"/>
                  </a:cubicBezTo>
                  <a:cubicBezTo>
                    <a:pt x="97" y="619"/>
                    <a:pt x="1" y="886"/>
                    <a:pt x="54" y="918"/>
                  </a:cubicBezTo>
                  <a:cubicBezTo>
                    <a:pt x="59" y="921"/>
                    <a:pt x="65" y="923"/>
                    <a:pt x="72" y="923"/>
                  </a:cubicBezTo>
                  <a:cubicBezTo>
                    <a:pt x="142" y="923"/>
                    <a:pt x="317" y="736"/>
                    <a:pt x="492" y="523"/>
                  </a:cubicBezTo>
                  <a:cubicBezTo>
                    <a:pt x="694" y="267"/>
                    <a:pt x="865" y="64"/>
                    <a:pt x="833" y="11"/>
                  </a:cubicBezTo>
                  <a:cubicBezTo>
                    <a:pt x="827" y="4"/>
                    <a:pt x="818" y="0"/>
                    <a:pt x="805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7"/>
            <p:cNvSpPr/>
            <p:nvPr/>
          </p:nvSpPr>
          <p:spPr>
            <a:xfrm>
              <a:off x="3349430" y="1113061"/>
              <a:ext cx="946065" cy="656160"/>
            </a:xfrm>
            <a:custGeom>
              <a:avLst/>
              <a:gdLst/>
              <a:ahLst/>
              <a:cxnLst/>
              <a:rect l="l" t="t" r="r" b="b"/>
              <a:pathLst>
                <a:path w="15501" h="10751" extrusionOk="0">
                  <a:moveTo>
                    <a:pt x="2656" y="0"/>
                  </a:moveTo>
                  <a:cubicBezTo>
                    <a:pt x="1920" y="342"/>
                    <a:pt x="1270" y="811"/>
                    <a:pt x="907" y="1483"/>
                  </a:cubicBezTo>
                  <a:cubicBezTo>
                    <a:pt x="224" y="2742"/>
                    <a:pt x="0" y="4225"/>
                    <a:pt x="107" y="5654"/>
                  </a:cubicBezTo>
                  <a:cubicBezTo>
                    <a:pt x="224" y="7212"/>
                    <a:pt x="203" y="8769"/>
                    <a:pt x="1547" y="9825"/>
                  </a:cubicBezTo>
                  <a:cubicBezTo>
                    <a:pt x="2336" y="10444"/>
                    <a:pt x="3531" y="10636"/>
                    <a:pt x="4502" y="10689"/>
                  </a:cubicBezTo>
                  <a:cubicBezTo>
                    <a:pt x="5239" y="10728"/>
                    <a:pt x="5982" y="10751"/>
                    <a:pt x="6728" y="10751"/>
                  </a:cubicBezTo>
                  <a:cubicBezTo>
                    <a:pt x="7839" y="10751"/>
                    <a:pt x="8955" y="10699"/>
                    <a:pt x="10060" y="10572"/>
                  </a:cubicBezTo>
                  <a:cubicBezTo>
                    <a:pt x="11638" y="10401"/>
                    <a:pt x="13399" y="10177"/>
                    <a:pt x="14433" y="8780"/>
                  </a:cubicBezTo>
                  <a:cubicBezTo>
                    <a:pt x="15148" y="7820"/>
                    <a:pt x="15479" y="6614"/>
                    <a:pt x="15500" y="5409"/>
                  </a:cubicBezTo>
                  <a:cubicBezTo>
                    <a:pt x="15500" y="5249"/>
                    <a:pt x="15500" y="5089"/>
                    <a:pt x="15479" y="4929"/>
                  </a:cubicBezTo>
                  <a:cubicBezTo>
                    <a:pt x="14711" y="5185"/>
                    <a:pt x="13943" y="5494"/>
                    <a:pt x="13175" y="5729"/>
                  </a:cubicBezTo>
                  <a:cubicBezTo>
                    <a:pt x="12339" y="6014"/>
                    <a:pt x="11449" y="6225"/>
                    <a:pt x="10565" y="6225"/>
                  </a:cubicBezTo>
                  <a:cubicBezTo>
                    <a:pt x="10162" y="6225"/>
                    <a:pt x="9761" y="6181"/>
                    <a:pt x="9366" y="6081"/>
                  </a:cubicBezTo>
                  <a:cubicBezTo>
                    <a:pt x="7798" y="5675"/>
                    <a:pt x="6571" y="4470"/>
                    <a:pt x="5590" y="3201"/>
                  </a:cubicBezTo>
                  <a:cubicBezTo>
                    <a:pt x="4843" y="2251"/>
                    <a:pt x="4161" y="1238"/>
                    <a:pt x="3254" y="448"/>
                  </a:cubicBezTo>
                  <a:cubicBezTo>
                    <a:pt x="3072" y="288"/>
                    <a:pt x="2870" y="150"/>
                    <a:pt x="2656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5" name="Google Shape;1755;p37"/>
          <p:cNvGrpSpPr/>
          <p:nvPr/>
        </p:nvGrpSpPr>
        <p:grpSpPr>
          <a:xfrm>
            <a:off x="3436307" y="2390104"/>
            <a:ext cx="865229" cy="588779"/>
            <a:chOff x="3492675" y="2373759"/>
            <a:chExt cx="943441" cy="642001"/>
          </a:xfrm>
        </p:grpSpPr>
        <p:sp>
          <p:nvSpPr>
            <p:cNvPr id="1756" name="Google Shape;1756;p37"/>
            <p:cNvSpPr/>
            <p:nvPr/>
          </p:nvSpPr>
          <p:spPr>
            <a:xfrm>
              <a:off x="3492675" y="2373759"/>
              <a:ext cx="943440" cy="642001"/>
            </a:xfrm>
            <a:custGeom>
              <a:avLst/>
              <a:gdLst/>
              <a:ahLst/>
              <a:cxnLst/>
              <a:rect l="l" t="t" r="r" b="b"/>
              <a:pathLst>
                <a:path w="15458" h="10519" extrusionOk="0">
                  <a:moveTo>
                    <a:pt x="6448" y="1"/>
                  </a:moveTo>
                  <a:cubicBezTo>
                    <a:pt x="5834" y="1"/>
                    <a:pt x="5213" y="33"/>
                    <a:pt x="4576" y="82"/>
                  </a:cubicBezTo>
                  <a:cubicBezTo>
                    <a:pt x="2304" y="242"/>
                    <a:pt x="1088" y="1533"/>
                    <a:pt x="661" y="3719"/>
                  </a:cubicBezTo>
                  <a:cubicBezTo>
                    <a:pt x="373" y="5224"/>
                    <a:pt x="0" y="7634"/>
                    <a:pt x="1227" y="8797"/>
                  </a:cubicBezTo>
                  <a:cubicBezTo>
                    <a:pt x="2790" y="10296"/>
                    <a:pt x="5436" y="10519"/>
                    <a:pt x="7649" y="10519"/>
                  </a:cubicBezTo>
                  <a:cubicBezTo>
                    <a:pt x="8035" y="10519"/>
                    <a:pt x="8407" y="10512"/>
                    <a:pt x="8758" y="10504"/>
                  </a:cubicBezTo>
                  <a:cubicBezTo>
                    <a:pt x="10081" y="10483"/>
                    <a:pt x="11084" y="9811"/>
                    <a:pt x="11745" y="8840"/>
                  </a:cubicBezTo>
                  <a:cubicBezTo>
                    <a:pt x="12172" y="9075"/>
                    <a:pt x="12652" y="9224"/>
                    <a:pt x="13142" y="9224"/>
                  </a:cubicBezTo>
                  <a:cubicBezTo>
                    <a:pt x="14049" y="9224"/>
                    <a:pt x="14935" y="8755"/>
                    <a:pt x="15457" y="8029"/>
                  </a:cubicBezTo>
                  <a:lnTo>
                    <a:pt x="15457" y="8029"/>
                  </a:lnTo>
                  <a:cubicBezTo>
                    <a:pt x="15067" y="8172"/>
                    <a:pt x="14651" y="8257"/>
                    <a:pt x="14241" y="8257"/>
                  </a:cubicBezTo>
                  <a:cubicBezTo>
                    <a:pt x="13946" y="8257"/>
                    <a:pt x="13654" y="8213"/>
                    <a:pt x="13377" y="8114"/>
                  </a:cubicBezTo>
                  <a:cubicBezTo>
                    <a:pt x="13004" y="7997"/>
                    <a:pt x="12673" y="7773"/>
                    <a:pt x="12406" y="7496"/>
                  </a:cubicBezTo>
                  <a:cubicBezTo>
                    <a:pt x="12705" y="6589"/>
                    <a:pt x="12812" y="5576"/>
                    <a:pt x="12726" y="4584"/>
                  </a:cubicBezTo>
                  <a:cubicBezTo>
                    <a:pt x="12545" y="2695"/>
                    <a:pt x="11606" y="946"/>
                    <a:pt x="9878" y="455"/>
                  </a:cubicBezTo>
                  <a:cubicBezTo>
                    <a:pt x="8718" y="115"/>
                    <a:pt x="7595" y="1"/>
                    <a:pt x="6448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7"/>
            <p:cNvSpPr/>
            <p:nvPr/>
          </p:nvSpPr>
          <p:spPr>
            <a:xfrm>
              <a:off x="3697075" y="2473609"/>
              <a:ext cx="345810" cy="461284"/>
            </a:xfrm>
            <a:custGeom>
              <a:avLst/>
              <a:gdLst/>
              <a:ahLst/>
              <a:cxnLst/>
              <a:rect l="l" t="t" r="r" b="b"/>
              <a:pathLst>
                <a:path w="5666" h="7558" extrusionOk="0">
                  <a:moveTo>
                    <a:pt x="4380" y="2560"/>
                  </a:moveTo>
                  <a:cubicBezTo>
                    <a:pt x="4710" y="2560"/>
                    <a:pt x="5022" y="2618"/>
                    <a:pt x="5245" y="2784"/>
                  </a:cubicBezTo>
                  <a:lnTo>
                    <a:pt x="5245" y="2784"/>
                  </a:lnTo>
                  <a:cubicBezTo>
                    <a:pt x="4891" y="3172"/>
                    <a:pt x="4289" y="3247"/>
                    <a:pt x="3748" y="3247"/>
                  </a:cubicBezTo>
                  <a:cubicBezTo>
                    <a:pt x="3602" y="3247"/>
                    <a:pt x="3460" y="3242"/>
                    <a:pt x="3329" y="3236"/>
                  </a:cubicBezTo>
                  <a:cubicBezTo>
                    <a:pt x="2972" y="3225"/>
                    <a:pt x="2620" y="3164"/>
                    <a:pt x="2279" y="3061"/>
                  </a:cubicBezTo>
                  <a:lnTo>
                    <a:pt x="2279" y="3061"/>
                  </a:lnTo>
                  <a:cubicBezTo>
                    <a:pt x="2533" y="2944"/>
                    <a:pt x="2798" y="2851"/>
                    <a:pt x="3062" y="2777"/>
                  </a:cubicBezTo>
                  <a:cubicBezTo>
                    <a:pt x="3406" y="2678"/>
                    <a:pt x="3912" y="2560"/>
                    <a:pt x="4380" y="2560"/>
                  </a:cubicBezTo>
                  <a:close/>
                  <a:moveTo>
                    <a:pt x="3906" y="5437"/>
                  </a:moveTo>
                  <a:cubicBezTo>
                    <a:pt x="4033" y="5437"/>
                    <a:pt x="4156" y="5468"/>
                    <a:pt x="4261" y="5537"/>
                  </a:cubicBezTo>
                  <a:lnTo>
                    <a:pt x="4261" y="5537"/>
                  </a:lnTo>
                  <a:cubicBezTo>
                    <a:pt x="3960" y="5912"/>
                    <a:pt x="3513" y="6021"/>
                    <a:pt x="3049" y="6021"/>
                  </a:cubicBezTo>
                  <a:cubicBezTo>
                    <a:pt x="3025" y="6021"/>
                    <a:pt x="3000" y="6020"/>
                    <a:pt x="2976" y="6020"/>
                  </a:cubicBezTo>
                  <a:lnTo>
                    <a:pt x="2976" y="6020"/>
                  </a:lnTo>
                  <a:cubicBezTo>
                    <a:pt x="3125" y="5695"/>
                    <a:pt x="3536" y="5437"/>
                    <a:pt x="3906" y="5437"/>
                  </a:cubicBezTo>
                  <a:close/>
                  <a:moveTo>
                    <a:pt x="3736" y="1"/>
                  </a:moveTo>
                  <a:cubicBezTo>
                    <a:pt x="2739" y="1"/>
                    <a:pt x="1767" y="270"/>
                    <a:pt x="929" y="846"/>
                  </a:cubicBezTo>
                  <a:cubicBezTo>
                    <a:pt x="310" y="1273"/>
                    <a:pt x="1" y="2041"/>
                    <a:pt x="609" y="2606"/>
                  </a:cubicBezTo>
                  <a:cubicBezTo>
                    <a:pt x="836" y="2816"/>
                    <a:pt x="1108" y="2986"/>
                    <a:pt x="1403" y="3121"/>
                  </a:cubicBezTo>
                  <a:lnTo>
                    <a:pt x="1403" y="3121"/>
                  </a:lnTo>
                  <a:cubicBezTo>
                    <a:pt x="950" y="3435"/>
                    <a:pt x="568" y="3837"/>
                    <a:pt x="417" y="4313"/>
                  </a:cubicBezTo>
                  <a:cubicBezTo>
                    <a:pt x="65" y="5390"/>
                    <a:pt x="971" y="6030"/>
                    <a:pt x="1921" y="6233"/>
                  </a:cubicBezTo>
                  <a:cubicBezTo>
                    <a:pt x="2122" y="6274"/>
                    <a:pt x="2333" y="6310"/>
                    <a:pt x="2547" y="6332"/>
                  </a:cubicBezTo>
                  <a:lnTo>
                    <a:pt x="2547" y="6332"/>
                  </a:lnTo>
                  <a:cubicBezTo>
                    <a:pt x="2549" y="6579"/>
                    <a:pt x="2641" y="6832"/>
                    <a:pt x="2817" y="7001"/>
                  </a:cubicBezTo>
                  <a:cubicBezTo>
                    <a:pt x="3222" y="7417"/>
                    <a:pt x="3745" y="7492"/>
                    <a:pt x="4310" y="7556"/>
                  </a:cubicBezTo>
                  <a:cubicBezTo>
                    <a:pt x="4320" y="7557"/>
                    <a:pt x="4329" y="7558"/>
                    <a:pt x="4338" y="7558"/>
                  </a:cubicBezTo>
                  <a:cubicBezTo>
                    <a:pt x="4534" y="7558"/>
                    <a:pt x="4525" y="7235"/>
                    <a:pt x="4310" y="7215"/>
                  </a:cubicBezTo>
                  <a:cubicBezTo>
                    <a:pt x="3776" y="7155"/>
                    <a:pt x="2911" y="7022"/>
                    <a:pt x="2908" y="6356"/>
                  </a:cubicBezTo>
                  <a:lnTo>
                    <a:pt x="2908" y="6356"/>
                  </a:lnTo>
                  <a:cubicBezTo>
                    <a:pt x="2936" y="6356"/>
                    <a:pt x="2963" y="6357"/>
                    <a:pt x="2990" y="6357"/>
                  </a:cubicBezTo>
                  <a:cubicBezTo>
                    <a:pt x="3640" y="6357"/>
                    <a:pt x="4264" y="6179"/>
                    <a:pt x="4641" y="5582"/>
                  </a:cubicBezTo>
                  <a:cubicBezTo>
                    <a:pt x="4684" y="5518"/>
                    <a:pt x="4662" y="5433"/>
                    <a:pt x="4609" y="5369"/>
                  </a:cubicBezTo>
                  <a:cubicBezTo>
                    <a:pt x="4415" y="5155"/>
                    <a:pt x="4179" y="5066"/>
                    <a:pt x="3936" y="5066"/>
                  </a:cubicBezTo>
                  <a:cubicBezTo>
                    <a:pt x="3430" y="5066"/>
                    <a:pt x="2895" y="5452"/>
                    <a:pt x="2657" y="5892"/>
                  </a:cubicBezTo>
                  <a:cubicBezTo>
                    <a:pt x="2638" y="5924"/>
                    <a:pt x="2622" y="5958"/>
                    <a:pt x="2608" y="5993"/>
                  </a:cubicBezTo>
                  <a:lnTo>
                    <a:pt x="2608" y="5993"/>
                  </a:lnTo>
                  <a:cubicBezTo>
                    <a:pt x="2406" y="5970"/>
                    <a:pt x="2209" y="5935"/>
                    <a:pt x="2027" y="5902"/>
                  </a:cubicBezTo>
                  <a:cubicBezTo>
                    <a:pt x="1611" y="5838"/>
                    <a:pt x="1238" y="5689"/>
                    <a:pt x="929" y="5401"/>
                  </a:cubicBezTo>
                  <a:cubicBezTo>
                    <a:pt x="374" y="4868"/>
                    <a:pt x="854" y="4164"/>
                    <a:pt x="1270" y="3748"/>
                  </a:cubicBezTo>
                  <a:cubicBezTo>
                    <a:pt x="1444" y="3574"/>
                    <a:pt x="1638" y="3424"/>
                    <a:pt x="1845" y="3295"/>
                  </a:cubicBezTo>
                  <a:lnTo>
                    <a:pt x="1845" y="3295"/>
                  </a:lnTo>
                  <a:cubicBezTo>
                    <a:pt x="2334" y="3458"/>
                    <a:pt x="2853" y="3544"/>
                    <a:pt x="3318" y="3577"/>
                  </a:cubicBezTo>
                  <a:cubicBezTo>
                    <a:pt x="3433" y="3585"/>
                    <a:pt x="3554" y="3589"/>
                    <a:pt x="3677" y="3589"/>
                  </a:cubicBezTo>
                  <a:cubicBezTo>
                    <a:pt x="4398" y="3589"/>
                    <a:pt x="5212" y="3432"/>
                    <a:pt x="5622" y="2830"/>
                  </a:cubicBezTo>
                  <a:cubicBezTo>
                    <a:pt x="5665" y="2766"/>
                    <a:pt x="5654" y="2670"/>
                    <a:pt x="5601" y="2617"/>
                  </a:cubicBezTo>
                  <a:cubicBezTo>
                    <a:pt x="5306" y="2297"/>
                    <a:pt x="4866" y="2191"/>
                    <a:pt x="4397" y="2191"/>
                  </a:cubicBezTo>
                  <a:cubicBezTo>
                    <a:pt x="3833" y="2191"/>
                    <a:pt x="3228" y="2345"/>
                    <a:pt x="2785" y="2468"/>
                  </a:cubicBezTo>
                  <a:cubicBezTo>
                    <a:pt x="2475" y="2558"/>
                    <a:pt x="2125" y="2698"/>
                    <a:pt x="1789" y="2883"/>
                  </a:cubicBezTo>
                  <a:lnTo>
                    <a:pt x="1789" y="2883"/>
                  </a:lnTo>
                  <a:cubicBezTo>
                    <a:pt x="1620" y="2811"/>
                    <a:pt x="1453" y="2729"/>
                    <a:pt x="1291" y="2638"/>
                  </a:cubicBezTo>
                  <a:cubicBezTo>
                    <a:pt x="1185" y="2574"/>
                    <a:pt x="1078" y="2521"/>
                    <a:pt x="971" y="2436"/>
                  </a:cubicBezTo>
                  <a:cubicBezTo>
                    <a:pt x="427" y="2094"/>
                    <a:pt x="587" y="1710"/>
                    <a:pt x="897" y="1347"/>
                  </a:cubicBezTo>
                  <a:cubicBezTo>
                    <a:pt x="1121" y="1081"/>
                    <a:pt x="1451" y="931"/>
                    <a:pt x="1761" y="771"/>
                  </a:cubicBezTo>
                  <a:cubicBezTo>
                    <a:pt x="2393" y="455"/>
                    <a:pt x="3103" y="344"/>
                    <a:pt x="3816" y="344"/>
                  </a:cubicBezTo>
                  <a:cubicBezTo>
                    <a:pt x="3849" y="344"/>
                    <a:pt x="3882" y="344"/>
                    <a:pt x="3916" y="345"/>
                  </a:cubicBezTo>
                  <a:cubicBezTo>
                    <a:pt x="3922" y="345"/>
                    <a:pt x="3928" y="346"/>
                    <a:pt x="3934" y="346"/>
                  </a:cubicBezTo>
                  <a:cubicBezTo>
                    <a:pt x="4129" y="346"/>
                    <a:pt x="4122" y="14"/>
                    <a:pt x="3905" y="3"/>
                  </a:cubicBezTo>
                  <a:cubicBezTo>
                    <a:pt x="3849" y="2"/>
                    <a:pt x="3792" y="1"/>
                    <a:pt x="3736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7"/>
            <p:cNvSpPr/>
            <p:nvPr/>
          </p:nvSpPr>
          <p:spPr>
            <a:xfrm>
              <a:off x="3521299" y="2441872"/>
              <a:ext cx="914816" cy="573217"/>
            </a:xfrm>
            <a:custGeom>
              <a:avLst/>
              <a:gdLst/>
              <a:ahLst/>
              <a:cxnLst/>
              <a:rect l="l" t="t" r="r" b="b"/>
              <a:pathLst>
                <a:path w="14989" h="9392" extrusionOk="0">
                  <a:moveTo>
                    <a:pt x="10657" y="1"/>
                  </a:moveTo>
                  <a:cubicBezTo>
                    <a:pt x="9591" y="758"/>
                    <a:pt x="9089" y="2081"/>
                    <a:pt x="8342" y="3158"/>
                  </a:cubicBezTo>
                  <a:cubicBezTo>
                    <a:pt x="7148" y="4918"/>
                    <a:pt x="5174" y="6124"/>
                    <a:pt x="3062" y="6390"/>
                  </a:cubicBezTo>
                  <a:cubicBezTo>
                    <a:pt x="2755" y="6429"/>
                    <a:pt x="2445" y="6448"/>
                    <a:pt x="2135" y="6448"/>
                  </a:cubicBezTo>
                  <a:cubicBezTo>
                    <a:pt x="1411" y="6448"/>
                    <a:pt x="687" y="6343"/>
                    <a:pt x="0" y="6134"/>
                  </a:cubicBezTo>
                  <a:lnTo>
                    <a:pt x="0" y="6134"/>
                  </a:lnTo>
                  <a:cubicBezTo>
                    <a:pt x="107" y="6732"/>
                    <a:pt x="342" y="7265"/>
                    <a:pt x="758" y="7671"/>
                  </a:cubicBezTo>
                  <a:cubicBezTo>
                    <a:pt x="2321" y="9170"/>
                    <a:pt x="4967" y="9392"/>
                    <a:pt x="7180" y="9392"/>
                  </a:cubicBezTo>
                  <a:cubicBezTo>
                    <a:pt x="7566" y="9392"/>
                    <a:pt x="7938" y="9385"/>
                    <a:pt x="8289" y="9377"/>
                  </a:cubicBezTo>
                  <a:cubicBezTo>
                    <a:pt x="9612" y="9345"/>
                    <a:pt x="10615" y="8684"/>
                    <a:pt x="11276" y="7713"/>
                  </a:cubicBezTo>
                  <a:cubicBezTo>
                    <a:pt x="11703" y="7948"/>
                    <a:pt x="12183" y="8097"/>
                    <a:pt x="12673" y="8097"/>
                  </a:cubicBezTo>
                  <a:cubicBezTo>
                    <a:pt x="13580" y="8097"/>
                    <a:pt x="14466" y="7628"/>
                    <a:pt x="14988" y="6892"/>
                  </a:cubicBezTo>
                  <a:lnTo>
                    <a:pt x="14988" y="6892"/>
                  </a:lnTo>
                  <a:cubicBezTo>
                    <a:pt x="14593" y="7049"/>
                    <a:pt x="14171" y="7139"/>
                    <a:pt x="13757" y="7139"/>
                  </a:cubicBezTo>
                  <a:cubicBezTo>
                    <a:pt x="13467" y="7139"/>
                    <a:pt x="13180" y="7095"/>
                    <a:pt x="12908" y="6998"/>
                  </a:cubicBezTo>
                  <a:cubicBezTo>
                    <a:pt x="12535" y="6881"/>
                    <a:pt x="12204" y="6657"/>
                    <a:pt x="11937" y="6380"/>
                  </a:cubicBezTo>
                  <a:cubicBezTo>
                    <a:pt x="12236" y="5473"/>
                    <a:pt x="12343" y="4460"/>
                    <a:pt x="12257" y="3468"/>
                  </a:cubicBezTo>
                  <a:cubicBezTo>
                    <a:pt x="12119" y="2091"/>
                    <a:pt x="11585" y="801"/>
                    <a:pt x="10657" y="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9" name="Google Shape;1759;p37"/>
          <p:cNvGrpSpPr/>
          <p:nvPr/>
        </p:nvGrpSpPr>
        <p:grpSpPr>
          <a:xfrm>
            <a:off x="887274" y="1039746"/>
            <a:ext cx="1104681" cy="721939"/>
            <a:chOff x="713225" y="901338"/>
            <a:chExt cx="1204537" cy="787197"/>
          </a:xfrm>
        </p:grpSpPr>
        <p:sp>
          <p:nvSpPr>
            <p:cNvPr id="1760" name="Google Shape;1760;p37"/>
            <p:cNvSpPr/>
            <p:nvPr/>
          </p:nvSpPr>
          <p:spPr>
            <a:xfrm>
              <a:off x="713225" y="901338"/>
              <a:ext cx="1204537" cy="787197"/>
            </a:xfrm>
            <a:custGeom>
              <a:avLst/>
              <a:gdLst/>
              <a:ahLst/>
              <a:cxnLst/>
              <a:rect l="l" t="t" r="r" b="b"/>
              <a:pathLst>
                <a:path w="19736" h="12898" extrusionOk="0">
                  <a:moveTo>
                    <a:pt x="8387" y="0"/>
                  </a:moveTo>
                  <a:cubicBezTo>
                    <a:pt x="7405" y="0"/>
                    <a:pt x="6377" y="208"/>
                    <a:pt x="5708" y="909"/>
                  </a:cubicBezTo>
                  <a:cubicBezTo>
                    <a:pt x="4673" y="1976"/>
                    <a:pt x="4054" y="3491"/>
                    <a:pt x="3702" y="5027"/>
                  </a:cubicBezTo>
                  <a:cubicBezTo>
                    <a:pt x="2984" y="5271"/>
                    <a:pt x="2231" y="5395"/>
                    <a:pt x="1480" y="5395"/>
                  </a:cubicBezTo>
                  <a:cubicBezTo>
                    <a:pt x="982" y="5395"/>
                    <a:pt x="485" y="5340"/>
                    <a:pt x="1" y="5229"/>
                  </a:cubicBezTo>
                  <a:lnTo>
                    <a:pt x="1" y="5229"/>
                  </a:lnTo>
                  <a:cubicBezTo>
                    <a:pt x="43" y="5645"/>
                    <a:pt x="459" y="5891"/>
                    <a:pt x="833" y="6051"/>
                  </a:cubicBezTo>
                  <a:cubicBezTo>
                    <a:pt x="1462" y="6316"/>
                    <a:pt x="2149" y="6446"/>
                    <a:pt x="2839" y="6446"/>
                  </a:cubicBezTo>
                  <a:cubicBezTo>
                    <a:pt x="3038" y="6446"/>
                    <a:pt x="3237" y="6435"/>
                    <a:pt x="3435" y="6414"/>
                  </a:cubicBezTo>
                  <a:lnTo>
                    <a:pt x="3435" y="6414"/>
                  </a:lnTo>
                  <a:cubicBezTo>
                    <a:pt x="3393" y="6659"/>
                    <a:pt x="3361" y="6894"/>
                    <a:pt x="3339" y="7139"/>
                  </a:cubicBezTo>
                  <a:cubicBezTo>
                    <a:pt x="3286" y="7640"/>
                    <a:pt x="3254" y="8163"/>
                    <a:pt x="3457" y="8632"/>
                  </a:cubicBezTo>
                  <a:cubicBezTo>
                    <a:pt x="3756" y="9326"/>
                    <a:pt x="4481" y="9710"/>
                    <a:pt x="5174" y="10019"/>
                  </a:cubicBezTo>
                  <a:cubicBezTo>
                    <a:pt x="8087" y="11310"/>
                    <a:pt x="11009" y="12281"/>
                    <a:pt x="14124" y="12857"/>
                  </a:cubicBezTo>
                  <a:cubicBezTo>
                    <a:pt x="14292" y="12887"/>
                    <a:pt x="14462" y="12897"/>
                    <a:pt x="14632" y="12897"/>
                  </a:cubicBezTo>
                  <a:cubicBezTo>
                    <a:pt x="14942" y="12897"/>
                    <a:pt x="15254" y="12864"/>
                    <a:pt x="15556" y="12864"/>
                  </a:cubicBezTo>
                  <a:cubicBezTo>
                    <a:pt x="15606" y="12864"/>
                    <a:pt x="15654" y="12865"/>
                    <a:pt x="15703" y="12867"/>
                  </a:cubicBezTo>
                  <a:cubicBezTo>
                    <a:pt x="15752" y="12870"/>
                    <a:pt x="15800" y="12872"/>
                    <a:pt x="15847" y="12872"/>
                  </a:cubicBezTo>
                  <a:cubicBezTo>
                    <a:pt x="16338" y="12872"/>
                    <a:pt x="16756" y="12719"/>
                    <a:pt x="17165" y="12398"/>
                  </a:cubicBezTo>
                  <a:cubicBezTo>
                    <a:pt x="18157" y="11619"/>
                    <a:pt x="18509" y="10670"/>
                    <a:pt x="18925" y="9539"/>
                  </a:cubicBezTo>
                  <a:cubicBezTo>
                    <a:pt x="19351" y="8334"/>
                    <a:pt x="19735" y="7118"/>
                    <a:pt x="19714" y="5859"/>
                  </a:cubicBezTo>
                  <a:cubicBezTo>
                    <a:pt x="19714" y="5784"/>
                    <a:pt x="19714" y="5731"/>
                    <a:pt x="19703" y="5667"/>
                  </a:cubicBezTo>
                  <a:cubicBezTo>
                    <a:pt x="19661" y="5037"/>
                    <a:pt x="19458" y="4408"/>
                    <a:pt x="19063" y="3949"/>
                  </a:cubicBezTo>
                  <a:cubicBezTo>
                    <a:pt x="18007" y="2733"/>
                    <a:pt x="16204" y="2147"/>
                    <a:pt x="14754" y="1624"/>
                  </a:cubicBezTo>
                  <a:cubicBezTo>
                    <a:pt x="12972" y="994"/>
                    <a:pt x="11201" y="269"/>
                    <a:pt x="9313" y="56"/>
                  </a:cubicBezTo>
                  <a:cubicBezTo>
                    <a:pt x="9018" y="22"/>
                    <a:pt x="8705" y="0"/>
                    <a:pt x="8387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7"/>
            <p:cNvSpPr/>
            <p:nvPr/>
          </p:nvSpPr>
          <p:spPr>
            <a:xfrm>
              <a:off x="1132523" y="1090845"/>
              <a:ext cx="552161" cy="474955"/>
            </a:xfrm>
            <a:custGeom>
              <a:avLst/>
              <a:gdLst/>
              <a:ahLst/>
              <a:cxnLst/>
              <a:rect l="l" t="t" r="r" b="b"/>
              <a:pathLst>
                <a:path w="9047" h="7782" extrusionOk="0">
                  <a:moveTo>
                    <a:pt x="4753" y="1002"/>
                  </a:moveTo>
                  <a:cubicBezTo>
                    <a:pt x="5254" y="1002"/>
                    <a:pt x="5753" y="1052"/>
                    <a:pt x="6241" y="1132"/>
                  </a:cubicBezTo>
                  <a:cubicBezTo>
                    <a:pt x="6892" y="1250"/>
                    <a:pt x="7681" y="1442"/>
                    <a:pt x="8182" y="1879"/>
                  </a:cubicBezTo>
                  <a:cubicBezTo>
                    <a:pt x="8513" y="2199"/>
                    <a:pt x="8417" y="2508"/>
                    <a:pt x="7916" y="2775"/>
                  </a:cubicBezTo>
                  <a:cubicBezTo>
                    <a:pt x="7857" y="2781"/>
                    <a:pt x="7798" y="2783"/>
                    <a:pt x="7740" y="2783"/>
                  </a:cubicBezTo>
                  <a:cubicBezTo>
                    <a:pt x="7681" y="2783"/>
                    <a:pt x="7622" y="2781"/>
                    <a:pt x="7564" y="2775"/>
                  </a:cubicBezTo>
                  <a:cubicBezTo>
                    <a:pt x="7190" y="2775"/>
                    <a:pt x="6817" y="2733"/>
                    <a:pt x="6444" y="2679"/>
                  </a:cubicBezTo>
                  <a:cubicBezTo>
                    <a:pt x="5868" y="2583"/>
                    <a:pt x="5291" y="2423"/>
                    <a:pt x="4747" y="2210"/>
                  </a:cubicBezTo>
                  <a:cubicBezTo>
                    <a:pt x="4105" y="1986"/>
                    <a:pt x="3503" y="1654"/>
                    <a:pt x="2952" y="1248"/>
                  </a:cubicBezTo>
                  <a:lnTo>
                    <a:pt x="2952" y="1248"/>
                  </a:lnTo>
                  <a:cubicBezTo>
                    <a:pt x="3316" y="1150"/>
                    <a:pt x="3689" y="1086"/>
                    <a:pt x="4054" y="1036"/>
                  </a:cubicBezTo>
                  <a:cubicBezTo>
                    <a:pt x="4287" y="1013"/>
                    <a:pt x="4520" y="1002"/>
                    <a:pt x="4753" y="1002"/>
                  </a:cubicBezTo>
                  <a:close/>
                  <a:moveTo>
                    <a:pt x="4767" y="4769"/>
                  </a:moveTo>
                  <a:cubicBezTo>
                    <a:pt x="4954" y="4769"/>
                    <a:pt x="5141" y="4786"/>
                    <a:pt x="5323" y="4813"/>
                  </a:cubicBezTo>
                  <a:cubicBezTo>
                    <a:pt x="5612" y="4866"/>
                    <a:pt x="6614" y="5218"/>
                    <a:pt x="5910" y="5463"/>
                  </a:cubicBezTo>
                  <a:cubicBezTo>
                    <a:pt x="5663" y="5549"/>
                    <a:pt x="5386" y="5579"/>
                    <a:pt x="5103" y="5579"/>
                  </a:cubicBezTo>
                  <a:cubicBezTo>
                    <a:pt x="4677" y="5579"/>
                    <a:pt x="4235" y="5510"/>
                    <a:pt x="3851" y="5453"/>
                  </a:cubicBezTo>
                  <a:cubicBezTo>
                    <a:pt x="3695" y="5429"/>
                    <a:pt x="3516" y="5395"/>
                    <a:pt x="3324" y="5348"/>
                  </a:cubicBezTo>
                  <a:lnTo>
                    <a:pt x="3324" y="5348"/>
                  </a:lnTo>
                  <a:cubicBezTo>
                    <a:pt x="3472" y="5196"/>
                    <a:pt x="3636" y="5068"/>
                    <a:pt x="3787" y="4983"/>
                  </a:cubicBezTo>
                  <a:cubicBezTo>
                    <a:pt x="4090" y="4825"/>
                    <a:pt x="4428" y="4769"/>
                    <a:pt x="4767" y="4769"/>
                  </a:cubicBezTo>
                  <a:close/>
                  <a:moveTo>
                    <a:pt x="1535" y="0"/>
                  </a:moveTo>
                  <a:cubicBezTo>
                    <a:pt x="1395" y="0"/>
                    <a:pt x="1263" y="190"/>
                    <a:pt x="1387" y="322"/>
                  </a:cubicBezTo>
                  <a:cubicBezTo>
                    <a:pt x="1642" y="611"/>
                    <a:pt x="1913" y="878"/>
                    <a:pt x="2200" y="1125"/>
                  </a:cubicBezTo>
                  <a:lnTo>
                    <a:pt x="2200" y="1125"/>
                  </a:lnTo>
                  <a:cubicBezTo>
                    <a:pt x="1872" y="1261"/>
                    <a:pt x="1556" y="1426"/>
                    <a:pt x="1259" y="1623"/>
                  </a:cubicBezTo>
                  <a:cubicBezTo>
                    <a:pt x="747" y="1975"/>
                    <a:pt x="320" y="2444"/>
                    <a:pt x="160" y="3042"/>
                  </a:cubicBezTo>
                  <a:cubicBezTo>
                    <a:pt x="0" y="3650"/>
                    <a:pt x="427" y="4183"/>
                    <a:pt x="864" y="4546"/>
                  </a:cubicBezTo>
                  <a:cubicBezTo>
                    <a:pt x="1402" y="5003"/>
                    <a:pt x="2030" y="5322"/>
                    <a:pt x="2695" y="5538"/>
                  </a:cubicBezTo>
                  <a:lnTo>
                    <a:pt x="2695" y="5538"/>
                  </a:lnTo>
                  <a:cubicBezTo>
                    <a:pt x="2567" y="5783"/>
                    <a:pt x="2494" y="6059"/>
                    <a:pt x="2497" y="6359"/>
                  </a:cubicBezTo>
                  <a:cubicBezTo>
                    <a:pt x="2507" y="7545"/>
                    <a:pt x="4424" y="7782"/>
                    <a:pt x="5390" y="7782"/>
                  </a:cubicBezTo>
                  <a:cubicBezTo>
                    <a:pt x="5458" y="7782"/>
                    <a:pt x="5522" y="7780"/>
                    <a:pt x="5580" y="7778"/>
                  </a:cubicBezTo>
                  <a:cubicBezTo>
                    <a:pt x="5814" y="7757"/>
                    <a:pt x="5814" y="7405"/>
                    <a:pt x="5580" y="7405"/>
                  </a:cubicBezTo>
                  <a:cubicBezTo>
                    <a:pt x="5524" y="7406"/>
                    <a:pt x="5469" y="7407"/>
                    <a:pt x="5414" y="7407"/>
                  </a:cubicBezTo>
                  <a:cubicBezTo>
                    <a:pt x="4685" y="7407"/>
                    <a:pt x="3994" y="7273"/>
                    <a:pt x="3339" y="6946"/>
                  </a:cubicBezTo>
                  <a:cubicBezTo>
                    <a:pt x="2697" y="6638"/>
                    <a:pt x="2775" y="6101"/>
                    <a:pt x="3077" y="5651"/>
                  </a:cubicBezTo>
                  <a:lnTo>
                    <a:pt x="3077" y="5651"/>
                  </a:lnTo>
                  <a:cubicBezTo>
                    <a:pt x="3536" y="5771"/>
                    <a:pt x="4006" y="5848"/>
                    <a:pt x="4470" y="5890"/>
                  </a:cubicBezTo>
                  <a:cubicBezTo>
                    <a:pt x="4665" y="5909"/>
                    <a:pt x="4947" y="5939"/>
                    <a:pt x="5241" y="5939"/>
                  </a:cubicBezTo>
                  <a:cubicBezTo>
                    <a:pt x="5787" y="5939"/>
                    <a:pt x="6373" y="5835"/>
                    <a:pt x="6518" y="5357"/>
                  </a:cubicBezTo>
                  <a:cubicBezTo>
                    <a:pt x="6764" y="4546"/>
                    <a:pt x="5206" y="4397"/>
                    <a:pt x="4737" y="4397"/>
                  </a:cubicBezTo>
                  <a:cubicBezTo>
                    <a:pt x="4729" y="4397"/>
                    <a:pt x="4722" y="4397"/>
                    <a:pt x="4715" y="4397"/>
                  </a:cubicBezTo>
                  <a:cubicBezTo>
                    <a:pt x="4023" y="4397"/>
                    <a:pt x="3322" y="4710"/>
                    <a:pt x="2898" y="5232"/>
                  </a:cubicBezTo>
                  <a:lnTo>
                    <a:pt x="2898" y="5232"/>
                  </a:lnTo>
                  <a:cubicBezTo>
                    <a:pt x="1831" y="4905"/>
                    <a:pt x="595" y="4260"/>
                    <a:pt x="523" y="3266"/>
                  </a:cubicBezTo>
                  <a:cubicBezTo>
                    <a:pt x="470" y="2519"/>
                    <a:pt x="1419" y="1932"/>
                    <a:pt x="1974" y="1623"/>
                  </a:cubicBezTo>
                  <a:cubicBezTo>
                    <a:pt x="2149" y="1530"/>
                    <a:pt x="2330" y="1451"/>
                    <a:pt x="2517" y="1384"/>
                  </a:cubicBezTo>
                  <a:lnTo>
                    <a:pt x="2517" y="1384"/>
                  </a:lnTo>
                  <a:cubicBezTo>
                    <a:pt x="3311" y="2001"/>
                    <a:pt x="4210" y="2468"/>
                    <a:pt x="5185" y="2786"/>
                  </a:cubicBezTo>
                  <a:cubicBezTo>
                    <a:pt x="5878" y="3021"/>
                    <a:pt x="6614" y="3127"/>
                    <a:pt x="7350" y="3159"/>
                  </a:cubicBezTo>
                  <a:cubicBezTo>
                    <a:pt x="7446" y="3166"/>
                    <a:pt x="7557" y="3173"/>
                    <a:pt x="7675" y="3173"/>
                  </a:cubicBezTo>
                  <a:cubicBezTo>
                    <a:pt x="8096" y="3173"/>
                    <a:pt x="8594" y="3089"/>
                    <a:pt x="8694" y="2647"/>
                  </a:cubicBezTo>
                  <a:cubicBezTo>
                    <a:pt x="9046" y="1218"/>
                    <a:pt x="6828" y="855"/>
                    <a:pt x="5878" y="716"/>
                  </a:cubicBezTo>
                  <a:cubicBezTo>
                    <a:pt x="5519" y="665"/>
                    <a:pt x="5152" y="638"/>
                    <a:pt x="4783" y="638"/>
                  </a:cubicBezTo>
                  <a:cubicBezTo>
                    <a:pt x="4046" y="638"/>
                    <a:pt x="3302" y="745"/>
                    <a:pt x="2604" y="976"/>
                  </a:cubicBezTo>
                  <a:lnTo>
                    <a:pt x="2604" y="976"/>
                  </a:lnTo>
                  <a:cubicBezTo>
                    <a:pt x="2264" y="694"/>
                    <a:pt x="1946" y="384"/>
                    <a:pt x="1654" y="55"/>
                  </a:cubicBezTo>
                  <a:cubicBezTo>
                    <a:pt x="1618" y="16"/>
                    <a:pt x="1576" y="0"/>
                    <a:pt x="1535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7"/>
            <p:cNvSpPr/>
            <p:nvPr/>
          </p:nvSpPr>
          <p:spPr>
            <a:xfrm>
              <a:off x="713225" y="902131"/>
              <a:ext cx="1141369" cy="786404"/>
            </a:xfrm>
            <a:custGeom>
              <a:avLst/>
              <a:gdLst/>
              <a:ahLst/>
              <a:cxnLst/>
              <a:rect l="l" t="t" r="r" b="b"/>
              <a:pathLst>
                <a:path w="18701" h="12885" extrusionOk="0">
                  <a:moveTo>
                    <a:pt x="7841" y="0"/>
                  </a:moveTo>
                  <a:cubicBezTo>
                    <a:pt x="7041" y="64"/>
                    <a:pt x="6252" y="320"/>
                    <a:pt x="5708" y="885"/>
                  </a:cubicBezTo>
                  <a:cubicBezTo>
                    <a:pt x="4673" y="1963"/>
                    <a:pt x="4054" y="3478"/>
                    <a:pt x="3702" y="5014"/>
                  </a:cubicBezTo>
                  <a:cubicBezTo>
                    <a:pt x="2984" y="5258"/>
                    <a:pt x="2231" y="5382"/>
                    <a:pt x="1480" y="5382"/>
                  </a:cubicBezTo>
                  <a:cubicBezTo>
                    <a:pt x="982" y="5382"/>
                    <a:pt x="485" y="5327"/>
                    <a:pt x="1" y="5216"/>
                  </a:cubicBezTo>
                  <a:lnTo>
                    <a:pt x="1" y="5216"/>
                  </a:lnTo>
                  <a:cubicBezTo>
                    <a:pt x="43" y="5632"/>
                    <a:pt x="459" y="5878"/>
                    <a:pt x="833" y="6038"/>
                  </a:cubicBezTo>
                  <a:cubicBezTo>
                    <a:pt x="1462" y="6303"/>
                    <a:pt x="2149" y="6433"/>
                    <a:pt x="2839" y="6433"/>
                  </a:cubicBezTo>
                  <a:cubicBezTo>
                    <a:pt x="3038" y="6433"/>
                    <a:pt x="3237" y="6422"/>
                    <a:pt x="3435" y="6401"/>
                  </a:cubicBezTo>
                  <a:lnTo>
                    <a:pt x="3435" y="6401"/>
                  </a:lnTo>
                  <a:cubicBezTo>
                    <a:pt x="3393" y="6646"/>
                    <a:pt x="3361" y="6881"/>
                    <a:pt x="3339" y="7126"/>
                  </a:cubicBezTo>
                  <a:cubicBezTo>
                    <a:pt x="3286" y="7627"/>
                    <a:pt x="3254" y="8150"/>
                    <a:pt x="3457" y="8619"/>
                  </a:cubicBezTo>
                  <a:cubicBezTo>
                    <a:pt x="3756" y="9313"/>
                    <a:pt x="4481" y="9697"/>
                    <a:pt x="5174" y="10006"/>
                  </a:cubicBezTo>
                  <a:cubicBezTo>
                    <a:pt x="8087" y="11297"/>
                    <a:pt x="11009" y="12268"/>
                    <a:pt x="14124" y="12844"/>
                  </a:cubicBezTo>
                  <a:cubicBezTo>
                    <a:pt x="14292" y="12874"/>
                    <a:pt x="14462" y="12884"/>
                    <a:pt x="14632" y="12884"/>
                  </a:cubicBezTo>
                  <a:cubicBezTo>
                    <a:pt x="14942" y="12884"/>
                    <a:pt x="15254" y="12851"/>
                    <a:pt x="15556" y="12851"/>
                  </a:cubicBezTo>
                  <a:cubicBezTo>
                    <a:pt x="15606" y="12851"/>
                    <a:pt x="15654" y="12852"/>
                    <a:pt x="15703" y="12854"/>
                  </a:cubicBezTo>
                  <a:cubicBezTo>
                    <a:pt x="15752" y="12857"/>
                    <a:pt x="15800" y="12859"/>
                    <a:pt x="15847" y="12859"/>
                  </a:cubicBezTo>
                  <a:cubicBezTo>
                    <a:pt x="16338" y="12859"/>
                    <a:pt x="16756" y="12706"/>
                    <a:pt x="17165" y="12385"/>
                  </a:cubicBezTo>
                  <a:cubicBezTo>
                    <a:pt x="17975" y="11745"/>
                    <a:pt x="18370" y="10998"/>
                    <a:pt x="18701" y="10123"/>
                  </a:cubicBezTo>
                  <a:cubicBezTo>
                    <a:pt x="17602" y="9931"/>
                    <a:pt x="16471" y="9931"/>
                    <a:pt x="15362" y="9857"/>
                  </a:cubicBezTo>
                  <a:cubicBezTo>
                    <a:pt x="14252" y="9761"/>
                    <a:pt x="13100" y="9579"/>
                    <a:pt x="12215" y="8886"/>
                  </a:cubicBezTo>
                  <a:cubicBezTo>
                    <a:pt x="11255" y="8118"/>
                    <a:pt x="10796" y="6913"/>
                    <a:pt x="10508" y="5718"/>
                  </a:cubicBezTo>
                  <a:cubicBezTo>
                    <a:pt x="10231" y="4523"/>
                    <a:pt x="10081" y="3286"/>
                    <a:pt x="9580" y="2166"/>
                  </a:cubicBezTo>
                  <a:cubicBezTo>
                    <a:pt x="9185" y="1312"/>
                    <a:pt x="8588" y="576"/>
                    <a:pt x="7841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3" name="Google Shape;1763;p37"/>
          <p:cNvGrpSpPr/>
          <p:nvPr/>
        </p:nvGrpSpPr>
        <p:grpSpPr>
          <a:xfrm>
            <a:off x="936810" y="2446525"/>
            <a:ext cx="852132" cy="695744"/>
            <a:chOff x="767239" y="2435280"/>
            <a:chExt cx="929159" cy="758634"/>
          </a:xfrm>
        </p:grpSpPr>
        <p:sp>
          <p:nvSpPr>
            <p:cNvPr id="1764" name="Google Shape;1764;p37"/>
            <p:cNvSpPr/>
            <p:nvPr/>
          </p:nvSpPr>
          <p:spPr>
            <a:xfrm>
              <a:off x="767239" y="2435280"/>
              <a:ext cx="929159" cy="758634"/>
            </a:xfrm>
            <a:custGeom>
              <a:avLst/>
              <a:gdLst/>
              <a:ahLst/>
              <a:cxnLst/>
              <a:rect l="l" t="t" r="r" b="b"/>
              <a:pathLst>
                <a:path w="15224" h="12430" extrusionOk="0">
                  <a:moveTo>
                    <a:pt x="8295" y="1"/>
                  </a:moveTo>
                  <a:cubicBezTo>
                    <a:pt x="7303" y="1"/>
                    <a:pt x="6312" y="86"/>
                    <a:pt x="5345" y="247"/>
                  </a:cubicBezTo>
                  <a:cubicBezTo>
                    <a:pt x="3905" y="471"/>
                    <a:pt x="2689" y="1282"/>
                    <a:pt x="2145" y="2701"/>
                  </a:cubicBezTo>
                  <a:cubicBezTo>
                    <a:pt x="1569" y="4194"/>
                    <a:pt x="1452" y="5816"/>
                    <a:pt x="1676" y="7394"/>
                  </a:cubicBezTo>
                  <a:cubicBezTo>
                    <a:pt x="1729" y="7725"/>
                    <a:pt x="1782" y="8067"/>
                    <a:pt x="1878" y="8408"/>
                  </a:cubicBezTo>
                  <a:cubicBezTo>
                    <a:pt x="1356" y="8835"/>
                    <a:pt x="897" y="9293"/>
                    <a:pt x="577" y="9869"/>
                  </a:cubicBezTo>
                  <a:cubicBezTo>
                    <a:pt x="129" y="10648"/>
                    <a:pt x="1" y="11661"/>
                    <a:pt x="438" y="12430"/>
                  </a:cubicBezTo>
                  <a:cubicBezTo>
                    <a:pt x="801" y="11320"/>
                    <a:pt x="1590" y="10349"/>
                    <a:pt x="2582" y="9752"/>
                  </a:cubicBezTo>
                  <a:cubicBezTo>
                    <a:pt x="2657" y="9827"/>
                    <a:pt x="2732" y="9901"/>
                    <a:pt x="2817" y="9965"/>
                  </a:cubicBezTo>
                  <a:cubicBezTo>
                    <a:pt x="4012" y="10936"/>
                    <a:pt x="5388" y="11480"/>
                    <a:pt x="6924" y="11640"/>
                  </a:cubicBezTo>
                  <a:cubicBezTo>
                    <a:pt x="7447" y="11698"/>
                    <a:pt x="7984" y="11727"/>
                    <a:pt x="8524" y="11727"/>
                  </a:cubicBezTo>
                  <a:cubicBezTo>
                    <a:pt x="9668" y="11727"/>
                    <a:pt x="10829" y="11599"/>
                    <a:pt x="11917" y="11352"/>
                  </a:cubicBezTo>
                  <a:cubicBezTo>
                    <a:pt x="14039" y="10872"/>
                    <a:pt x="14871" y="9261"/>
                    <a:pt x="15149" y="7256"/>
                  </a:cubicBezTo>
                  <a:cubicBezTo>
                    <a:pt x="15213" y="6808"/>
                    <a:pt x="15223" y="6338"/>
                    <a:pt x="15213" y="5869"/>
                  </a:cubicBezTo>
                  <a:cubicBezTo>
                    <a:pt x="15191" y="4994"/>
                    <a:pt x="15202" y="3874"/>
                    <a:pt x="14893" y="3042"/>
                  </a:cubicBezTo>
                  <a:cubicBezTo>
                    <a:pt x="14551" y="2114"/>
                    <a:pt x="13890" y="1293"/>
                    <a:pt x="13058" y="759"/>
                  </a:cubicBezTo>
                  <a:cubicBezTo>
                    <a:pt x="12205" y="215"/>
                    <a:pt x="10658" y="151"/>
                    <a:pt x="9655" y="55"/>
                  </a:cubicBezTo>
                  <a:cubicBezTo>
                    <a:pt x="9203" y="18"/>
                    <a:pt x="8749" y="1"/>
                    <a:pt x="8295" y="1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7"/>
            <p:cNvSpPr/>
            <p:nvPr/>
          </p:nvSpPr>
          <p:spPr>
            <a:xfrm>
              <a:off x="1025104" y="2552647"/>
              <a:ext cx="524025" cy="468974"/>
            </a:xfrm>
            <a:custGeom>
              <a:avLst/>
              <a:gdLst/>
              <a:ahLst/>
              <a:cxnLst/>
              <a:rect l="l" t="t" r="r" b="b"/>
              <a:pathLst>
                <a:path w="8586" h="7684" extrusionOk="0">
                  <a:moveTo>
                    <a:pt x="4368" y="1"/>
                  </a:moveTo>
                  <a:cubicBezTo>
                    <a:pt x="3721" y="1"/>
                    <a:pt x="3071" y="120"/>
                    <a:pt x="2518" y="319"/>
                  </a:cubicBezTo>
                  <a:cubicBezTo>
                    <a:pt x="1344" y="746"/>
                    <a:pt x="544" y="1599"/>
                    <a:pt x="203" y="2773"/>
                  </a:cubicBezTo>
                  <a:cubicBezTo>
                    <a:pt x="0" y="3455"/>
                    <a:pt x="54" y="4191"/>
                    <a:pt x="214" y="4885"/>
                  </a:cubicBezTo>
                  <a:cubicBezTo>
                    <a:pt x="310" y="5279"/>
                    <a:pt x="427" y="5685"/>
                    <a:pt x="640" y="6037"/>
                  </a:cubicBezTo>
                  <a:cubicBezTo>
                    <a:pt x="1003" y="6624"/>
                    <a:pt x="1590" y="7082"/>
                    <a:pt x="2230" y="7349"/>
                  </a:cubicBezTo>
                  <a:cubicBezTo>
                    <a:pt x="2765" y="7577"/>
                    <a:pt x="3330" y="7683"/>
                    <a:pt x="3889" y="7683"/>
                  </a:cubicBezTo>
                  <a:cubicBezTo>
                    <a:pt x="6283" y="7683"/>
                    <a:pt x="8585" y="5737"/>
                    <a:pt x="8118" y="3082"/>
                  </a:cubicBezTo>
                  <a:cubicBezTo>
                    <a:pt x="7948" y="2111"/>
                    <a:pt x="7361" y="1162"/>
                    <a:pt x="6518" y="586"/>
                  </a:cubicBezTo>
                  <a:cubicBezTo>
                    <a:pt x="5919" y="173"/>
                    <a:pt x="5145" y="1"/>
                    <a:pt x="4368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7"/>
            <p:cNvSpPr/>
            <p:nvPr/>
          </p:nvSpPr>
          <p:spPr>
            <a:xfrm>
              <a:off x="1133194" y="2746426"/>
              <a:ext cx="24108" cy="67990"/>
            </a:xfrm>
            <a:custGeom>
              <a:avLst/>
              <a:gdLst/>
              <a:ahLst/>
              <a:cxnLst/>
              <a:rect l="l" t="t" r="r" b="b"/>
              <a:pathLst>
                <a:path w="395" h="1114" extrusionOk="0">
                  <a:moveTo>
                    <a:pt x="78" y="0"/>
                  </a:moveTo>
                  <a:cubicBezTo>
                    <a:pt x="73" y="0"/>
                    <a:pt x="68" y="1"/>
                    <a:pt x="64" y="3"/>
                  </a:cubicBezTo>
                  <a:cubicBezTo>
                    <a:pt x="0" y="14"/>
                    <a:pt x="11" y="280"/>
                    <a:pt x="85" y="579"/>
                  </a:cubicBezTo>
                  <a:cubicBezTo>
                    <a:pt x="147" y="866"/>
                    <a:pt x="218" y="1114"/>
                    <a:pt x="290" y="1114"/>
                  </a:cubicBezTo>
                  <a:cubicBezTo>
                    <a:pt x="293" y="1114"/>
                    <a:pt x="296" y="1113"/>
                    <a:pt x="299" y="1112"/>
                  </a:cubicBezTo>
                  <a:cubicBezTo>
                    <a:pt x="363" y="1102"/>
                    <a:pt x="395" y="846"/>
                    <a:pt x="320" y="536"/>
                  </a:cubicBezTo>
                  <a:cubicBezTo>
                    <a:pt x="260" y="235"/>
                    <a:pt x="152" y="0"/>
                    <a:pt x="78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7"/>
            <p:cNvSpPr/>
            <p:nvPr/>
          </p:nvSpPr>
          <p:spPr>
            <a:xfrm>
              <a:off x="1368843" y="2708769"/>
              <a:ext cx="21544" cy="63962"/>
            </a:xfrm>
            <a:custGeom>
              <a:avLst/>
              <a:gdLst/>
              <a:ahLst/>
              <a:cxnLst/>
              <a:rect l="l" t="t" r="r" b="b"/>
              <a:pathLst>
                <a:path w="353" h="1048" extrusionOk="0">
                  <a:moveTo>
                    <a:pt x="69" y="1"/>
                  </a:moveTo>
                  <a:cubicBezTo>
                    <a:pt x="67" y="1"/>
                    <a:pt x="66" y="1"/>
                    <a:pt x="65" y="1"/>
                  </a:cubicBezTo>
                  <a:cubicBezTo>
                    <a:pt x="1" y="23"/>
                    <a:pt x="22" y="257"/>
                    <a:pt x="65" y="535"/>
                  </a:cubicBezTo>
                  <a:cubicBezTo>
                    <a:pt x="117" y="827"/>
                    <a:pt x="169" y="1047"/>
                    <a:pt x="241" y="1047"/>
                  </a:cubicBezTo>
                  <a:cubicBezTo>
                    <a:pt x="243" y="1047"/>
                    <a:pt x="244" y="1047"/>
                    <a:pt x="246" y="1047"/>
                  </a:cubicBezTo>
                  <a:cubicBezTo>
                    <a:pt x="321" y="1047"/>
                    <a:pt x="353" y="791"/>
                    <a:pt x="299" y="492"/>
                  </a:cubicBezTo>
                  <a:cubicBezTo>
                    <a:pt x="247" y="211"/>
                    <a:pt x="124" y="1"/>
                    <a:pt x="69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7"/>
            <p:cNvSpPr/>
            <p:nvPr/>
          </p:nvSpPr>
          <p:spPr>
            <a:xfrm>
              <a:off x="1094133" y="2691009"/>
              <a:ext cx="87948" cy="33568"/>
            </a:xfrm>
            <a:custGeom>
              <a:avLst/>
              <a:gdLst/>
              <a:ahLst/>
              <a:cxnLst/>
              <a:rect l="l" t="t" r="r" b="b"/>
              <a:pathLst>
                <a:path w="1441" h="550" extrusionOk="0">
                  <a:moveTo>
                    <a:pt x="111" y="1"/>
                  </a:moveTo>
                  <a:cubicBezTo>
                    <a:pt x="66" y="1"/>
                    <a:pt x="38" y="9"/>
                    <a:pt x="32" y="26"/>
                  </a:cubicBezTo>
                  <a:cubicBezTo>
                    <a:pt x="0" y="90"/>
                    <a:pt x="299" y="250"/>
                    <a:pt x="683" y="388"/>
                  </a:cubicBezTo>
                  <a:cubicBezTo>
                    <a:pt x="950" y="492"/>
                    <a:pt x="1187" y="550"/>
                    <a:pt x="1317" y="550"/>
                  </a:cubicBezTo>
                  <a:cubicBezTo>
                    <a:pt x="1373" y="550"/>
                    <a:pt x="1409" y="539"/>
                    <a:pt x="1419" y="516"/>
                  </a:cubicBezTo>
                  <a:cubicBezTo>
                    <a:pt x="1440" y="452"/>
                    <a:pt x="1152" y="292"/>
                    <a:pt x="768" y="164"/>
                  </a:cubicBezTo>
                  <a:cubicBezTo>
                    <a:pt x="494" y="62"/>
                    <a:pt x="236" y="1"/>
                    <a:pt x="111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7"/>
            <p:cNvSpPr/>
            <p:nvPr/>
          </p:nvSpPr>
          <p:spPr>
            <a:xfrm>
              <a:off x="1336984" y="2640107"/>
              <a:ext cx="44981" cy="64328"/>
            </a:xfrm>
            <a:custGeom>
              <a:avLst/>
              <a:gdLst/>
              <a:ahLst/>
              <a:cxnLst/>
              <a:rect l="l" t="t" r="r" b="b"/>
              <a:pathLst>
                <a:path w="737" h="1054" extrusionOk="0">
                  <a:moveTo>
                    <a:pt x="664" y="0"/>
                  </a:moveTo>
                  <a:cubicBezTo>
                    <a:pt x="590" y="0"/>
                    <a:pt x="399" y="182"/>
                    <a:pt x="235" y="444"/>
                  </a:cubicBezTo>
                  <a:cubicBezTo>
                    <a:pt x="64" y="742"/>
                    <a:pt x="0" y="1009"/>
                    <a:pt x="53" y="1052"/>
                  </a:cubicBezTo>
                  <a:cubicBezTo>
                    <a:pt x="56" y="1053"/>
                    <a:pt x="59" y="1053"/>
                    <a:pt x="63" y="1053"/>
                  </a:cubicBezTo>
                  <a:cubicBezTo>
                    <a:pt x="132" y="1053"/>
                    <a:pt x="285" y="847"/>
                    <a:pt x="437" y="582"/>
                  </a:cubicBezTo>
                  <a:cubicBezTo>
                    <a:pt x="608" y="284"/>
                    <a:pt x="736" y="49"/>
                    <a:pt x="683" y="6"/>
                  </a:cubicBezTo>
                  <a:cubicBezTo>
                    <a:pt x="678" y="2"/>
                    <a:pt x="671" y="0"/>
                    <a:pt x="664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7"/>
            <p:cNvSpPr/>
            <p:nvPr/>
          </p:nvSpPr>
          <p:spPr>
            <a:xfrm>
              <a:off x="1196974" y="2773281"/>
              <a:ext cx="169365" cy="119868"/>
            </a:xfrm>
            <a:custGeom>
              <a:avLst/>
              <a:gdLst/>
              <a:ahLst/>
              <a:cxnLst/>
              <a:rect l="l" t="t" r="r" b="b"/>
              <a:pathLst>
                <a:path w="2775" h="1964" extrusionOk="0">
                  <a:moveTo>
                    <a:pt x="1387" y="0"/>
                  </a:moveTo>
                  <a:cubicBezTo>
                    <a:pt x="630" y="0"/>
                    <a:pt x="0" y="662"/>
                    <a:pt x="0" y="1483"/>
                  </a:cubicBezTo>
                  <a:cubicBezTo>
                    <a:pt x="0" y="1654"/>
                    <a:pt x="22" y="1814"/>
                    <a:pt x="75" y="1963"/>
                  </a:cubicBezTo>
                  <a:cubicBezTo>
                    <a:pt x="107" y="1931"/>
                    <a:pt x="150" y="1921"/>
                    <a:pt x="171" y="1910"/>
                  </a:cubicBezTo>
                  <a:cubicBezTo>
                    <a:pt x="705" y="1536"/>
                    <a:pt x="1494" y="1408"/>
                    <a:pt x="2091" y="1376"/>
                  </a:cubicBezTo>
                  <a:cubicBezTo>
                    <a:pt x="2203" y="1366"/>
                    <a:pt x="2318" y="1360"/>
                    <a:pt x="2433" y="1360"/>
                  </a:cubicBezTo>
                  <a:cubicBezTo>
                    <a:pt x="2547" y="1360"/>
                    <a:pt x="2662" y="1366"/>
                    <a:pt x="2774" y="1376"/>
                  </a:cubicBezTo>
                  <a:cubicBezTo>
                    <a:pt x="2721" y="598"/>
                    <a:pt x="2123" y="0"/>
                    <a:pt x="1387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7"/>
            <p:cNvSpPr/>
            <p:nvPr/>
          </p:nvSpPr>
          <p:spPr>
            <a:xfrm>
              <a:off x="1213270" y="2810389"/>
              <a:ext cx="143915" cy="74948"/>
            </a:xfrm>
            <a:custGeom>
              <a:avLst/>
              <a:gdLst/>
              <a:ahLst/>
              <a:cxnLst/>
              <a:rect l="l" t="t" r="r" b="b"/>
              <a:pathLst>
                <a:path w="2358" h="1228" extrusionOk="0">
                  <a:moveTo>
                    <a:pt x="1227" y="0"/>
                  </a:moveTo>
                  <a:cubicBezTo>
                    <a:pt x="555" y="22"/>
                    <a:pt x="11" y="566"/>
                    <a:pt x="0" y="1227"/>
                  </a:cubicBezTo>
                  <a:cubicBezTo>
                    <a:pt x="523" y="907"/>
                    <a:pt x="1248" y="790"/>
                    <a:pt x="1824" y="747"/>
                  </a:cubicBezTo>
                  <a:cubicBezTo>
                    <a:pt x="1910" y="742"/>
                    <a:pt x="2000" y="739"/>
                    <a:pt x="2091" y="739"/>
                  </a:cubicBezTo>
                  <a:cubicBezTo>
                    <a:pt x="2182" y="739"/>
                    <a:pt x="2272" y="742"/>
                    <a:pt x="2358" y="747"/>
                  </a:cubicBezTo>
                  <a:cubicBezTo>
                    <a:pt x="2176" y="310"/>
                    <a:pt x="1728" y="0"/>
                    <a:pt x="1227" y="0"/>
                  </a:cubicBezTo>
                  <a:close/>
                </a:path>
              </a:pathLst>
            </a:custGeom>
            <a:solidFill>
              <a:srgbClr val="4C6F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7"/>
            <p:cNvSpPr/>
            <p:nvPr/>
          </p:nvSpPr>
          <p:spPr>
            <a:xfrm>
              <a:off x="767911" y="2497229"/>
              <a:ext cx="918051" cy="696686"/>
            </a:xfrm>
            <a:custGeom>
              <a:avLst/>
              <a:gdLst/>
              <a:ahLst/>
              <a:cxnLst/>
              <a:rect l="l" t="t" r="r" b="b"/>
              <a:pathLst>
                <a:path w="15042" h="11415" extrusionOk="0">
                  <a:moveTo>
                    <a:pt x="3425" y="0"/>
                  </a:moveTo>
                  <a:cubicBezTo>
                    <a:pt x="2870" y="416"/>
                    <a:pt x="2433" y="971"/>
                    <a:pt x="2145" y="1675"/>
                  </a:cubicBezTo>
                  <a:cubicBezTo>
                    <a:pt x="1579" y="3179"/>
                    <a:pt x="1451" y="4801"/>
                    <a:pt x="1686" y="6379"/>
                  </a:cubicBezTo>
                  <a:cubicBezTo>
                    <a:pt x="1739" y="6710"/>
                    <a:pt x="1793" y="7052"/>
                    <a:pt x="1878" y="7393"/>
                  </a:cubicBezTo>
                  <a:cubicBezTo>
                    <a:pt x="1366" y="7820"/>
                    <a:pt x="897" y="8278"/>
                    <a:pt x="577" y="8854"/>
                  </a:cubicBezTo>
                  <a:cubicBezTo>
                    <a:pt x="139" y="9633"/>
                    <a:pt x="1" y="10646"/>
                    <a:pt x="438" y="11415"/>
                  </a:cubicBezTo>
                  <a:cubicBezTo>
                    <a:pt x="801" y="10305"/>
                    <a:pt x="1590" y="9334"/>
                    <a:pt x="2593" y="8737"/>
                  </a:cubicBezTo>
                  <a:cubicBezTo>
                    <a:pt x="2657" y="8812"/>
                    <a:pt x="2731" y="8886"/>
                    <a:pt x="2817" y="8950"/>
                  </a:cubicBezTo>
                  <a:cubicBezTo>
                    <a:pt x="4012" y="9921"/>
                    <a:pt x="5388" y="10465"/>
                    <a:pt x="6924" y="10625"/>
                  </a:cubicBezTo>
                  <a:cubicBezTo>
                    <a:pt x="7450" y="10683"/>
                    <a:pt x="7989" y="10712"/>
                    <a:pt x="8531" y="10712"/>
                  </a:cubicBezTo>
                  <a:cubicBezTo>
                    <a:pt x="9679" y="10712"/>
                    <a:pt x="10840" y="10584"/>
                    <a:pt x="11927" y="10337"/>
                  </a:cubicBezTo>
                  <a:cubicBezTo>
                    <a:pt x="13826" y="9910"/>
                    <a:pt x="14700" y="8545"/>
                    <a:pt x="15042" y="6817"/>
                  </a:cubicBezTo>
                  <a:cubicBezTo>
                    <a:pt x="14251" y="6317"/>
                    <a:pt x="13312" y="6128"/>
                    <a:pt x="12349" y="6128"/>
                  </a:cubicBezTo>
                  <a:cubicBezTo>
                    <a:pt x="11543" y="6128"/>
                    <a:pt x="10721" y="6260"/>
                    <a:pt x="9953" y="6454"/>
                  </a:cubicBezTo>
                  <a:cubicBezTo>
                    <a:pt x="9489" y="6574"/>
                    <a:pt x="9004" y="6710"/>
                    <a:pt x="8534" y="6710"/>
                  </a:cubicBezTo>
                  <a:cubicBezTo>
                    <a:pt x="8335" y="6710"/>
                    <a:pt x="8139" y="6685"/>
                    <a:pt x="7948" y="6625"/>
                  </a:cubicBezTo>
                  <a:cubicBezTo>
                    <a:pt x="7393" y="6454"/>
                    <a:pt x="6945" y="6006"/>
                    <a:pt x="6668" y="5483"/>
                  </a:cubicBezTo>
                  <a:cubicBezTo>
                    <a:pt x="6390" y="4971"/>
                    <a:pt x="6230" y="4395"/>
                    <a:pt x="6060" y="3841"/>
                  </a:cubicBezTo>
                  <a:cubicBezTo>
                    <a:pt x="5793" y="2945"/>
                    <a:pt x="5452" y="2070"/>
                    <a:pt x="4908" y="1312"/>
                  </a:cubicBezTo>
                  <a:cubicBezTo>
                    <a:pt x="4513" y="779"/>
                    <a:pt x="4001" y="331"/>
                    <a:pt x="342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3" name="Google Shape;1773;p37"/>
          <p:cNvSpPr/>
          <p:nvPr/>
        </p:nvSpPr>
        <p:spPr>
          <a:xfrm>
            <a:off x="1400206" y="3573444"/>
            <a:ext cx="2260159" cy="530307"/>
          </a:xfrm>
          <a:custGeom>
            <a:avLst/>
            <a:gdLst/>
            <a:ahLst/>
            <a:cxnLst/>
            <a:rect l="l" t="t" r="r" b="b"/>
            <a:pathLst>
              <a:path w="40378" h="9474" extrusionOk="0">
                <a:moveTo>
                  <a:pt x="20184" y="0"/>
                </a:moveTo>
                <a:cubicBezTo>
                  <a:pt x="9036" y="0"/>
                  <a:pt x="1" y="2123"/>
                  <a:pt x="1" y="4737"/>
                </a:cubicBezTo>
                <a:cubicBezTo>
                  <a:pt x="1" y="7350"/>
                  <a:pt x="9036" y="9473"/>
                  <a:pt x="20184" y="9473"/>
                </a:cubicBezTo>
                <a:cubicBezTo>
                  <a:pt x="31342" y="9473"/>
                  <a:pt x="40377" y="7350"/>
                  <a:pt x="40377" y="4737"/>
                </a:cubicBezTo>
                <a:cubicBezTo>
                  <a:pt x="40377" y="2123"/>
                  <a:pt x="31342" y="0"/>
                  <a:pt x="20184" y="0"/>
                </a:cubicBezTo>
                <a:close/>
              </a:path>
            </a:pathLst>
          </a:custGeom>
          <a:solidFill>
            <a:srgbClr val="6FA0A4">
              <a:alpha val="311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4" name="Google Shape;1774;p37"/>
          <p:cNvGrpSpPr/>
          <p:nvPr/>
        </p:nvGrpSpPr>
        <p:grpSpPr>
          <a:xfrm>
            <a:off x="1698162" y="1225970"/>
            <a:ext cx="1675447" cy="2814730"/>
            <a:chOff x="1597412" y="1104394"/>
            <a:chExt cx="1826897" cy="3069164"/>
          </a:xfrm>
        </p:grpSpPr>
        <p:sp>
          <p:nvSpPr>
            <p:cNvPr id="1775" name="Google Shape;1775;p37"/>
            <p:cNvSpPr/>
            <p:nvPr/>
          </p:nvSpPr>
          <p:spPr>
            <a:xfrm>
              <a:off x="2121504" y="2848169"/>
              <a:ext cx="309984" cy="278369"/>
            </a:xfrm>
            <a:custGeom>
              <a:avLst/>
              <a:gdLst/>
              <a:ahLst/>
              <a:cxnLst/>
              <a:rect l="l" t="t" r="r" b="b"/>
              <a:pathLst>
                <a:path w="5079" h="4561" extrusionOk="0">
                  <a:moveTo>
                    <a:pt x="4715" y="0"/>
                  </a:moveTo>
                  <a:lnTo>
                    <a:pt x="1291" y="779"/>
                  </a:lnTo>
                  <a:cubicBezTo>
                    <a:pt x="768" y="1888"/>
                    <a:pt x="342" y="3040"/>
                    <a:pt x="0" y="4214"/>
                  </a:cubicBezTo>
                  <a:cubicBezTo>
                    <a:pt x="1042" y="4387"/>
                    <a:pt x="2106" y="4561"/>
                    <a:pt x="3161" y="4561"/>
                  </a:cubicBezTo>
                  <a:cubicBezTo>
                    <a:pt x="3726" y="4561"/>
                    <a:pt x="4289" y="4511"/>
                    <a:pt x="4843" y="4384"/>
                  </a:cubicBezTo>
                  <a:cubicBezTo>
                    <a:pt x="5003" y="3403"/>
                    <a:pt x="5078" y="2400"/>
                    <a:pt x="5067" y="1408"/>
                  </a:cubicBezTo>
                  <a:cubicBezTo>
                    <a:pt x="5057" y="918"/>
                    <a:pt x="5014" y="395"/>
                    <a:pt x="4715" y="0"/>
                  </a:cubicBez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7"/>
            <p:cNvSpPr/>
            <p:nvPr/>
          </p:nvSpPr>
          <p:spPr>
            <a:xfrm>
              <a:off x="2146894" y="2517736"/>
              <a:ext cx="1190195" cy="966022"/>
            </a:xfrm>
            <a:custGeom>
              <a:avLst/>
              <a:gdLst/>
              <a:ahLst/>
              <a:cxnLst/>
              <a:rect l="l" t="t" r="r" b="b"/>
              <a:pathLst>
                <a:path w="19501" h="15828" extrusionOk="0">
                  <a:moveTo>
                    <a:pt x="14442" y="0"/>
                  </a:moveTo>
                  <a:cubicBezTo>
                    <a:pt x="13988" y="0"/>
                    <a:pt x="13530" y="42"/>
                    <a:pt x="13079" y="91"/>
                  </a:cubicBezTo>
                  <a:cubicBezTo>
                    <a:pt x="12460" y="155"/>
                    <a:pt x="11841" y="208"/>
                    <a:pt x="11223" y="294"/>
                  </a:cubicBezTo>
                  <a:cubicBezTo>
                    <a:pt x="10743" y="347"/>
                    <a:pt x="10422" y="550"/>
                    <a:pt x="9985" y="688"/>
                  </a:cubicBezTo>
                  <a:cubicBezTo>
                    <a:pt x="9036" y="998"/>
                    <a:pt x="8065" y="1008"/>
                    <a:pt x="7073" y="1062"/>
                  </a:cubicBezTo>
                  <a:cubicBezTo>
                    <a:pt x="6965" y="1067"/>
                    <a:pt x="6856" y="1069"/>
                    <a:pt x="6747" y="1069"/>
                  </a:cubicBezTo>
                  <a:cubicBezTo>
                    <a:pt x="6382" y="1069"/>
                    <a:pt x="6008" y="1047"/>
                    <a:pt x="5637" y="1047"/>
                  </a:cubicBezTo>
                  <a:cubicBezTo>
                    <a:pt x="5214" y="1047"/>
                    <a:pt x="4794" y="1076"/>
                    <a:pt x="4395" y="1200"/>
                  </a:cubicBezTo>
                  <a:cubicBezTo>
                    <a:pt x="3659" y="1424"/>
                    <a:pt x="3094" y="1969"/>
                    <a:pt x="2582" y="2545"/>
                  </a:cubicBezTo>
                  <a:cubicBezTo>
                    <a:pt x="1494" y="3814"/>
                    <a:pt x="619" y="5275"/>
                    <a:pt x="64" y="6854"/>
                  </a:cubicBezTo>
                  <a:cubicBezTo>
                    <a:pt x="0" y="7036"/>
                    <a:pt x="1953" y="7921"/>
                    <a:pt x="2155" y="8017"/>
                  </a:cubicBezTo>
                  <a:cubicBezTo>
                    <a:pt x="2902" y="8348"/>
                    <a:pt x="3702" y="8518"/>
                    <a:pt x="4502" y="8732"/>
                  </a:cubicBezTo>
                  <a:cubicBezTo>
                    <a:pt x="4605" y="8756"/>
                    <a:pt x="4723" y="8776"/>
                    <a:pt x="4835" y="8776"/>
                  </a:cubicBezTo>
                  <a:cubicBezTo>
                    <a:pt x="5006" y="8776"/>
                    <a:pt x="5163" y="8730"/>
                    <a:pt x="5229" y="8585"/>
                  </a:cubicBezTo>
                  <a:lnTo>
                    <a:pt x="5229" y="8585"/>
                  </a:lnTo>
                  <a:cubicBezTo>
                    <a:pt x="5087" y="8941"/>
                    <a:pt x="5037" y="9338"/>
                    <a:pt x="5121" y="9724"/>
                  </a:cubicBezTo>
                  <a:cubicBezTo>
                    <a:pt x="5195" y="10118"/>
                    <a:pt x="5387" y="10492"/>
                    <a:pt x="5387" y="10897"/>
                  </a:cubicBezTo>
                  <a:cubicBezTo>
                    <a:pt x="5387" y="11303"/>
                    <a:pt x="5185" y="11697"/>
                    <a:pt x="4961" y="12049"/>
                  </a:cubicBezTo>
                  <a:cubicBezTo>
                    <a:pt x="4726" y="12401"/>
                    <a:pt x="4481" y="12743"/>
                    <a:pt x="4374" y="13148"/>
                  </a:cubicBezTo>
                  <a:cubicBezTo>
                    <a:pt x="4011" y="14492"/>
                    <a:pt x="5291" y="14769"/>
                    <a:pt x="6273" y="15015"/>
                  </a:cubicBezTo>
                  <a:cubicBezTo>
                    <a:pt x="7649" y="15346"/>
                    <a:pt x="9068" y="15516"/>
                    <a:pt x="10455" y="15772"/>
                  </a:cubicBezTo>
                  <a:cubicBezTo>
                    <a:pt x="10651" y="15810"/>
                    <a:pt x="10845" y="15827"/>
                    <a:pt x="11036" y="15827"/>
                  </a:cubicBezTo>
                  <a:cubicBezTo>
                    <a:pt x="11543" y="15827"/>
                    <a:pt x="12034" y="15708"/>
                    <a:pt x="12513" y="15538"/>
                  </a:cubicBezTo>
                  <a:cubicBezTo>
                    <a:pt x="13473" y="15175"/>
                    <a:pt x="14039" y="14396"/>
                    <a:pt x="14850" y="13831"/>
                  </a:cubicBezTo>
                  <a:cubicBezTo>
                    <a:pt x="15628" y="13265"/>
                    <a:pt x="16599" y="13041"/>
                    <a:pt x="17367" y="12465"/>
                  </a:cubicBezTo>
                  <a:cubicBezTo>
                    <a:pt x="17580" y="12305"/>
                    <a:pt x="17783" y="12113"/>
                    <a:pt x="17890" y="11879"/>
                  </a:cubicBezTo>
                  <a:cubicBezTo>
                    <a:pt x="17975" y="11708"/>
                    <a:pt x="17996" y="11505"/>
                    <a:pt x="17996" y="11303"/>
                  </a:cubicBezTo>
                  <a:cubicBezTo>
                    <a:pt x="18039" y="9990"/>
                    <a:pt x="17367" y="8582"/>
                    <a:pt x="17943" y="7388"/>
                  </a:cubicBezTo>
                  <a:cubicBezTo>
                    <a:pt x="18252" y="6748"/>
                    <a:pt x="18860" y="6310"/>
                    <a:pt x="19159" y="5681"/>
                  </a:cubicBezTo>
                  <a:cubicBezTo>
                    <a:pt x="19501" y="4955"/>
                    <a:pt x="19394" y="4081"/>
                    <a:pt x="19063" y="3355"/>
                  </a:cubicBezTo>
                  <a:cubicBezTo>
                    <a:pt x="18572" y="2278"/>
                    <a:pt x="17623" y="1008"/>
                    <a:pt x="16546" y="454"/>
                  </a:cubicBezTo>
                  <a:cubicBezTo>
                    <a:pt x="15883" y="106"/>
                    <a:pt x="15168" y="0"/>
                    <a:pt x="14442" y="0"/>
                  </a:cubicBezTo>
                  <a:close/>
                </a:path>
              </a:pathLst>
            </a:custGeom>
            <a:solidFill>
              <a:srgbClr val="98C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7"/>
            <p:cNvSpPr/>
            <p:nvPr/>
          </p:nvSpPr>
          <p:spPr>
            <a:xfrm>
              <a:off x="2404087" y="2819483"/>
              <a:ext cx="61887" cy="120051"/>
            </a:xfrm>
            <a:custGeom>
              <a:avLst/>
              <a:gdLst/>
              <a:ahLst/>
              <a:cxnLst/>
              <a:rect l="l" t="t" r="r" b="b"/>
              <a:pathLst>
                <a:path w="1014" h="1967" extrusionOk="0">
                  <a:moveTo>
                    <a:pt x="32" y="1"/>
                  </a:moveTo>
                  <a:cubicBezTo>
                    <a:pt x="0" y="1"/>
                    <a:pt x="21" y="523"/>
                    <a:pt x="288" y="1078"/>
                  </a:cubicBezTo>
                  <a:cubicBezTo>
                    <a:pt x="551" y="1613"/>
                    <a:pt x="899" y="1967"/>
                    <a:pt x="963" y="1967"/>
                  </a:cubicBezTo>
                  <a:cubicBezTo>
                    <a:pt x="966" y="1967"/>
                    <a:pt x="969" y="1966"/>
                    <a:pt x="971" y="1964"/>
                  </a:cubicBezTo>
                  <a:cubicBezTo>
                    <a:pt x="1013" y="1932"/>
                    <a:pt x="693" y="1548"/>
                    <a:pt x="437" y="1014"/>
                  </a:cubicBezTo>
                  <a:cubicBezTo>
                    <a:pt x="181" y="481"/>
                    <a:pt x="85" y="1"/>
                    <a:pt x="32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7"/>
            <p:cNvSpPr/>
            <p:nvPr/>
          </p:nvSpPr>
          <p:spPr>
            <a:xfrm>
              <a:off x="2475679" y="3186047"/>
              <a:ext cx="2014" cy="5249"/>
            </a:xfrm>
            <a:custGeom>
              <a:avLst/>
              <a:gdLst/>
              <a:ahLst/>
              <a:cxnLst/>
              <a:rect l="l" t="t" r="r" b="b"/>
              <a:pathLst>
                <a:path w="33" h="86" extrusionOk="0">
                  <a:moveTo>
                    <a:pt x="0" y="1"/>
                  </a:moveTo>
                  <a:lnTo>
                    <a:pt x="0" y="65"/>
                  </a:lnTo>
                  <a:cubicBezTo>
                    <a:pt x="11" y="75"/>
                    <a:pt x="22" y="86"/>
                    <a:pt x="32" y="86"/>
                  </a:cubicBezTo>
                  <a:cubicBezTo>
                    <a:pt x="32" y="75"/>
                    <a:pt x="22" y="43"/>
                    <a:pt x="0" y="1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7"/>
            <p:cNvSpPr/>
            <p:nvPr/>
          </p:nvSpPr>
          <p:spPr>
            <a:xfrm>
              <a:off x="2433994" y="2736783"/>
              <a:ext cx="45652" cy="377730"/>
            </a:xfrm>
            <a:custGeom>
              <a:avLst/>
              <a:gdLst/>
              <a:ahLst/>
              <a:cxnLst/>
              <a:rect l="l" t="t" r="r" b="b"/>
              <a:pathLst>
                <a:path w="748" h="6189" extrusionOk="0">
                  <a:moveTo>
                    <a:pt x="65" y="1"/>
                  </a:moveTo>
                  <a:cubicBezTo>
                    <a:pt x="54" y="1"/>
                    <a:pt x="22" y="108"/>
                    <a:pt x="11" y="289"/>
                  </a:cubicBezTo>
                  <a:cubicBezTo>
                    <a:pt x="1" y="492"/>
                    <a:pt x="1" y="769"/>
                    <a:pt x="54" y="1121"/>
                  </a:cubicBezTo>
                  <a:cubicBezTo>
                    <a:pt x="107" y="1462"/>
                    <a:pt x="203" y="1868"/>
                    <a:pt x="310" y="2305"/>
                  </a:cubicBezTo>
                  <a:cubicBezTo>
                    <a:pt x="363" y="2529"/>
                    <a:pt x="417" y="2753"/>
                    <a:pt x="449" y="2999"/>
                  </a:cubicBezTo>
                  <a:cubicBezTo>
                    <a:pt x="491" y="3233"/>
                    <a:pt x="523" y="3489"/>
                    <a:pt x="523" y="3745"/>
                  </a:cubicBezTo>
                  <a:cubicBezTo>
                    <a:pt x="523" y="4236"/>
                    <a:pt x="417" y="4705"/>
                    <a:pt x="342" y="5143"/>
                  </a:cubicBezTo>
                  <a:cubicBezTo>
                    <a:pt x="421" y="5123"/>
                    <a:pt x="490" y="5058"/>
                    <a:pt x="526" y="4981"/>
                  </a:cubicBezTo>
                  <a:lnTo>
                    <a:pt x="526" y="4981"/>
                  </a:lnTo>
                  <a:cubicBezTo>
                    <a:pt x="383" y="5329"/>
                    <a:pt x="333" y="5737"/>
                    <a:pt x="417" y="6113"/>
                  </a:cubicBezTo>
                  <a:cubicBezTo>
                    <a:pt x="417" y="6145"/>
                    <a:pt x="427" y="6156"/>
                    <a:pt x="427" y="6188"/>
                  </a:cubicBezTo>
                  <a:cubicBezTo>
                    <a:pt x="438" y="5900"/>
                    <a:pt x="481" y="5569"/>
                    <a:pt x="545" y="5228"/>
                  </a:cubicBezTo>
                  <a:cubicBezTo>
                    <a:pt x="630" y="4780"/>
                    <a:pt x="747" y="4289"/>
                    <a:pt x="747" y="3745"/>
                  </a:cubicBezTo>
                  <a:cubicBezTo>
                    <a:pt x="747" y="3479"/>
                    <a:pt x="715" y="3212"/>
                    <a:pt x="683" y="2956"/>
                  </a:cubicBezTo>
                  <a:cubicBezTo>
                    <a:pt x="641" y="2700"/>
                    <a:pt x="577" y="2476"/>
                    <a:pt x="523" y="2252"/>
                  </a:cubicBezTo>
                  <a:cubicBezTo>
                    <a:pt x="395" y="1804"/>
                    <a:pt x="289" y="1420"/>
                    <a:pt x="214" y="1089"/>
                  </a:cubicBezTo>
                  <a:cubicBezTo>
                    <a:pt x="65" y="428"/>
                    <a:pt x="107" y="1"/>
                    <a:pt x="65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7"/>
            <p:cNvSpPr/>
            <p:nvPr/>
          </p:nvSpPr>
          <p:spPr>
            <a:xfrm>
              <a:off x="2171002" y="2872887"/>
              <a:ext cx="306688" cy="135492"/>
            </a:xfrm>
            <a:custGeom>
              <a:avLst/>
              <a:gdLst/>
              <a:ahLst/>
              <a:cxnLst/>
              <a:rect l="l" t="t" r="r" b="b"/>
              <a:pathLst>
                <a:path w="5025" h="2220" extrusionOk="0">
                  <a:moveTo>
                    <a:pt x="75" y="0"/>
                  </a:moveTo>
                  <a:cubicBezTo>
                    <a:pt x="53" y="54"/>
                    <a:pt x="21" y="107"/>
                    <a:pt x="0" y="182"/>
                  </a:cubicBezTo>
                  <a:cubicBezTo>
                    <a:pt x="587" y="673"/>
                    <a:pt x="1430" y="1195"/>
                    <a:pt x="2422" y="1579"/>
                  </a:cubicBezTo>
                  <a:cubicBezTo>
                    <a:pt x="3350" y="1931"/>
                    <a:pt x="4235" y="2113"/>
                    <a:pt x="4971" y="2219"/>
                  </a:cubicBezTo>
                  <a:cubicBezTo>
                    <a:pt x="5003" y="2155"/>
                    <a:pt x="5014" y="2091"/>
                    <a:pt x="5024" y="2038"/>
                  </a:cubicBezTo>
                  <a:cubicBezTo>
                    <a:pt x="4310" y="1899"/>
                    <a:pt x="3446" y="1697"/>
                    <a:pt x="2518" y="1355"/>
                  </a:cubicBezTo>
                  <a:cubicBezTo>
                    <a:pt x="1526" y="982"/>
                    <a:pt x="683" y="470"/>
                    <a:pt x="75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7"/>
            <p:cNvSpPr/>
            <p:nvPr/>
          </p:nvSpPr>
          <p:spPr>
            <a:xfrm>
              <a:off x="1597412" y="3671077"/>
              <a:ext cx="537818" cy="363326"/>
            </a:xfrm>
            <a:custGeom>
              <a:avLst/>
              <a:gdLst/>
              <a:ahLst/>
              <a:cxnLst/>
              <a:rect l="l" t="t" r="r" b="b"/>
              <a:pathLst>
                <a:path w="8812" h="5953" extrusionOk="0">
                  <a:moveTo>
                    <a:pt x="3894" y="1"/>
                  </a:moveTo>
                  <a:lnTo>
                    <a:pt x="3115" y="2113"/>
                  </a:lnTo>
                  <a:cubicBezTo>
                    <a:pt x="3115" y="2113"/>
                    <a:pt x="2286" y="1612"/>
                    <a:pt x="1404" y="1612"/>
                  </a:cubicBezTo>
                  <a:cubicBezTo>
                    <a:pt x="1013" y="1612"/>
                    <a:pt x="611" y="1710"/>
                    <a:pt x="267" y="1996"/>
                  </a:cubicBezTo>
                  <a:cubicBezTo>
                    <a:pt x="0" y="2220"/>
                    <a:pt x="11" y="2646"/>
                    <a:pt x="288" y="2860"/>
                  </a:cubicBezTo>
                  <a:cubicBezTo>
                    <a:pt x="1237" y="3606"/>
                    <a:pt x="3584" y="5292"/>
                    <a:pt x="5942" y="5932"/>
                  </a:cubicBezTo>
                  <a:cubicBezTo>
                    <a:pt x="6000" y="5946"/>
                    <a:pt x="6059" y="5953"/>
                    <a:pt x="6117" y="5953"/>
                  </a:cubicBezTo>
                  <a:cubicBezTo>
                    <a:pt x="6366" y="5953"/>
                    <a:pt x="6599" y="5826"/>
                    <a:pt x="6721" y="5601"/>
                  </a:cubicBezTo>
                  <a:lnTo>
                    <a:pt x="8811" y="1782"/>
                  </a:lnTo>
                  <a:lnTo>
                    <a:pt x="3894" y="1"/>
                  </a:ln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7"/>
            <p:cNvSpPr/>
            <p:nvPr/>
          </p:nvSpPr>
          <p:spPr>
            <a:xfrm>
              <a:off x="1784235" y="2954305"/>
              <a:ext cx="914816" cy="897849"/>
            </a:xfrm>
            <a:custGeom>
              <a:avLst/>
              <a:gdLst/>
              <a:ahLst/>
              <a:cxnLst/>
              <a:rect l="l" t="t" r="r" b="b"/>
              <a:pathLst>
                <a:path w="14989" h="14711" extrusionOk="0">
                  <a:moveTo>
                    <a:pt x="8860" y="0"/>
                  </a:moveTo>
                  <a:cubicBezTo>
                    <a:pt x="7888" y="0"/>
                    <a:pt x="6923" y="427"/>
                    <a:pt x="6166" y="1045"/>
                  </a:cubicBezTo>
                  <a:cubicBezTo>
                    <a:pt x="5281" y="1771"/>
                    <a:pt x="4641" y="2731"/>
                    <a:pt x="4044" y="3691"/>
                  </a:cubicBezTo>
                  <a:cubicBezTo>
                    <a:pt x="2369" y="6422"/>
                    <a:pt x="1014" y="9345"/>
                    <a:pt x="1" y="12385"/>
                  </a:cubicBezTo>
                  <a:cubicBezTo>
                    <a:pt x="1953" y="13217"/>
                    <a:pt x="3916" y="14038"/>
                    <a:pt x="5910" y="14710"/>
                  </a:cubicBezTo>
                  <a:cubicBezTo>
                    <a:pt x="7020" y="12673"/>
                    <a:pt x="8204" y="10689"/>
                    <a:pt x="9463" y="8737"/>
                  </a:cubicBezTo>
                  <a:cubicBezTo>
                    <a:pt x="9975" y="7958"/>
                    <a:pt x="10529" y="7136"/>
                    <a:pt x="11329" y="6646"/>
                  </a:cubicBezTo>
                  <a:cubicBezTo>
                    <a:pt x="11511" y="6539"/>
                    <a:pt x="11713" y="6432"/>
                    <a:pt x="11799" y="6230"/>
                  </a:cubicBezTo>
                  <a:cubicBezTo>
                    <a:pt x="11948" y="5942"/>
                    <a:pt x="11788" y="5611"/>
                    <a:pt x="11681" y="5302"/>
                  </a:cubicBezTo>
                  <a:cubicBezTo>
                    <a:pt x="11622" y="5126"/>
                    <a:pt x="11579" y="4944"/>
                    <a:pt x="11555" y="4760"/>
                  </a:cubicBezTo>
                  <a:lnTo>
                    <a:pt x="11555" y="4760"/>
                  </a:lnTo>
                  <a:lnTo>
                    <a:pt x="11788" y="5451"/>
                  </a:lnTo>
                  <a:cubicBezTo>
                    <a:pt x="12855" y="5398"/>
                    <a:pt x="13943" y="5270"/>
                    <a:pt x="14988" y="5088"/>
                  </a:cubicBezTo>
                  <a:cubicBezTo>
                    <a:pt x="14423" y="4832"/>
                    <a:pt x="14135" y="4203"/>
                    <a:pt x="13836" y="3659"/>
                  </a:cubicBezTo>
                  <a:cubicBezTo>
                    <a:pt x="12962" y="2155"/>
                    <a:pt x="11095" y="288"/>
                    <a:pt x="9313" y="32"/>
                  </a:cubicBezTo>
                  <a:cubicBezTo>
                    <a:pt x="9162" y="10"/>
                    <a:pt x="9011" y="0"/>
                    <a:pt x="8860" y="0"/>
                  </a:cubicBezTo>
                  <a:close/>
                </a:path>
              </a:pathLst>
            </a:custGeom>
            <a:solidFill>
              <a:srgbClr val="E2BA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7"/>
            <p:cNvSpPr/>
            <p:nvPr/>
          </p:nvSpPr>
          <p:spPr>
            <a:xfrm>
              <a:off x="1807000" y="3635311"/>
              <a:ext cx="379012" cy="147821"/>
            </a:xfrm>
            <a:custGeom>
              <a:avLst/>
              <a:gdLst/>
              <a:ahLst/>
              <a:cxnLst/>
              <a:rect l="l" t="t" r="r" b="b"/>
              <a:pathLst>
                <a:path w="6210" h="2422" extrusionOk="0">
                  <a:moveTo>
                    <a:pt x="65" y="0"/>
                  </a:moveTo>
                  <a:cubicBezTo>
                    <a:pt x="44" y="64"/>
                    <a:pt x="33" y="117"/>
                    <a:pt x="1" y="181"/>
                  </a:cubicBezTo>
                  <a:cubicBezTo>
                    <a:pt x="204" y="299"/>
                    <a:pt x="417" y="437"/>
                    <a:pt x="641" y="565"/>
                  </a:cubicBezTo>
                  <a:cubicBezTo>
                    <a:pt x="1100" y="821"/>
                    <a:pt x="1601" y="1077"/>
                    <a:pt x="2156" y="1312"/>
                  </a:cubicBezTo>
                  <a:cubicBezTo>
                    <a:pt x="2700" y="1558"/>
                    <a:pt x="3233" y="1739"/>
                    <a:pt x="3735" y="1899"/>
                  </a:cubicBezTo>
                  <a:cubicBezTo>
                    <a:pt x="4236" y="2048"/>
                    <a:pt x="4684" y="2166"/>
                    <a:pt x="5068" y="2251"/>
                  </a:cubicBezTo>
                  <a:cubicBezTo>
                    <a:pt x="5601" y="2358"/>
                    <a:pt x="5996" y="2411"/>
                    <a:pt x="6188" y="2422"/>
                  </a:cubicBezTo>
                  <a:cubicBezTo>
                    <a:pt x="6177" y="2411"/>
                    <a:pt x="6188" y="2400"/>
                    <a:pt x="6209" y="2368"/>
                  </a:cubicBezTo>
                  <a:cubicBezTo>
                    <a:pt x="6028" y="2315"/>
                    <a:pt x="5633" y="2240"/>
                    <a:pt x="5100" y="2091"/>
                  </a:cubicBezTo>
                  <a:cubicBezTo>
                    <a:pt x="4727" y="1995"/>
                    <a:pt x="4289" y="1867"/>
                    <a:pt x="3788" y="1707"/>
                  </a:cubicBezTo>
                  <a:cubicBezTo>
                    <a:pt x="3308" y="1547"/>
                    <a:pt x="2774" y="1344"/>
                    <a:pt x="2230" y="1099"/>
                  </a:cubicBezTo>
                  <a:cubicBezTo>
                    <a:pt x="1686" y="864"/>
                    <a:pt x="1185" y="619"/>
                    <a:pt x="737" y="373"/>
                  </a:cubicBezTo>
                  <a:cubicBezTo>
                    <a:pt x="492" y="235"/>
                    <a:pt x="268" y="117"/>
                    <a:pt x="65" y="0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7"/>
            <p:cNvSpPr/>
            <p:nvPr/>
          </p:nvSpPr>
          <p:spPr>
            <a:xfrm>
              <a:off x="1922292" y="3049333"/>
              <a:ext cx="670625" cy="656344"/>
            </a:xfrm>
            <a:custGeom>
              <a:avLst/>
              <a:gdLst/>
              <a:ahLst/>
              <a:cxnLst/>
              <a:rect l="l" t="t" r="r" b="b"/>
              <a:pathLst>
                <a:path w="10988" h="10754" extrusionOk="0">
                  <a:moveTo>
                    <a:pt x="7270" y="0"/>
                  </a:moveTo>
                  <a:cubicBezTo>
                    <a:pt x="7194" y="0"/>
                    <a:pt x="7117" y="4"/>
                    <a:pt x="7041" y="11"/>
                  </a:cubicBezTo>
                  <a:cubicBezTo>
                    <a:pt x="6689" y="32"/>
                    <a:pt x="6347" y="139"/>
                    <a:pt x="6027" y="320"/>
                  </a:cubicBezTo>
                  <a:cubicBezTo>
                    <a:pt x="5366" y="662"/>
                    <a:pt x="4854" y="1227"/>
                    <a:pt x="4395" y="1846"/>
                  </a:cubicBezTo>
                  <a:cubicBezTo>
                    <a:pt x="3947" y="2475"/>
                    <a:pt x="3531" y="3126"/>
                    <a:pt x="3104" y="3819"/>
                  </a:cubicBezTo>
                  <a:cubicBezTo>
                    <a:pt x="1611" y="6316"/>
                    <a:pt x="608" y="8780"/>
                    <a:pt x="0" y="10732"/>
                  </a:cubicBezTo>
                  <a:cubicBezTo>
                    <a:pt x="19" y="10729"/>
                    <a:pt x="38" y="10727"/>
                    <a:pt x="56" y="10727"/>
                  </a:cubicBezTo>
                  <a:cubicBezTo>
                    <a:pt x="102" y="10727"/>
                    <a:pt x="147" y="10735"/>
                    <a:pt x="192" y="10743"/>
                  </a:cubicBezTo>
                  <a:cubicBezTo>
                    <a:pt x="213" y="10743"/>
                    <a:pt x="224" y="10753"/>
                    <a:pt x="235" y="10753"/>
                  </a:cubicBezTo>
                  <a:cubicBezTo>
                    <a:pt x="885" y="8833"/>
                    <a:pt x="1899" y="6422"/>
                    <a:pt x="3371" y="3969"/>
                  </a:cubicBezTo>
                  <a:cubicBezTo>
                    <a:pt x="3787" y="3286"/>
                    <a:pt x="4214" y="2625"/>
                    <a:pt x="4640" y="2006"/>
                  </a:cubicBezTo>
                  <a:cubicBezTo>
                    <a:pt x="5078" y="1408"/>
                    <a:pt x="5569" y="875"/>
                    <a:pt x="6155" y="555"/>
                  </a:cubicBezTo>
                  <a:cubicBezTo>
                    <a:pt x="6454" y="395"/>
                    <a:pt x="6753" y="299"/>
                    <a:pt x="7062" y="267"/>
                  </a:cubicBezTo>
                  <a:cubicBezTo>
                    <a:pt x="7145" y="258"/>
                    <a:pt x="7229" y="254"/>
                    <a:pt x="7312" y="254"/>
                  </a:cubicBezTo>
                  <a:cubicBezTo>
                    <a:pt x="7540" y="254"/>
                    <a:pt x="7766" y="284"/>
                    <a:pt x="7969" y="331"/>
                  </a:cubicBezTo>
                  <a:cubicBezTo>
                    <a:pt x="8545" y="480"/>
                    <a:pt x="8982" y="854"/>
                    <a:pt x="9345" y="1206"/>
                  </a:cubicBezTo>
                  <a:cubicBezTo>
                    <a:pt x="9526" y="1398"/>
                    <a:pt x="9707" y="1579"/>
                    <a:pt x="9846" y="1760"/>
                  </a:cubicBezTo>
                  <a:cubicBezTo>
                    <a:pt x="9996" y="1942"/>
                    <a:pt x="10134" y="2113"/>
                    <a:pt x="10241" y="2294"/>
                  </a:cubicBezTo>
                  <a:cubicBezTo>
                    <a:pt x="10465" y="2635"/>
                    <a:pt x="10614" y="2955"/>
                    <a:pt x="10721" y="3233"/>
                  </a:cubicBezTo>
                  <a:cubicBezTo>
                    <a:pt x="10796" y="3446"/>
                    <a:pt x="10860" y="3627"/>
                    <a:pt x="10902" y="3766"/>
                  </a:cubicBezTo>
                  <a:cubicBezTo>
                    <a:pt x="10934" y="3766"/>
                    <a:pt x="10956" y="3766"/>
                    <a:pt x="10988" y="3755"/>
                  </a:cubicBezTo>
                  <a:cubicBezTo>
                    <a:pt x="10956" y="3627"/>
                    <a:pt x="10913" y="3435"/>
                    <a:pt x="10838" y="3211"/>
                  </a:cubicBezTo>
                  <a:cubicBezTo>
                    <a:pt x="10742" y="2934"/>
                    <a:pt x="10593" y="2582"/>
                    <a:pt x="10380" y="2219"/>
                  </a:cubicBezTo>
                  <a:cubicBezTo>
                    <a:pt x="10273" y="2038"/>
                    <a:pt x="10156" y="1846"/>
                    <a:pt x="9996" y="1664"/>
                  </a:cubicBezTo>
                  <a:cubicBezTo>
                    <a:pt x="9846" y="1472"/>
                    <a:pt x="9675" y="1280"/>
                    <a:pt x="9505" y="1088"/>
                  </a:cubicBezTo>
                  <a:cubicBezTo>
                    <a:pt x="9313" y="886"/>
                    <a:pt x="9121" y="694"/>
                    <a:pt x="8875" y="512"/>
                  </a:cubicBezTo>
                  <a:cubicBezTo>
                    <a:pt x="8641" y="342"/>
                    <a:pt x="8342" y="192"/>
                    <a:pt x="8033" y="107"/>
                  </a:cubicBezTo>
                  <a:cubicBezTo>
                    <a:pt x="7785" y="41"/>
                    <a:pt x="7530" y="0"/>
                    <a:pt x="7270" y="0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7"/>
            <p:cNvSpPr/>
            <p:nvPr/>
          </p:nvSpPr>
          <p:spPr>
            <a:xfrm>
              <a:off x="1807671" y="3827992"/>
              <a:ext cx="531349" cy="345566"/>
            </a:xfrm>
            <a:custGeom>
              <a:avLst/>
              <a:gdLst/>
              <a:ahLst/>
              <a:cxnLst/>
              <a:rect l="l" t="t" r="r" b="b"/>
              <a:pathLst>
                <a:path w="8706" h="5662" extrusionOk="0">
                  <a:moveTo>
                    <a:pt x="3606" y="1"/>
                  </a:moveTo>
                  <a:lnTo>
                    <a:pt x="3084" y="2198"/>
                  </a:lnTo>
                  <a:cubicBezTo>
                    <a:pt x="3084" y="2198"/>
                    <a:pt x="2385" y="1875"/>
                    <a:pt x="1616" y="1875"/>
                  </a:cubicBezTo>
                  <a:cubicBezTo>
                    <a:pt x="1135" y="1875"/>
                    <a:pt x="628" y="2001"/>
                    <a:pt x="246" y="2411"/>
                  </a:cubicBezTo>
                  <a:cubicBezTo>
                    <a:pt x="1" y="2668"/>
                    <a:pt x="75" y="3094"/>
                    <a:pt x="363" y="3265"/>
                  </a:cubicBezTo>
                  <a:cubicBezTo>
                    <a:pt x="1398" y="3894"/>
                    <a:pt x="3916" y="5302"/>
                    <a:pt x="6337" y="5654"/>
                  </a:cubicBezTo>
                  <a:cubicBezTo>
                    <a:pt x="6370" y="5659"/>
                    <a:pt x="6403" y="5661"/>
                    <a:pt x="6436" y="5661"/>
                  </a:cubicBezTo>
                  <a:cubicBezTo>
                    <a:pt x="6710" y="5661"/>
                    <a:pt x="6968" y="5505"/>
                    <a:pt x="7073" y="5238"/>
                  </a:cubicBezTo>
                  <a:lnTo>
                    <a:pt x="8705" y="1206"/>
                  </a:lnTo>
                  <a:lnTo>
                    <a:pt x="3606" y="1"/>
                  </a:ln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7"/>
            <p:cNvSpPr/>
            <p:nvPr/>
          </p:nvSpPr>
          <p:spPr>
            <a:xfrm>
              <a:off x="1971729" y="3127578"/>
              <a:ext cx="1358217" cy="902304"/>
            </a:xfrm>
            <a:custGeom>
              <a:avLst/>
              <a:gdLst/>
              <a:ahLst/>
              <a:cxnLst/>
              <a:rect l="l" t="t" r="r" b="b"/>
              <a:pathLst>
                <a:path w="22254" h="14784" extrusionOk="0">
                  <a:moveTo>
                    <a:pt x="7493" y="0"/>
                  </a:moveTo>
                  <a:cubicBezTo>
                    <a:pt x="6606" y="0"/>
                    <a:pt x="5742" y="474"/>
                    <a:pt x="5068" y="1076"/>
                  </a:cubicBezTo>
                  <a:cubicBezTo>
                    <a:pt x="3329" y="2591"/>
                    <a:pt x="2518" y="4884"/>
                    <a:pt x="1761" y="7060"/>
                  </a:cubicBezTo>
                  <a:cubicBezTo>
                    <a:pt x="1153" y="8820"/>
                    <a:pt x="609" y="10591"/>
                    <a:pt x="1" y="12351"/>
                  </a:cubicBezTo>
                  <a:cubicBezTo>
                    <a:pt x="1953" y="13258"/>
                    <a:pt x="3958" y="14058"/>
                    <a:pt x="5996" y="14784"/>
                  </a:cubicBezTo>
                  <a:cubicBezTo>
                    <a:pt x="5996" y="14784"/>
                    <a:pt x="5996" y="14784"/>
                    <a:pt x="5996" y="14784"/>
                  </a:cubicBezTo>
                  <a:cubicBezTo>
                    <a:pt x="6012" y="14784"/>
                    <a:pt x="8108" y="10655"/>
                    <a:pt x="8343" y="10261"/>
                  </a:cubicBezTo>
                  <a:cubicBezTo>
                    <a:pt x="8801" y="10837"/>
                    <a:pt x="9260" y="11423"/>
                    <a:pt x="9815" y="11914"/>
                  </a:cubicBezTo>
                  <a:cubicBezTo>
                    <a:pt x="11352" y="13311"/>
                    <a:pt x="13338" y="14088"/>
                    <a:pt x="15374" y="14088"/>
                  </a:cubicBezTo>
                  <a:cubicBezTo>
                    <a:pt x="15981" y="14088"/>
                    <a:pt x="16592" y="14019"/>
                    <a:pt x="17197" y="13877"/>
                  </a:cubicBezTo>
                  <a:cubicBezTo>
                    <a:pt x="18456" y="13578"/>
                    <a:pt x="19650" y="12949"/>
                    <a:pt x="20578" y="12042"/>
                  </a:cubicBezTo>
                  <a:cubicBezTo>
                    <a:pt x="21656" y="10965"/>
                    <a:pt x="21976" y="9834"/>
                    <a:pt x="22104" y="8340"/>
                  </a:cubicBezTo>
                  <a:cubicBezTo>
                    <a:pt x="22253" y="6570"/>
                    <a:pt x="22253" y="4777"/>
                    <a:pt x="22104" y="3017"/>
                  </a:cubicBezTo>
                  <a:cubicBezTo>
                    <a:pt x="21944" y="3071"/>
                    <a:pt x="21784" y="3124"/>
                    <a:pt x="21613" y="3177"/>
                  </a:cubicBezTo>
                  <a:cubicBezTo>
                    <a:pt x="20613" y="3514"/>
                    <a:pt x="19467" y="3914"/>
                    <a:pt x="18483" y="3914"/>
                  </a:cubicBezTo>
                  <a:cubicBezTo>
                    <a:pt x="18471" y="3914"/>
                    <a:pt x="18458" y="3914"/>
                    <a:pt x="18445" y="3913"/>
                  </a:cubicBezTo>
                  <a:cubicBezTo>
                    <a:pt x="17303" y="3903"/>
                    <a:pt x="16109" y="3849"/>
                    <a:pt x="15085" y="3316"/>
                  </a:cubicBezTo>
                  <a:cubicBezTo>
                    <a:pt x="14125" y="2825"/>
                    <a:pt x="13090" y="2591"/>
                    <a:pt x="12130" y="2100"/>
                  </a:cubicBezTo>
                  <a:cubicBezTo>
                    <a:pt x="10818" y="1417"/>
                    <a:pt x="9452" y="329"/>
                    <a:pt x="7991" y="52"/>
                  </a:cubicBezTo>
                  <a:cubicBezTo>
                    <a:pt x="7825" y="17"/>
                    <a:pt x="7658" y="0"/>
                    <a:pt x="7493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7"/>
            <p:cNvSpPr/>
            <p:nvPr/>
          </p:nvSpPr>
          <p:spPr>
            <a:xfrm>
              <a:off x="2144269" y="3345038"/>
              <a:ext cx="1080825" cy="542945"/>
            </a:xfrm>
            <a:custGeom>
              <a:avLst/>
              <a:gdLst/>
              <a:ahLst/>
              <a:cxnLst/>
              <a:rect l="l" t="t" r="r" b="b"/>
              <a:pathLst>
                <a:path w="17709" h="8896" extrusionOk="0">
                  <a:moveTo>
                    <a:pt x="17655" y="0"/>
                  </a:moveTo>
                  <a:cubicBezTo>
                    <a:pt x="17613" y="0"/>
                    <a:pt x="17576" y="15"/>
                    <a:pt x="17538" y="30"/>
                  </a:cubicBezTo>
                  <a:cubicBezTo>
                    <a:pt x="17442" y="777"/>
                    <a:pt x="17293" y="1673"/>
                    <a:pt x="17015" y="2676"/>
                  </a:cubicBezTo>
                  <a:cubicBezTo>
                    <a:pt x="16909" y="3049"/>
                    <a:pt x="16791" y="3444"/>
                    <a:pt x="16642" y="3849"/>
                  </a:cubicBezTo>
                  <a:cubicBezTo>
                    <a:pt x="16493" y="4244"/>
                    <a:pt x="16322" y="4649"/>
                    <a:pt x="16066" y="5023"/>
                  </a:cubicBezTo>
                  <a:cubicBezTo>
                    <a:pt x="15810" y="5375"/>
                    <a:pt x="15479" y="5716"/>
                    <a:pt x="15053" y="5908"/>
                  </a:cubicBezTo>
                  <a:cubicBezTo>
                    <a:pt x="14839" y="6004"/>
                    <a:pt x="14615" y="6068"/>
                    <a:pt x="14370" y="6090"/>
                  </a:cubicBezTo>
                  <a:cubicBezTo>
                    <a:pt x="14339" y="6091"/>
                    <a:pt x="14309" y="6092"/>
                    <a:pt x="14278" y="6092"/>
                  </a:cubicBezTo>
                  <a:cubicBezTo>
                    <a:pt x="14072" y="6092"/>
                    <a:pt x="13859" y="6061"/>
                    <a:pt x="13655" y="6015"/>
                  </a:cubicBezTo>
                  <a:cubicBezTo>
                    <a:pt x="13175" y="5898"/>
                    <a:pt x="12706" y="5663"/>
                    <a:pt x="12236" y="5364"/>
                  </a:cubicBezTo>
                  <a:cubicBezTo>
                    <a:pt x="11767" y="5087"/>
                    <a:pt x="11330" y="4756"/>
                    <a:pt x="10882" y="4415"/>
                  </a:cubicBezTo>
                  <a:cubicBezTo>
                    <a:pt x="9975" y="3743"/>
                    <a:pt x="9079" y="2964"/>
                    <a:pt x="8097" y="2260"/>
                  </a:cubicBezTo>
                  <a:cubicBezTo>
                    <a:pt x="7596" y="1908"/>
                    <a:pt x="7095" y="1577"/>
                    <a:pt x="6561" y="1310"/>
                  </a:cubicBezTo>
                  <a:cubicBezTo>
                    <a:pt x="6295" y="1161"/>
                    <a:pt x="6028" y="1054"/>
                    <a:pt x="5761" y="937"/>
                  </a:cubicBezTo>
                  <a:cubicBezTo>
                    <a:pt x="5484" y="841"/>
                    <a:pt x="5217" y="724"/>
                    <a:pt x="4918" y="660"/>
                  </a:cubicBezTo>
                  <a:cubicBezTo>
                    <a:pt x="4796" y="633"/>
                    <a:pt x="4665" y="614"/>
                    <a:pt x="4546" y="614"/>
                  </a:cubicBezTo>
                  <a:cubicBezTo>
                    <a:pt x="4520" y="614"/>
                    <a:pt x="4495" y="615"/>
                    <a:pt x="4470" y="617"/>
                  </a:cubicBezTo>
                  <a:cubicBezTo>
                    <a:pt x="4310" y="628"/>
                    <a:pt x="4161" y="660"/>
                    <a:pt x="4012" y="724"/>
                  </a:cubicBezTo>
                  <a:cubicBezTo>
                    <a:pt x="3724" y="841"/>
                    <a:pt x="3489" y="1033"/>
                    <a:pt x="3297" y="1236"/>
                  </a:cubicBezTo>
                  <a:cubicBezTo>
                    <a:pt x="3094" y="1428"/>
                    <a:pt x="2934" y="1663"/>
                    <a:pt x="2774" y="1887"/>
                  </a:cubicBezTo>
                  <a:cubicBezTo>
                    <a:pt x="2614" y="2111"/>
                    <a:pt x="2476" y="2335"/>
                    <a:pt x="2348" y="2569"/>
                  </a:cubicBezTo>
                  <a:cubicBezTo>
                    <a:pt x="1814" y="3487"/>
                    <a:pt x="1441" y="4404"/>
                    <a:pt x="1121" y="5289"/>
                  </a:cubicBezTo>
                  <a:cubicBezTo>
                    <a:pt x="811" y="6164"/>
                    <a:pt x="577" y="7007"/>
                    <a:pt x="331" y="7754"/>
                  </a:cubicBezTo>
                  <a:cubicBezTo>
                    <a:pt x="214" y="8127"/>
                    <a:pt x="107" y="8490"/>
                    <a:pt x="1" y="8831"/>
                  </a:cubicBezTo>
                  <a:cubicBezTo>
                    <a:pt x="65" y="8842"/>
                    <a:pt x="118" y="8874"/>
                    <a:pt x="182" y="8895"/>
                  </a:cubicBezTo>
                  <a:cubicBezTo>
                    <a:pt x="310" y="8564"/>
                    <a:pt x="427" y="8202"/>
                    <a:pt x="545" y="7828"/>
                  </a:cubicBezTo>
                  <a:cubicBezTo>
                    <a:pt x="801" y="7082"/>
                    <a:pt x="1035" y="6260"/>
                    <a:pt x="1355" y="5396"/>
                  </a:cubicBezTo>
                  <a:cubicBezTo>
                    <a:pt x="1675" y="4521"/>
                    <a:pt x="2070" y="3615"/>
                    <a:pt x="2582" y="2729"/>
                  </a:cubicBezTo>
                  <a:cubicBezTo>
                    <a:pt x="2721" y="2495"/>
                    <a:pt x="2849" y="2281"/>
                    <a:pt x="3009" y="2068"/>
                  </a:cubicBezTo>
                  <a:cubicBezTo>
                    <a:pt x="3158" y="1855"/>
                    <a:pt x="3318" y="1641"/>
                    <a:pt x="3500" y="1460"/>
                  </a:cubicBezTo>
                  <a:cubicBezTo>
                    <a:pt x="3692" y="1268"/>
                    <a:pt x="3894" y="1108"/>
                    <a:pt x="4129" y="1022"/>
                  </a:cubicBezTo>
                  <a:cubicBezTo>
                    <a:pt x="4246" y="980"/>
                    <a:pt x="4374" y="948"/>
                    <a:pt x="4492" y="937"/>
                  </a:cubicBezTo>
                  <a:cubicBezTo>
                    <a:pt x="4609" y="937"/>
                    <a:pt x="4748" y="948"/>
                    <a:pt x="4876" y="980"/>
                  </a:cubicBezTo>
                  <a:cubicBezTo>
                    <a:pt x="5132" y="1033"/>
                    <a:pt x="5398" y="1150"/>
                    <a:pt x="5665" y="1246"/>
                  </a:cubicBezTo>
                  <a:cubicBezTo>
                    <a:pt x="5932" y="1353"/>
                    <a:pt x="6188" y="1471"/>
                    <a:pt x="6433" y="1609"/>
                  </a:cubicBezTo>
                  <a:cubicBezTo>
                    <a:pt x="6945" y="1876"/>
                    <a:pt x="7447" y="2185"/>
                    <a:pt x="7927" y="2537"/>
                  </a:cubicBezTo>
                  <a:cubicBezTo>
                    <a:pt x="8908" y="3231"/>
                    <a:pt x="9793" y="3988"/>
                    <a:pt x="10722" y="4681"/>
                  </a:cubicBezTo>
                  <a:cubicBezTo>
                    <a:pt x="11170" y="5033"/>
                    <a:pt x="11639" y="5353"/>
                    <a:pt x="12108" y="5641"/>
                  </a:cubicBezTo>
                  <a:cubicBezTo>
                    <a:pt x="12567" y="5940"/>
                    <a:pt x="13068" y="6196"/>
                    <a:pt x="13602" y="6324"/>
                  </a:cubicBezTo>
                  <a:cubicBezTo>
                    <a:pt x="13835" y="6380"/>
                    <a:pt x="14067" y="6412"/>
                    <a:pt x="14307" y="6412"/>
                  </a:cubicBezTo>
                  <a:cubicBezTo>
                    <a:pt x="14342" y="6412"/>
                    <a:pt x="14377" y="6411"/>
                    <a:pt x="14412" y="6410"/>
                  </a:cubicBezTo>
                  <a:cubicBezTo>
                    <a:pt x="14679" y="6378"/>
                    <a:pt x="14946" y="6314"/>
                    <a:pt x="15181" y="6196"/>
                  </a:cubicBezTo>
                  <a:cubicBezTo>
                    <a:pt x="15661" y="5962"/>
                    <a:pt x="16023" y="5588"/>
                    <a:pt x="16290" y="5193"/>
                  </a:cubicBezTo>
                  <a:cubicBezTo>
                    <a:pt x="16557" y="4788"/>
                    <a:pt x="16727" y="4361"/>
                    <a:pt x="16877" y="3956"/>
                  </a:cubicBezTo>
                  <a:cubicBezTo>
                    <a:pt x="17026" y="3540"/>
                    <a:pt x="17133" y="3135"/>
                    <a:pt x="17239" y="2751"/>
                  </a:cubicBezTo>
                  <a:cubicBezTo>
                    <a:pt x="17506" y="1695"/>
                    <a:pt x="17634" y="766"/>
                    <a:pt x="17709" y="9"/>
                  </a:cubicBezTo>
                  <a:cubicBezTo>
                    <a:pt x="17690" y="3"/>
                    <a:pt x="17672" y="0"/>
                    <a:pt x="17655" y="0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7"/>
            <p:cNvSpPr/>
            <p:nvPr/>
          </p:nvSpPr>
          <p:spPr>
            <a:xfrm>
              <a:off x="1992602" y="3808462"/>
              <a:ext cx="382857" cy="160210"/>
            </a:xfrm>
            <a:custGeom>
              <a:avLst/>
              <a:gdLst/>
              <a:ahLst/>
              <a:cxnLst/>
              <a:rect l="l" t="t" r="r" b="b"/>
              <a:pathLst>
                <a:path w="6273" h="2625" extrusionOk="0">
                  <a:moveTo>
                    <a:pt x="75" y="1"/>
                  </a:moveTo>
                  <a:cubicBezTo>
                    <a:pt x="43" y="65"/>
                    <a:pt x="32" y="129"/>
                    <a:pt x="0" y="182"/>
                  </a:cubicBezTo>
                  <a:cubicBezTo>
                    <a:pt x="214" y="289"/>
                    <a:pt x="448" y="385"/>
                    <a:pt x="672" y="491"/>
                  </a:cubicBezTo>
                  <a:cubicBezTo>
                    <a:pt x="1419" y="843"/>
                    <a:pt x="2262" y="1195"/>
                    <a:pt x="3147" y="1547"/>
                  </a:cubicBezTo>
                  <a:cubicBezTo>
                    <a:pt x="4043" y="1889"/>
                    <a:pt x="4897" y="2198"/>
                    <a:pt x="5675" y="2465"/>
                  </a:cubicBezTo>
                  <a:cubicBezTo>
                    <a:pt x="5846" y="2518"/>
                    <a:pt x="6017" y="2571"/>
                    <a:pt x="6177" y="2625"/>
                  </a:cubicBezTo>
                  <a:cubicBezTo>
                    <a:pt x="6209" y="2571"/>
                    <a:pt x="6241" y="2507"/>
                    <a:pt x="6273" y="2433"/>
                  </a:cubicBezTo>
                  <a:cubicBezTo>
                    <a:pt x="6102" y="2390"/>
                    <a:pt x="5921" y="2315"/>
                    <a:pt x="5739" y="2262"/>
                  </a:cubicBezTo>
                  <a:cubicBezTo>
                    <a:pt x="4961" y="1995"/>
                    <a:pt x="4107" y="1675"/>
                    <a:pt x="3232" y="1334"/>
                  </a:cubicBezTo>
                  <a:cubicBezTo>
                    <a:pt x="2347" y="982"/>
                    <a:pt x="1515" y="630"/>
                    <a:pt x="768" y="310"/>
                  </a:cubicBezTo>
                  <a:cubicBezTo>
                    <a:pt x="523" y="203"/>
                    <a:pt x="299" y="97"/>
                    <a:pt x="75" y="1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7"/>
            <p:cNvSpPr/>
            <p:nvPr/>
          </p:nvSpPr>
          <p:spPr>
            <a:xfrm>
              <a:off x="2636502" y="2592379"/>
              <a:ext cx="787808" cy="969013"/>
            </a:xfrm>
            <a:custGeom>
              <a:avLst/>
              <a:gdLst/>
              <a:ahLst/>
              <a:cxnLst/>
              <a:rect l="l" t="t" r="r" b="b"/>
              <a:pathLst>
                <a:path w="12908" h="15877" extrusionOk="0">
                  <a:moveTo>
                    <a:pt x="7968" y="0"/>
                  </a:moveTo>
                  <a:cubicBezTo>
                    <a:pt x="6372" y="0"/>
                    <a:pt x="5056" y="1387"/>
                    <a:pt x="5131" y="3178"/>
                  </a:cubicBezTo>
                  <a:cubicBezTo>
                    <a:pt x="5185" y="4394"/>
                    <a:pt x="5654" y="5290"/>
                    <a:pt x="6038" y="6399"/>
                  </a:cubicBezTo>
                  <a:cubicBezTo>
                    <a:pt x="6251" y="7029"/>
                    <a:pt x="6635" y="8031"/>
                    <a:pt x="6262" y="8639"/>
                  </a:cubicBezTo>
                  <a:cubicBezTo>
                    <a:pt x="5889" y="9258"/>
                    <a:pt x="4897" y="9493"/>
                    <a:pt x="4278" y="9760"/>
                  </a:cubicBezTo>
                  <a:cubicBezTo>
                    <a:pt x="2870" y="10378"/>
                    <a:pt x="1440" y="10944"/>
                    <a:pt x="0" y="11477"/>
                  </a:cubicBezTo>
                  <a:cubicBezTo>
                    <a:pt x="22" y="12085"/>
                    <a:pt x="96" y="12682"/>
                    <a:pt x="203" y="13269"/>
                  </a:cubicBezTo>
                  <a:cubicBezTo>
                    <a:pt x="363" y="14123"/>
                    <a:pt x="587" y="14987"/>
                    <a:pt x="960" y="15787"/>
                  </a:cubicBezTo>
                  <a:cubicBezTo>
                    <a:pt x="1510" y="15847"/>
                    <a:pt x="2063" y="15877"/>
                    <a:pt x="2616" y="15877"/>
                  </a:cubicBezTo>
                  <a:cubicBezTo>
                    <a:pt x="4786" y="15877"/>
                    <a:pt x="6957" y="15423"/>
                    <a:pt x="8972" y="14624"/>
                  </a:cubicBezTo>
                  <a:cubicBezTo>
                    <a:pt x="10913" y="13867"/>
                    <a:pt x="12684" y="12480"/>
                    <a:pt x="12887" y="10293"/>
                  </a:cubicBezTo>
                  <a:cubicBezTo>
                    <a:pt x="12897" y="10101"/>
                    <a:pt x="12908" y="9909"/>
                    <a:pt x="12908" y="9728"/>
                  </a:cubicBezTo>
                  <a:cubicBezTo>
                    <a:pt x="12908" y="8415"/>
                    <a:pt x="12556" y="6965"/>
                    <a:pt x="12204" y="5770"/>
                  </a:cubicBezTo>
                  <a:cubicBezTo>
                    <a:pt x="11756" y="4287"/>
                    <a:pt x="11308" y="2559"/>
                    <a:pt x="10422" y="1290"/>
                  </a:cubicBezTo>
                  <a:cubicBezTo>
                    <a:pt x="10145" y="895"/>
                    <a:pt x="9782" y="575"/>
                    <a:pt x="9356" y="351"/>
                  </a:cubicBezTo>
                  <a:cubicBezTo>
                    <a:pt x="8888" y="110"/>
                    <a:pt x="8417" y="0"/>
                    <a:pt x="7968" y="0"/>
                  </a:cubicBez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7"/>
            <p:cNvSpPr/>
            <p:nvPr/>
          </p:nvSpPr>
          <p:spPr>
            <a:xfrm>
              <a:off x="2402134" y="3542175"/>
              <a:ext cx="153008" cy="345932"/>
            </a:xfrm>
            <a:custGeom>
              <a:avLst/>
              <a:gdLst/>
              <a:ahLst/>
              <a:cxnLst/>
              <a:rect l="l" t="t" r="r" b="b"/>
              <a:pathLst>
                <a:path w="2507" h="5668" extrusionOk="0">
                  <a:moveTo>
                    <a:pt x="2484" y="0"/>
                  </a:moveTo>
                  <a:cubicBezTo>
                    <a:pt x="2405" y="0"/>
                    <a:pt x="2011" y="1325"/>
                    <a:pt x="1344" y="2870"/>
                  </a:cubicBezTo>
                  <a:cubicBezTo>
                    <a:pt x="683" y="4428"/>
                    <a:pt x="0" y="5644"/>
                    <a:pt x="64" y="5665"/>
                  </a:cubicBezTo>
                  <a:cubicBezTo>
                    <a:pt x="66" y="5667"/>
                    <a:pt x="68" y="5668"/>
                    <a:pt x="71" y="5668"/>
                  </a:cubicBezTo>
                  <a:cubicBezTo>
                    <a:pt x="98" y="5668"/>
                    <a:pt x="170" y="5564"/>
                    <a:pt x="277" y="5398"/>
                  </a:cubicBezTo>
                  <a:cubicBezTo>
                    <a:pt x="747" y="4481"/>
                    <a:pt x="1205" y="3628"/>
                    <a:pt x="1291" y="3457"/>
                  </a:cubicBezTo>
                  <a:cubicBezTo>
                    <a:pt x="1312" y="3468"/>
                    <a:pt x="1312" y="3478"/>
                    <a:pt x="1323" y="3500"/>
                  </a:cubicBezTo>
                  <a:cubicBezTo>
                    <a:pt x="1397" y="3318"/>
                    <a:pt x="1483" y="3148"/>
                    <a:pt x="1557" y="2966"/>
                  </a:cubicBezTo>
                  <a:cubicBezTo>
                    <a:pt x="1899" y="2177"/>
                    <a:pt x="2144" y="1430"/>
                    <a:pt x="2294" y="897"/>
                  </a:cubicBezTo>
                  <a:cubicBezTo>
                    <a:pt x="2443" y="353"/>
                    <a:pt x="2507" y="11"/>
                    <a:pt x="2486" y="1"/>
                  </a:cubicBezTo>
                  <a:cubicBezTo>
                    <a:pt x="2485" y="0"/>
                    <a:pt x="2484" y="0"/>
                    <a:pt x="2484" y="0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7"/>
            <p:cNvSpPr/>
            <p:nvPr/>
          </p:nvSpPr>
          <p:spPr>
            <a:xfrm>
              <a:off x="2487398" y="2528478"/>
              <a:ext cx="405683" cy="132990"/>
            </a:xfrm>
            <a:custGeom>
              <a:avLst/>
              <a:gdLst/>
              <a:ahLst/>
              <a:cxnLst/>
              <a:rect l="l" t="t" r="r" b="b"/>
              <a:pathLst>
                <a:path w="6647" h="2179" extrusionOk="0">
                  <a:moveTo>
                    <a:pt x="6646" y="0"/>
                  </a:moveTo>
                  <a:cubicBezTo>
                    <a:pt x="6316" y="32"/>
                    <a:pt x="5974" y="64"/>
                    <a:pt x="5644" y="107"/>
                  </a:cubicBezTo>
                  <a:cubicBezTo>
                    <a:pt x="5164" y="160"/>
                    <a:pt x="4843" y="352"/>
                    <a:pt x="4406" y="502"/>
                  </a:cubicBezTo>
                  <a:cubicBezTo>
                    <a:pt x="3457" y="811"/>
                    <a:pt x="2486" y="822"/>
                    <a:pt x="1494" y="875"/>
                  </a:cubicBezTo>
                  <a:cubicBezTo>
                    <a:pt x="1380" y="883"/>
                    <a:pt x="1266" y="885"/>
                    <a:pt x="1150" y="885"/>
                  </a:cubicBezTo>
                  <a:cubicBezTo>
                    <a:pt x="822" y="885"/>
                    <a:pt x="486" y="863"/>
                    <a:pt x="144" y="863"/>
                  </a:cubicBezTo>
                  <a:cubicBezTo>
                    <a:pt x="96" y="863"/>
                    <a:pt x="48" y="863"/>
                    <a:pt x="0" y="864"/>
                  </a:cubicBezTo>
                  <a:cubicBezTo>
                    <a:pt x="512" y="1408"/>
                    <a:pt x="1153" y="1814"/>
                    <a:pt x="1857" y="2027"/>
                  </a:cubicBezTo>
                  <a:cubicBezTo>
                    <a:pt x="2212" y="2128"/>
                    <a:pt x="2582" y="2178"/>
                    <a:pt x="2953" y="2178"/>
                  </a:cubicBezTo>
                  <a:cubicBezTo>
                    <a:pt x="3639" y="2178"/>
                    <a:pt x="4326" y="2008"/>
                    <a:pt x="4929" y="1675"/>
                  </a:cubicBezTo>
                  <a:cubicBezTo>
                    <a:pt x="5633" y="1259"/>
                    <a:pt x="6188" y="672"/>
                    <a:pt x="6646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7"/>
            <p:cNvSpPr/>
            <p:nvPr/>
          </p:nvSpPr>
          <p:spPr>
            <a:xfrm>
              <a:off x="2550567" y="2384562"/>
              <a:ext cx="282580" cy="240895"/>
            </a:xfrm>
            <a:custGeom>
              <a:avLst/>
              <a:gdLst/>
              <a:ahLst/>
              <a:cxnLst/>
              <a:rect l="l" t="t" r="r" b="b"/>
              <a:pathLst>
                <a:path w="4630" h="3947" extrusionOk="0">
                  <a:moveTo>
                    <a:pt x="3808" y="1"/>
                  </a:moveTo>
                  <a:lnTo>
                    <a:pt x="864" y="1420"/>
                  </a:lnTo>
                  <a:cubicBezTo>
                    <a:pt x="598" y="1462"/>
                    <a:pt x="331" y="1526"/>
                    <a:pt x="75" y="1633"/>
                  </a:cubicBezTo>
                  <a:cubicBezTo>
                    <a:pt x="54" y="1644"/>
                    <a:pt x="22" y="1654"/>
                    <a:pt x="11" y="1686"/>
                  </a:cubicBezTo>
                  <a:cubicBezTo>
                    <a:pt x="0" y="1708"/>
                    <a:pt x="0" y="1740"/>
                    <a:pt x="11" y="1772"/>
                  </a:cubicBezTo>
                  <a:cubicBezTo>
                    <a:pt x="86" y="2412"/>
                    <a:pt x="299" y="2966"/>
                    <a:pt x="459" y="3574"/>
                  </a:cubicBezTo>
                  <a:cubicBezTo>
                    <a:pt x="459" y="3606"/>
                    <a:pt x="480" y="3638"/>
                    <a:pt x="491" y="3649"/>
                  </a:cubicBezTo>
                  <a:cubicBezTo>
                    <a:pt x="502" y="3660"/>
                    <a:pt x="534" y="3670"/>
                    <a:pt x="544" y="3670"/>
                  </a:cubicBezTo>
                  <a:cubicBezTo>
                    <a:pt x="1006" y="3846"/>
                    <a:pt x="1533" y="3947"/>
                    <a:pt x="2059" y="3947"/>
                  </a:cubicBezTo>
                  <a:cubicBezTo>
                    <a:pt x="2943" y="3947"/>
                    <a:pt x="3823" y="3662"/>
                    <a:pt x="4385" y="2966"/>
                  </a:cubicBezTo>
                  <a:cubicBezTo>
                    <a:pt x="4630" y="2646"/>
                    <a:pt x="4609" y="2486"/>
                    <a:pt x="4502" y="2113"/>
                  </a:cubicBezTo>
                  <a:cubicBezTo>
                    <a:pt x="4449" y="1910"/>
                    <a:pt x="4043" y="1"/>
                    <a:pt x="3958" y="1"/>
                  </a:cubicBez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7"/>
            <p:cNvSpPr/>
            <p:nvPr/>
          </p:nvSpPr>
          <p:spPr>
            <a:xfrm>
              <a:off x="2432041" y="1104394"/>
              <a:ext cx="741606" cy="589452"/>
            </a:xfrm>
            <a:custGeom>
              <a:avLst/>
              <a:gdLst/>
              <a:ahLst/>
              <a:cxnLst/>
              <a:rect l="l" t="t" r="r" b="b"/>
              <a:pathLst>
                <a:path w="12151" h="9658" extrusionOk="0">
                  <a:moveTo>
                    <a:pt x="5576" y="0"/>
                  </a:moveTo>
                  <a:cubicBezTo>
                    <a:pt x="3881" y="0"/>
                    <a:pt x="1169" y="1148"/>
                    <a:pt x="2326" y="3119"/>
                  </a:cubicBezTo>
                  <a:cubicBezTo>
                    <a:pt x="2280" y="3112"/>
                    <a:pt x="2234" y="3110"/>
                    <a:pt x="2189" y="3110"/>
                  </a:cubicBezTo>
                  <a:cubicBezTo>
                    <a:pt x="1834" y="3110"/>
                    <a:pt x="1500" y="3285"/>
                    <a:pt x="1217" y="3503"/>
                  </a:cubicBezTo>
                  <a:cubicBezTo>
                    <a:pt x="790" y="3823"/>
                    <a:pt x="395" y="4217"/>
                    <a:pt x="203" y="4729"/>
                  </a:cubicBezTo>
                  <a:cubicBezTo>
                    <a:pt x="1" y="5252"/>
                    <a:pt x="75" y="5849"/>
                    <a:pt x="353" y="6329"/>
                  </a:cubicBezTo>
                  <a:cubicBezTo>
                    <a:pt x="630" y="6799"/>
                    <a:pt x="1142" y="7130"/>
                    <a:pt x="1686" y="7204"/>
                  </a:cubicBezTo>
                  <a:lnTo>
                    <a:pt x="10370" y="9658"/>
                  </a:lnTo>
                  <a:cubicBezTo>
                    <a:pt x="11234" y="9434"/>
                    <a:pt x="11927" y="8634"/>
                    <a:pt x="12034" y="7738"/>
                  </a:cubicBezTo>
                  <a:cubicBezTo>
                    <a:pt x="12151" y="6852"/>
                    <a:pt x="11671" y="5913"/>
                    <a:pt x="10882" y="5476"/>
                  </a:cubicBezTo>
                  <a:cubicBezTo>
                    <a:pt x="11575" y="4964"/>
                    <a:pt x="11874" y="3972"/>
                    <a:pt x="11564" y="3172"/>
                  </a:cubicBezTo>
                  <a:cubicBezTo>
                    <a:pt x="11394" y="2703"/>
                    <a:pt x="11031" y="2318"/>
                    <a:pt x="10615" y="2009"/>
                  </a:cubicBezTo>
                  <a:cubicBezTo>
                    <a:pt x="10090" y="1622"/>
                    <a:pt x="9417" y="1361"/>
                    <a:pt x="8770" y="1361"/>
                  </a:cubicBezTo>
                  <a:cubicBezTo>
                    <a:pt x="8419" y="1361"/>
                    <a:pt x="8075" y="1438"/>
                    <a:pt x="7767" y="1614"/>
                  </a:cubicBezTo>
                  <a:cubicBezTo>
                    <a:pt x="7809" y="1209"/>
                    <a:pt x="7575" y="793"/>
                    <a:pt x="7255" y="526"/>
                  </a:cubicBezTo>
                  <a:cubicBezTo>
                    <a:pt x="6935" y="260"/>
                    <a:pt x="6529" y="121"/>
                    <a:pt x="6113" y="46"/>
                  </a:cubicBezTo>
                  <a:cubicBezTo>
                    <a:pt x="5953" y="16"/>
                    <a:pt x="5771" y="0"/>
                    <a:pt x="5576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7"/>
            <p:cNvSpPr/>
            <p:nvPr/>
          </p:nvSpPr>
          <p:spPr>
            <a:xfrm>
              <a:off x="2892353" y="1336991"/>
              <a:ext cx="14404" cy="16357"/>
            </a:xfrm>
            <a:custGeom>
              <a:avLst/>
              <a:gdLst/>
              <a:ahLst/>
              <a:cxnLst/>
              <a:rect l="l" t="t" r="r" b="b"/>
              <a:pathLst>
                <a:path w="236" h="268" extrusionOk="0">
                  <a:moveTo>
                    <a:pt x="129" y="1"/>
                  </a:moveTo>
                  <a:cubicBezTo>
                    <a:pt x="86" y="33"/>
                    <a:pt x="33" y="76"/>
                    <a:pt x="1" y="108"/>
                  </a:cubicBezTo>
                  <a:cubicBezTo>
                    <a:pt x="22" y="129"/>
                    <a:pt x="43" y="172"/>
                    <a:pt x="65" y="193"/>
                  </a:cubicBezTo>
                  <a:cubicBezTo>
                    <a:pt x="75" y="225"/>
                    <a:pt x="86" y="236"/>
                    <a:pt x="107" y="268"/>
                  </a:cubicBezTo>
                  <a:cubicBezTo>
                    <a:pt x="161" y="225"/>
                    <a:pt x="193" y="182"/>
                    <a:pt x="235" y="161"/>
                  </a:cubicBezTo>
                  <a:cubicBezTo>
                    <a:pt x="225" y="140"/>
                    <a:pt x="225" y="129"/>
                    <a:pt x="214" y="118"/>
                  </a:cubicBezTo>
                  <a:lnTo>
                    <a:pt x="129" y="1"/>
                  </a:ln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7"/>
            <p:cNvSpPr/>
            <p:nvPr/>
          </p:nvSpPr>
          <p:spPr>
            <a:xfrm>
              <a:off x="3163828" y="1591560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4741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7"/>
            <p:cNvSpPr/>
            <p:nvPr/>
          </p:nvSpPr>
          <p:spPr>
            <a:xfrm>
              <a:off x="2659938" y="1107812"/>
              <a:ext cx="130243" cy="398176"/>
            </a:xfrm>
            <a:custGeom>
              <a:avLst/>
              <a:gdLst/>
              <a:ahLst/>
              <a:cxnLst/>
              <a:rect l="l" t="t" r="r" b="b"/>
              <a:pathLst>
                <a:path w="2134" h="6524" extrusionOk="0">
                  <a:moveTo>
                    <a:pt x="1046" y="1"/>
                  </a:moveTo>
                  <a:lnTo>
                    <a:pt x="1046" y="1"/>
                  </a:lnTo>
                  <a:cubicBezTo>
                    <a:pt x="960" y="12"/>
                    <a:pt x="864" y="33"/>
                    <a:pt x="790" y="54"/>
                  </a:cubicBezTo>
                  <a:cubicBezTo>
                    <a:pt x="736" y="108"/>
                    <a:pt x="672" y="150"/>
                    <a:pt x="608" y="204"/>
                  </a:cubicBezTo>
                  <a:cubicBezTo>
                    <a:pt x="502" y="278"/>
                    <a:pt x="384" y="364"/>
                    <a:pt x="288" y="460"/>
                  </a:cubicBezTo>
                  <a:cubicBezTo>
                    <a:pt x="182" y="545"/>
                    <a:pt x="75" y="694"/>
                    <a:pt x="43" y="865"/>
                  </a:cubicBezTo>
                  <a:cubicBezTo>
                    <a:pt x="0" y="1046"/>
                    <a:pt x="75" y="1228"/>
                    <a:pt x="182" y="1366"/>
                  </a:cubicBezTo>
                  <a:cubicBezTo>
                    <a:pt x="267" y="1494"/>
                    <a:pt x="406" y="1601"/>
                    <a:pt x="523" y="1708"/>
                  </a:cubicBezTo>
                  <a:cubicBezTo>
                    <a:pt x="768" y="1921"/>
                    <a:pt x="1003" y="2145"/>
                    <a:pt x="1259" y="2358"/>
                  </a:cubicBezTo>
                  <a:cubicBezTo>
                    <a:pt x="1515" y="2593"/>
                    <a:pt x="1750" y="2817"/>
                    <a:pt x="1846" y="3084"/>
                  </a:cubicBezTo>
                  <a:cubicBezTo>
                    <a:pt x="1899" y="3212"/>
                    <a:pt x="1899" y="3361"/>
                    <a:pt x="1867" y="3500"/>
                  </a:cubicBezTo>
                  <a:cubicBezTo>
                    <a:pt x="1846" y="3628"/>
                    <a:pt x="1792" y="3767"/>
                    <a:pt x="1718" y="3895"/>
                  </a:cubicBezTo>
                  <a:cubicBezTo>
                    <a:pt x="1590" y="4151"/>
                    <a:pt x="1430" y="4385"/>
                    <a:pt x="1334" y="4641"/>
                  </a:cubicBezTo>
                  <a:cubicBezTo>
                    <a:pt x="1248" y="4908"/>
                    <a:pt x="1227" y="5164"/>
                    <a:pt x="1270" y="5399"/>
                  </a:cubicBezTo>
                  <a:cubicBezTo>
                    <a:pt x="1355" y="5868"/>
                    <a:pt x="1600" y="6177"/>
                    <a:pt x="1792" y="6337"/>
                  </a:cubicBezTo>
                  <a:cubicBezTo>
                    <a:pt x="1954" y="6472"/>
                    <a:pt x="2086" y="6524"/>
                    <a:pt x="2123" y="6524"/>
                  </a:cubicBezTo>
                  <a:cubicBezTo>
                    <a:pt x="2130" y="6524"/>
                    <a:pt x="2134" y="6522"/>
                    <a:pt x="2134" y="6519"/>
                  </a:cubicBezTo>
                  <a:lnTo>
                    <a:pt x="2134" y="6519"/>
                  </a:lnTo>
                  <a:cubicBezTo>
                    <a:pt x="2134" y="6519"/>
                    <a:pt x="2133" y="6520"/>
                    <a:pt x="2132" y="6520"/>
                  </a:cubicBezTo>
                  <a:cubicBezTo>
                    <a:pt x="2118" y="6520"/>
                    <a:pt x="1995" y="6444"/>
                    <a:pt x="1835" y="6284"/>
                  </a:cubicBezTo>
                  <a:cubicBezTo>
                    <a:pt x="1654" y="6113"/>
                    <a:pt x="1440" y="5815"/>
                    <a:pt x="1387" y="5388"/>
                  </a:cubicBezTo>
                  <a:cubicBezTo>
                    <a:pt x="1366" y="5175"/>
                    <a:pt x="1376" y="4940"/>
                    <a:pt x="1472" y="4716"/>
                  </a:cubicBezTo>
                  <a:cubicBezTo>
                    <a:pt x="1568" y="4481"/>
                    <a:pt x="1718" y="4257"/>
                    <a:pt x="1867" y="3991"/>
                  </a:cubicBezTo>
                  <a:cubicBezTo>
                    <a:pt x="1942" y="3863"/>
                    <a:pt x="2016" y="3713"/>
                    <a:pt x="2049" y="3553"/>
                  </a:cubicBezTo>
                  <a:cubicBezTo>
                    <a:pt x="2081" y="3393"/>
                    <a:pt x="2070" y="3201"/>
                    <a:pt x="2016" y="3041"/>
                  </a:cubicBezTo>
                  <a:cubicBezTo>
                    <a:pt x="1899" y="2711"/>
                    <a:pt x="1632" y="2476"/>
                    <a:pt x="1376" y="2241"/>
                  </a:cubicBezTo>
                  <a:cubicBezTo>
                    <a:pt x="1120" y="2017"/>
                    <a:pt x="886" y="1804"/>
                    <a:pt x="630" y="1590"/>
                  </a:cubicBezTo>
                  <a:cubicBezTo>
                    <a:pt x="512" y="1484"/>
                    <a:pt x="384" y="1388"/>
                    <a:pt x="310" y="1270"/>
                  </a:cubicBezTo>
                  <a:cubicBezTo>
                    <a:pt x="235" y="1164"/>
                    <a:pt x="192" y="1025"/>
                    <a:pt x="203" y="908"/>
                  </a:cubicBezTo>
                  <a:cubicBezTo>
                    <a:pt x="214" y="790"/>
                    <a:pt x="299" y="684"/>
                    <a:pt x="384" y="588"/>
                  </a:cubicBezTo>
                  <a:cubicBezTo>
                    <a:pt x="480" y="492"/>
                    <a:pt x="587" y="417"/>
                    <a:pt x="694" y="332"/>
                  </a:cubicBezTo>
                  <a:cubicBezTo>
                    <a:pt x="800" y="257"/>
                    <a:pt x="896" y="172"/>
                    <a:pt x="992" y="65"/>
                  </a:cubicBezTo>
                  <a:cubicBezTo>
                    <a:pt x="1003" y="54"/>
                    <a:pt x="1035" y="33"/>
                    <a:pt x="1046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7"/>
            <p:cNvSpPr/>
            <p:nvPr/>
          </p:nvSpPr>
          <p:spPr>
            <a:xfrm>
              <a:off x="2822714" y="1346756"/>
              <a:ext cx="97042" cy="194083"/>
            </a:xfrm>
            <a:custGeom>
              <a:avLst/>
              <a:gdLst/>
              <a:ahLst/>
              <a:cxnLst/>
              <a:rect l="l" t="t" r="r" b="b"/>
              <a:pathLst>
                <a:path w="1590" h="3180" extrusionOk="0">
                  <a:moveTo>
                    <a:pt x="1376" y="1"/>
                  </a:moveTo>
                  <a:cubicBezTo>
                    <a:pt x="1334" y="33"/>
                    <a:pt x="1280" y="76"/>
                    <a:pt x="1248" y="108"/>
                  </a:cubicBezTo>
                  <a:cubicBezTo>
                    <a:pt x="1387" y="385"/>
                    <a:pt x="1419" y="705"/>
                    <a:pt x="1387" y="993"/>
                  </a:cubicBezTo>
                  <a:cubicBezTo>
                    <a:pt x="1366" y="1313"/>
                    <a:pt x="1270" y="1601"/>
                    <a:pt x="1163" y="1846"/>
                  </a:cubicBezTo>
                  <a:cubicBezTo>
                    <a:pt x="939" y="2358"/>
                    <a:pt x="630" y="2678"/>
                    <a:pt x="395" y="2892"/>
                  </a:cubicBezTo>
                  <a:cubicBezTo>
                    <a:pt x="150" y="3095"/>
                    <a:pt x="0" y="3169"/>
                    <a:pt x="22" y="3180"/>
                  </a:cubicBezTo>
                  <a:cubicBezTo>
                    <a:pt x="22" y="3180"/>
                    <a:pt x="54" y="3169"/>
                    <a:pt x="139" y="3127"/>
                  </a:cubicBezTo>
                  <a:cubicBezTo>
                    <a:pt x="214" y="3095"/>
                    <a:pt x="310" y="3020"/>
                    <a:pt x="448" y="2935"/>
                  </a:cubicBezTo>
                  <a:cubicBezTo>
                    <a:pt x="694" y="2774"/>
                    <a:pt x="1046" y="2433"/>
                    <a:pt x="1280" y="1921"/>
                  </a:cubicBezTo>
                  <a:cubicBezTo>
                    <a:pt x="1408" y="1665"/>
                    <a:pt x="1515" y="1356"/>
                    <a:pt x="1547" y="1025"/>
                  </a:cubicBezTo>
                  <a:cubicBezTo>
                    <a:pt x="1590" y="705"/>
                    <a:pt x="1568" y="332"/>
                    <a:pt x="1376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7"/>
            <p:cNvSpPr/>
            <p:nvPr/>
          </p:nvSpPr>
          <p:spPr>
            <a:xfrm>
              <a:off x="2809042" y="1312944"/>
              <a:ext cx="91183" cy="63657"/>
            </a:xfrm>
            <a:custGeom>
              <a:avLst/>
              <a:gdLst/>
              <a:ahLst/>
              <a:cxnLst/>
              <a:rect l="l" t="t" r="r" b="b"/>
              <a:pathLst>
                <a:path w="1494" h="1043" extrusionOk="0">
                  <a:moveTo>
                    <a:pt x="683" y="0"/>
                  </a:moveTo>
                  <a:cubicBezTo>
                    <a:pt x="620" y="0"/>
                    <a:pt x="556" y="7"/>
                    <a:pt x="491" y="22"/>
                  </a:cubicBezTo>
                  <a:cubicBezTo>
                    <a:pt x="384" y="43"/>
                    <a:pt x="278" y="86"/>
                    <a:pt x="171" y="160"/>
                  </a:cubicBezTo>
                  <a:cubicBezTo>
                    <a:pt x="86" y="235"/>
                    <a:pt x="0" y="363"/>
                    <a:pt x="0" y="502"/>
                  </a:cubicBezTo>
                  <a:cubicBezTo>
                    <a:pt x="0" y="630"/>
                    <a:pt x="64" y="747"/>
                    <a:pt x="150" y="843"/>
                  </a:cubicBezTo>
                  <a:cubicBezTo>
                    <a:pt x="224" y="939"/>
                    <a:pt x="352" y="1003"/>
                    <a:pt x="470" y="1035"/>
                  </a:cubicBezTo>
                  <a:cubicBezTo>
                    <a:pt x="511" y="1040"/>
                    <a:pt x="551" y="1043"/>
                    <a:pt x="590" y="1043"/>
                  </a:cubicBezTo>
                  <a:cubicBezTo>
                    <a:pt x="796" y="1043"/>
                    <a:pt x="979" y="977"/>
                    <a:pt x="1131" y="896"/>
                  </a:cubicBezTo>
                  <a:lnTo>
                    <a:pt x="1451" y="694"/>
                  </a:lnTo>
                  <a:cubicBezTo>
                    <a:pt x="1440" y="672"/>
                    <a:pt x="1430" y="662"/>
                    <a:pt x="1408" y="630"/>
                  </a:cubicBezTo>
                  <a:cubicBezTo>
                    <a:pt x="1398" y="566"/>
                    <a:pt x="1387" y="534"/>
                    <a:pt x="1366" y="512"/>
                  </a:cubicBezTo>
                  <a:cubicBezTo>
                    <a:pt x="1270" y="576"/>
                    <a:pt x="1163" y="640"/>
                    <a:pt x="1067" y="715"/>
                  </a:cubicBezTo>
                  <a:cubicBezTo>
                    <a:pt x="930" y="783"/>
                    <a:pt x="780" y="845"/>
                    <a:pt x="633" y="845"/>
                  </a:cubicBezTo>
                  <a:cubicBezTo>
                    <a:pt x="596" y="845"/>
                    <a:pt x="559" y="841"/>
                    <a:pt x="523" y="832"/>
                  </a:cubicBezTo>
                  <a:cubicBezTo>
                    <a:pt x="342" y="800"/>
                    <a:pt x="214" y="640"/>
                    <a:pt x="214" y="502"/>
                  </a:cubicBezTo>
                  <a:cubicBezTo>
                    <a:pt x="203" y="352"/>
                    <a:pt x="374" y="235"/>
                    <a:pt x="544" y="203"/>
                  </a:cubicBezTo>
                  <a:cubicBezTo>
                    <a:pt x="593" y="191"/>
                    <a:pt x="641" y="186"/>
                    <a:pt x="689" y="186"/>
                  </a:cubicBezTo>
                  <a:cubicBezTo>
                    <a:pt x="820" y="186"/>
                    <a:pt x="947" y="226"/>
                    <a:pt x="1056" y="288"/>
                  </a:cubicBezTo>
                  <a:cubicBezTo>
                    <a:pt x="1174" y="320"/>
                    <a:pt x="1280" y="406"/>
                    <a:pt x="1366" y="512"/>
                  </a:cubicBezTo>
                  <a:cubicBezTo>
                    <a:pt x="1408" y="470"/>
                    <a:pt x="1451" y="427"/>
                    <a:pt x="1494" y="406"/>
                  </a:cubicBezTo>
                  <a:cubicBezTo>
                    <a:pt x="1398" y="288"/>
                    <a:pt x="1270" y="182"/>
                    <a:pt x="1131" y="107"/>
                  </a:cubicBezTo>
                  <a:cubicBezTo>
                    <a:pt x="1000" y="45"/>
                    <a:pt x="846" y="0"/>
                    <a:pt x="683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7"/>
            <p:cNvSpPr/>
            <p:nvPr/>
          </p:nvSpPr>
          <p:spPr>
            <a:xfrm>
              <a:off x="2899493" y="1187949"/>
              <a:ext cx="91915" cy="158868"/>
            </a:xfrm>
            <a:custGeom>
              <a:avLst/>
              <a:gdLst/>
              <a:ahLst/>
              <a:cxnLst/>
              <a:rect l="l" t="t" r="r" b="b"/>
              <a:pathLst>
                <a:path w="1506" h="2603" extrusionOk="0">
                  <a:moveTo>
                    <a:pt x="1345" y="0"/>
                  </a:moveTo>
                  <a:cubicBezTo>
                    <a:pt x="1249" y="160"/>
                    <a:pt x="1164" y="341"/>
                    <a:pt x="1089" y="544"/>
                  </a:cubicBezTo>
                  <a:cubicBezTo>
                    <a:pt x="982" y="853"/>
                    <a:pt x="876" y="1184"/>
                    <a:pt x="705" y="1504"/>
                  </a:cubicBezTo>
                  <a:cubicBezTo>
                    <a:pt x="545" y="1824"/>
                    <a:pt x="321" y="2144"/>
                    <a:pt x="44" y="2411"/>
                  </a:cubicBezTo>
                  <a:lnTo>
                    <a:pt x="1" y="2454"/>
                  </a:lnTo>
                  <a:lnTo>
                    <a:pt x="76" y="2571"/>
                  </a:lnTo>
                  <a:cubicBezTo>
                    <a:pt x="108" y="2571"/>
                    <a:pt x="108" y="2582"/>
                    <a:pt x="118" y="2603"/>
                  </a:cubicBezTo>
                  <a:cubicBezTo>
                    <a:pt x="150" y="2582"/>
                    <a:pt x="161" y="2560"/>
                    <a:pt x="182" y="2550"/>
                  </a:cubicBezTo>
                  <a:cubicBezTo>
                    <a:pt x="492" y="2262"/>
                    <a:pt x="716" y="1920"/>
                    <a:pt x="876" y="1590"/>
                  </a:cubicBezTo>
                  <a:cubicBezTo>
                    <a:pt x="1057" y="1248"/>
                    <a:pt x="1164" y="907"/>
                    <a:pt x="1249" y="597"/>
                  </a:cubicBezTo>
                  <a:cubicBezTo>
                    <a:pt x="1324" y="384"/>
                    <a:pt x="1409" y="181"/>
                    <a:pt x="1505" y="21"/>
                  </a:cubicBezTo>
                  <a:cubicBezTo>
                    <a:pt x="1452" y="11"/>
                    <a:pt x="1398" y="11"/>
                    <a:pt x="1345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7"/>
            <p:cNvSpPr/>
            <p:nvPr/>
          </p:nvSpPr>
          <p:spPr>
            <a:xfrm>
              <a:off x="2868244" y="1420362"/>
              <a:ext cx="239675" cy="179741"/>
            </a:xfrm>
            <a:custGeom>
              <a:avLst/>
              <a:gdLst/>
              <a:ahLst/>
              <a:cxnLst/>
              <a:rect l="l" t="t" r="r" b="b"/>
              <a:pathLst>
                <a:path w="3927" h="2945" extrusionOk="0">
                  <a:moveTo>
                    <a:pt x="1" y="2901"/>
                  </a:moveTo>
                  <a:cubicBezTo>
                    <a:pt x="1" y="2901"/>
                    <a:pt x="1" y="2901"/>
                    <a:pt x="1" y="2902"/>
                  </a:cubicBezTo>
                  <a:cubicBezTo>
                    <a:pt x="1" y="2901"/>
                    <a:pt x="1" y="2901"/>
                    <a:pt x="1" y="2901"/>
                  </a:cubicBezTo>
                  <a:close/>
                  <a:moveTo>
                    <a:pt x="2988" y="0"/>
                  </a:moveTo>
                  <a:cubicBezTo>
                    <a:pt x="2838" y="0"/>
                    <a:pt x="2700" y="43"/>
                    <a:pt x="2561" y="107"/>
                  </a:cubicBezTo>
                  <a:cubicBezTo>
                    <a:pt x="2294" y="246"/>
                    <a:pt x="2113" y="480"/>
                    <a:pt x="1974" y="694"/>
                  </a:cubicBezTo>
                  <a:cubicBezTo>
                    <a:pt x="1825" y="928"/>
                    <a:pt x="1718" y="1142"/>
                    <a:pt x="1601" y="1355"/>
                  </a:cubicBezTo>
                  <a:cubicBezTo>
                    <a:pt x="1377" y="1750"/>
                    <a:pt x="1132" y="2113"/>
                    <a:pt x="918" y="2390"/>
                  </a:cubicBezTo>
                  <a:cubicBezTo>
                    <a:pt x="705" y="2667"/>
                    <a:pt x="481" y="2827"/>
                    <a:pt x="300" y="2881"/>
                  </a:cubicBezTo>
                  <a:cubicBezTo>
                    <a:pt x="230" y="2900"/>
                    <a:pt x="172" y="2905"/>
                    <a:pt x="126" y="2905"/>
                  </a:cubicBezTo>
                  <a:cubicBezTo>
                    <a:pt x="68" y="2905"/>
                    <a:pt x="29" y="2897"/>
                    <a:pt x="12" y="2897"/>
                  </a:cubicBezTo>
                  <a:cubicBezTo>
                    <a:pt x="5" y="2897"/>
                    <a:pt x="2" y="2898"/>
                    <a:pt x="1" y="2901"/>
                  </a:cubicBezTo>
                  <a:lnTo>
                    <a:pt x="1" y="2901"/>
                  </a:lnTo>
                  <a:cubicBezTo>
                    <a:pt x="1" y="2899"/>
                    <a:pt x="2" y="2899"/>
                    <a:pt x="4" y="2899"/>
                  </a:cubicBezTo>
                  <a:cubicBezTo>
                    <a:pt x="18" y="2899"/>
                    <a:pt x="82" y="2945"/>
                    <a:pt x="203" y="2945"/>
                  </a:cubicBezTo>
                  <a:cubicBezTo>
                    <a:pt x="235" y="2945"/>
                    <a:pt x="271" y="2942"/>
                    <a:pt x="310" y="2934"/>
                  </a:cubicBezTo>
                  <a:cubicBezTo>
                    <a:pt x="524" y="2913"/>
                    <a:pt x="790" y="2742"/>
                    <a:pt x="1025" y="2454"/>
                  </a:cubicBezTo>
                  <a:cubicBezTo>
                    <a:pt x="1260" y="2177"/>
                    <a:pt x="1505" y="1835"/>
                    <a:pt x="1761" y="1430"/>
                  </a:cubicBezTo>
                  <a:cubicBezTo>
                    <a:pt x="1878" y="1227"/>
                    <a:pt x="2006" y="1003"/>
                    <a:pt x="2134" y="790"/>
                  </a:cubicBezTo>
                  <a:cubicBezTo>
                    <a:pt x="2273" y="576"/>
                    <a:pt x="2433" y="374"/>
                    <a:pt x="2657" y="267"/>
                  </a:cubicBezTo>
                  <a:cubicBezTo>
                    <a:pt x="2772" y="204"/>
                    <a:pt x="2899" y="184"/>
                    <a:pt x="3030" y="184"/>
                  </a:cubicBezTo>
                  <a:cubicBezTo>
                    <a:pt x="3142" y="184"/>
                    <a:pt x="3258" y="199"/>
                    <a:pt x="3372" y="214"/>
                  </a:cubicBezTo>
                  <a:cubicBezTo>
                    <a:pt x="3500" y="224"/>
                    <a:pt x="3617" y="256"/>
                    <a:pt x="3735" y="278"/>
                  </a:cubicBezTo>
                  <a:cubicBezTo>
                    <a:pt x="3799" y="224"/>
                    <a:pt x="3873" y="182"/>
                    <a:pt x="3927" y="118"/>
                  </a:cubicBezTo>
                  <a:cubicBezTo>
                    <a:pt x="3873" y="118"/>
                    <a:pt x="3831" y="107"/>
                    <a:pt x="3777" y="107"/>
                  </a:cubicBezTo>
                  <a:cubicBezTo>
                    <a:pt x="3660" y="96"/>
                    <a:pt x="3532" y="75"/>
                    <a:pt x="3404" y="43"/>
                  </a:cubicBezTo>
                  <a:cubicBezTo>
                    <a:pt x="3265" y="11"/>
                    <a:pt x="3137" y="0"/>
                    <a:pt x="2988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7"/>
            <p:cNvSpPr/>
            <p:nvPr/>
          </p:nvSpPr>
          <p:spPr>
            <a:xfrm>
              <a:off x="2876728" y="1574715"/>
              <a:ext cx="286548" cy="54990"/>
            </a:xfrm>
            <a:custGeom>
              <a:avLst/>
              <a:gdLst/>
              <a:ahLst/>
              <a:cxnLst/>
              <a:rect l="l" t="t" r="r" b="b"/>
              <a:pathLst>
                <a:path w="4695" h="901" extrusionOk="0">
                  <a:moveTo>
                    <a:pt x="2987" y="0"/>
                  </a:moveTo>
                  <a:cubicBezTo>
                    <a:pt x="2903" y="0"/>
                    <a:pt x="2818" y="3"/>
                    <a:pt x="2731" y="10"/>
                  </a:cubicBezTo>
                  <a:cubicBezTo>
                    <a:pt x="2337" y="32"/>
                    <a:pt x="1942" y="117"/>
                    <a:pt x="1611" y="234"/>
                  </a:cubicBezTo>
                  <a:cubicBezTo>
                    <a:pt x="1281" y="352"/>
                    <a:pt x="1014" y="533"/>
                    <a:pt x="790" y="640"/>
                  </a:cubicBezTo>
                  <a:cubicBezTo>
                    <a:pt x="555" y="757"/>
                    <a:pt x="374" y="810"/>
                    <a:pt x="225" y="821"/>
                  </a:cubicBezTo>
                  <a:cubicBezTo>
                    <a:pt x="196" y="823"/>
                    <a:pt x="169" y="824"/>
                    <a:pt x="145" y="824"/>
                  </a:cubicBezTo>
                  <a:cubicBezTo>
                    <a:pt x="101" y="824"/>
                    <a:pt x="66" y="822"/>
                    <a:pt x="41" y="822"/>
                  </a:cubicBezTo>
                  <a:cubicBezTo>
                    <a:pt x="19" y="822"/>
                    <a:pt x="5" y="824"/>
                    <a:pt x="1" y="832"/>
                  </a:cubicBezTo>
                  <a:cubicBezTo>
                    <a:pt x="1" y="842"/>
                    <a:pt x="65" y="885"/>
                    <a:pt x="225" y="896"/>
                  </a:cubicBezTo>
                  <a:cubicBezTo>
                    <a:pt x="246" y="899"/>
                    <a:pt x="270" y="900"/>
                    <a:pt x="295" y="900"/>
                  </a:cubicBezTo>
                  <a:cubicBezTo>
                    <a:pt x="440" y="900"/>
                    <a:pt x="634" y="848"/>
                    <a:pt x="843" y="757"/>
                  </a:cubicBezTo>
                  <a:cubicBezTo>
                    <a:pt x="1078" y="650"/>
                    <a:pt x="1345" y="501"/>
                    <a:pt x="1665" y="394"/>
                  </a:cubicBezTo>
                  <a:cubicBezTo>
                    <a:pt x="1985" y="288"/>
                    <a:pt x="2347" y="202"/>
                    <a:pt x="2731" y="192"/>
                  </a:cubicBezTo>
                  <a:cubicBezTo>
                    <a:pt x="2773" y="190"/>
                    <a:pt x="2814" y="190"/>
                    <a:pt x="2856" y="190"/>
                  </a:cubicBezTo>
                  <a:cubicBezTo>
                    <a:pt x="3196" y="190"/>
                    <a:pt x="3526" y="226"/>
                    <a:pt x="3830" y="245"/>
                  </a:cubicBezTo>
                  <a:cubicBezTo>
                    <a:pt x="4070" y="269"/>
                    <a:pt x="4292" y="281"/>
                    <a:pt x="4496" y="281"/>
                  </a:cubicBezTo>
                  <a:cubicBezTo>
                    <a:pt x="4564" y="281"/>
                    <a:pt x="4630" y="280"/>
                    <a:pt x="4694" y="277"/>
                  </a:cubicBezTo>
                  <a:lnTo>
                    <a:pt x="3852" y="74"/>
                  </a:lnTo>
                  <a:cubicBezTo>
                    <a:pt x="3591" y="41"/>
                    <a:pt x="3298" y="0"/>
                    <a:pt x="2987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7"/>
            <p:cNvSpPr/>
            <p:nvPr/>
          </p:nvSpPr>
          <p:spPr>
            <a:xfrm>
              <a:off x="2521881" y="1304461"/>
              <a:ext cx="184990" cy="213248"/>
            </a:xfrm>
            <a:custGeom>
              <a:avLst/>
              <a:gdLst/>
              <a:ahLst/>
              <a:cxnLst/>
              <a:rect l="l" t="t" r="r" b="b"/>
              <a:pathLst>
                <a:path w="3031" h="3494" extrusionOk="0">
                  <a:moveTo>
                    <a:pt x="2516" y="1348"/>
                  </a:moveTo>
                  <a:cubicBezTo>
                    <a:pt x="2544" y="1348"/>
                    <a:pt x="2573" y="1351"/>
                    <a:pt x="2604" y="1355"/>
                  </a:cubicBezTo>
                  <a:cubicBezTo>
                    <a:pt x="2721" y="1387"/>
                    <a:pt x="2796" y="1494"/>
                    <a:pt x="2774" y="1611"/>
                  </a:cubicBezTo>
                  <a:cubicBezTo>
                    <a:pt x="2764" y="1665"/>
                    <a:pt x="2721" y="1729"/>
                    <a:pt x="2668" y="1771"/>
                  </a:cubicBezTo>
                  <a:cubicBezTo>
                    <a:pt x="2614" y="1814"/>
                    <a:pt x="2550" y="1835"/>
                    <a:pt x="2476" y="1846"/>
                  </a:cubicBezTo>
                  <a:cubicBezTo>
                    <a:pt x="2422" y="1857"/>
                    <a:pt x="2369" y="1862"/>
                    <a:pt x="2314" y="1862"/>
                  </a:cubicBezTo>
                  <a:cubicBezTo>
                    <a:pt x="2260" y="1862"/>
                    <a:pt x="2204" y="1857"/>
                    <a:pt x="2145" y="1846"/>
                  </a:cubicBezTo>
                  <a:cubicBezTo>
                    <a:pt x="2113" y="1846"/>
                    <a:pt x="2134" y="1846"/>
                    <a:pt x="2134" y="1835"/>
                  </a:cubicBezTo>
                  <a:cubicBezTo>
                    <a:pt x="2145" y="1718"/>
                    <a:pt x="2188" y="1579"/>
                    <a:pt x="2262" y="1473"/>
                  </a:cubicBezTo>
                  <a:cubicBezTo>
                    <a:pt x="2305" y="1419"/>
                    <a:pt x="2358" y="1377"/>
                    <a:pt x="2412" y="1366"/>
                  </a:cubicBezTo>
                  <a:cubicBezTo>
                    <a:pt x="2443" y="1354"/>
                    <a:pt x="2478" y="1348"/>
                    <a:pt x="2516" y="1348"/>
                  </a:cubicBezTo>
                  <a:close/>
                  <a:moveTo>
                    <a:pt x="172" y="1"/>
                  </a:moveTo>
                  <a:cubicBezTo>
                    <a:pt x="108" y="22"/>
                    <a:pt x="54" y="54"/>
                    <a:pt x="1" y="86"/>
                  </a:cubicBezTo>
                  <a:cubicBezTo>
                    <a:pt x="12" y="299"/>
                    <a:pt x="22" y="534"/>
                    <a:pt x="97" y="758"/>
                  </a:cubicBezTo>
                  <a:cubicBezTo>
                    <a:pt x="214" y="1131"/>
                    <a:pt x="492" y="1441"/>
                    <a:pt x="822" y="1654"/>
                  </a:cubicBezTo>
                  <a:cubicBezTo>
                    <a:pt x="1174" y="1867"/>
                    <a:pt x="1537" y="1985"/>
                    <a:pt x="1910" y="2049"/>
                  </a:cubicBezTo>
                  <a:lnTo>
                    <a:pt x="1942" y="2049"/>
                  </a:lnTo>
                  <a:cubicBezTo>
                    <a:pt x="1942" y="2134"/>
                    <a:pt x="1964" y="2198"/>
                    <a:pt x="1974" y="2262"/>
                  </a:cubicBezTo>
                  <a:cubicBezTo>
                    <a:pt x="2017" y="2518"/>
                    <a:pt x="2124" y="2742"/>
                    <a:pt x="2241" y="2902"/>
                  </a:cubicBezTo>
                  <a:cubicBezTo>
                    <a:pt x="2358" y="3073"/>
                    <a:pt x="2476" y="3201"/>
                    <a:pt x="2604" y="3286"/>
                  </a:cubicBezTo>
                  <a:cubicBezTo>
                    <a:pt x="2721" y="3382"/>
                    <a:pt x="2817" y="3425"/>
                    <a:pt x="2881" y="3467"/>
                  </a:cubicBezTo>
                  <a:cubicBezTo>
                    <a:pt x="2928" y="3483"/>
                    <a:pt x="2963" y="3493"/>
                    <a:pt x="2979" y="3493"/>
                  </a:cubicBezTo>
                  <a:cubicBezTo>
                    <a:pt x="2985" y="3493"/>
                    <a:pt x="2988" y="3492"/>
                    <a:pt x="2988" y="3489"/>
                  </a:cubicBezTo>
                  <a:cubicBezTo>
                    <a:pt x="3030" y="3446"/>
                    <a:pt x="2881" y="3382"/>
                    <a:pt x="2668" y="3211"/>
                  </a:cubicBezTo>
                  <a:cubicBezTo>
                    <a:pt x="2561" y="3115"/>
                    <a:pt x="2454" y="2998"/>
                    <a:pt x="2348" y="2827"/>
                  </a:cubicBezTo>
                  <a:cubicBezTo>
                    <a:pt x="2252" y="2667"/>
                    <a:pt x="2156" y="2454"/>
                    <a:pt x="2124" y="2209"/>
                  </a:cubicBezTo>
                  <a:cubicBezTo>
                    <a:pt x="2102" y="2155"/>
                    <a:pt x="2102" y="2091"/>
                    <a:pt x="2102" y="2038"/>
                  </a:cubicBezTo>
                  <a:lnTo>
                    <a:pt x="2102" y="2038"/>
                  </a:lnTo>
                  <a:cubicBezTo>
                    <a:pt x="2166" y="2043"/>
                    <a:pt x="2228" y="2046"/>
                    <a:pt x="2289" y="2046"/>
                  </a:cubicBezTo>
                  <a:cubicBezTo>
                    <a:pt x="2350" y="2046"/>
                    <a:pt x="2412" y="2043"/>
                    <a:pt x="2476" y="2038"/>
                  </a:cubicBezTo>
                  <a:cubicBezTo>
                    <a:pt x="2572" y="2027"/>
                    <a:pt x="2678" y="1985"/>
                    <a:pt x="2764" y="1921"/>
                  </a:cubicBezTo>
                  <a:cubicBezTo>
                    <a:pt x="2838" y="1846"/>
                    <a:pt x="2892" y="1771"/>
                    <a:pt x="2924" y="1665"/>
                  </a:cubicBezTo>
                  <a:cubicBezTo>
                    <a:pt x="2945" y="1558"/>
                    <a:pt x="2934" y="1441"/>
                    <a:pt x="2870" y="1355"/>
                  </a:cubicBezTo>
                  <a:cubicBezTo>
                    <a:pt x="2796" y="1259"/>
                    <a:pt x="2710" y="1227"/>
                    <a:pt x="2614" y="1206"/>
                  </a:cubicBezTo>
                  <a:cubicBezTo>
                    <a:pt x="2582" y="1202"/>
                    <a:pt x="2550" y="1200"/>
                    <a:pt x="2519" y="1200"/>
                  </a:cubicBezTo>
                  <a:cubicBezTo>
                    <a:pt x="2456" y="1200"/>
                    <a:pt x="2394" y="1210"/>
                    <a:pt x="2337" y="1238"/>
                  </a:cubicBezTo>
                  <a:cubicBezTo>
                    <a:pt x="2241" y="1281"/>
                    <a:pt x="2177" y="1334"/>
                    <a:pt x="2124" y="1398"/>
                  </a:cubicBezTo>
                  <a:cubicBezTo>
                    <a:pt x="2017" y="1526"/>
                    <a:pt x="1974" y="1686"/>
                    <a:pt x="1964" y="1835"/>
                  </a:cubicBezTo>
                  <a:lnTo>
                    <a:pt x="1964" y="1846"/>
                  </a:lnTo>
                  <a:lnTo>
                    <a:pt x="1942" y="1846"/>
                  </a:lnTo>
                  <a:cubicBezTo>
                    <a:pt x="1601" y="1782"/>
                    <a:pt x="1249" y="1675"/>
                    <a:pt x="929" y="1473"/>
                  </a:cubicBezTo>
                  <a:cubicBezTo>
                    <a:pt x="630" y="1281"/>
                    <a:pt x="374" y="1014"/>
                    <a:pt x="268" y="694"/>
                  </a:cubicBezTo>
                  <a:cubicBezTo>
                    <a:pt x="182" y="459"/>
                    <a:pt x="182" y="235"/>
                    <a:pt x="172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7"/>
            <p:cNvSpPr/>
            <p:nvPr/>
          </p:nvSpPr>
          <p:spPr>
            <a:xfrm>
              <a:off x="2437289" y="1439405"/>
              <a:ext cx="207694" cy="103450"/>
            </a:xfrm>
            <a:custGeom>
              <a:avLst/>
              <a:gdLst/>
              <a:ahLst/>
              <a:cxnLst/>
              <a:rect l="l" t="t" r="r" b="b"/>
              <a:pathLst>
                <a:path w="3403" h="1695" extrusionOk="0">
                  <a:moveTo>
                    <a:pt x="931" y="0"/>
                  </a:moveTo>
                  <a:cubicBezTo>
                    <a:pt x="600" y="0"/>
                    <a:pt x="284" y="53"/>
                    <a:pt x="11" y="62"/>
                  </a:cubicBezTo>
                  <a:lnTo>
                    <a:pt x="0" y="62"/>
                  </a:lnTo>
                  <a:cubicBezTo>
                    <a:pt x="0" y="115"/>
                    <a:pt x="11" y="190"/>
                    <a:pt x="21" y="243"/>
                  </a:cubicBezTo>
                  <a:cubicBezTo>
                    <a:pt x="312" y="243"/>
                    <a:pt x="602" y="188"/>
                    <a:pt x="897" y="188"/>
                  </a:cubicBezTo>
                  <a:cubicBezTo>
                    <a:pt x="971" y="188"/>
                    <a:pt x="1045" y="192"/>
                    <a:pt x="1120" y="200"/>
                  </a:cubicBezTo>
                  <a:cubicBezTo>
                    <a:pt x="1504" y="243"/>
                    <a:pt x="1856" y="360"/>
                    <a:pt x="2144" y="520"/>
                  </a:cubicBezTo>
                  <a:cubicBezTo>
                    <a:pt x="2432" y="680"/>
                    <a:pt x="2678" y="862"/>
                    <a:pt x="2870" y="1043"/>
                  </a:cubicBezTo>
                  <a:cubicBezTo>
                    <a:pt x="3216" y="1389"/>
                    <a:pt x="3356" y="1694"/>
                    <a:pt x="3380" y="1694"/>
                  </a:cubicBezTo>
                  <a:cubicBezTo>
                    <a:pt x="3381" y="1694"/>
                    <a:pt x="3381" y="1694"/>
                    <a:pt x="3382" y="1694"/>
                  </a:cubicBezTo>
                  <a:cubicBezTo>
                    <a:pt x="3403" y="1694"/>
                    <a:pt x="3318" y="1363"/>
                    <a:pt x="2955" y="947"/>
                  </a:cubicBezTo>
                  <a:cubicBezTo>
                    <a:pt x="2795" y="744"/>
                    <a:pt x="2560" y="531"/>
                    <a:pt x="2240" y="360"/>
                  </a:cubicBezTo>
                  <a:cubicBezTo>
                    <a:pt x="1931" y="190"/>
                    <a:pt x="1558" y="51"/>
                    <a:pt x="1141" y="8"/>
                  </a:cubicBezTo>
                  <a:cubicBezTo>
                    <a:pt x="1071" y="3"/>
                    <a:pt x="1000" y="0"/>
                    <a:pt x="931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7"/>
            <p:cNvSpPr/>
            <p:nvPr/>
          </p:nvSpPr>
          <p:spPr>
            <a:xfrm>
              <a:off x="3006973" y="2620271"/>
              <a:ext cx="397810" cy="520851"/>
            </a:xfrm>
            <a:custGeom>
              <a:avLst/>
              <a:gdLst/>
              <a:ahLst/>
              <a:cxnLst/>
              <a:rect l="l" t="t" r="r" b="b"/>
              <a:pathLst>
                <a:path w="6518" h="8534" extrusionOk="0">
                  <a:moveTo>
                    <a:pt x="3488" y="1"/>
                  </a:moveTo>
                  <a:lnTo>
                    <a:pt x="0" y="6081"/>
                  </a:lnTo>
                  <a:cubicBezTo>
                    <a:pt x="213" y="6700"/>
                    <a:pt x="523" y="7596"/>
                    <a:pt x="171" y="8161"/>
                  </a:cubicBezTo>
                  <a:cubicBezTo>
                    <a:pt x="128" y="8246"/>
                    <a:pt x="75" y="8321"/>
                    <a:pt x="11" y="8385"/>
                  </a:cubicBezTo>
                  <a:cubicBezTo>
                    <a:pt x="516" y="8486"/>
                    <a:pt x="1031" y="8534"/>
                    <a:pt x="1546" y="8534"/>
                  </a:cubicBezTo>
                  <a:cubicBezTo>
                    <a:pt x="2338" y="8534"/>
                    <a:pt x="3132" y="8421"/>
                    <a:pt x="3894" y="8214"/>
                  </a:cubicBezTo>
                  <a:cubicBezTo>
                    <a:pt x="4864" y="7948"/>
                    <a:pt x="5835" y="7478"/>
                    <a:pt x="6518" y="6742"/>
                  </a:cubicBezTo>
                  <a:cubicBezTo>
                    <a:pt x="6401" y="6241"/>
                    <a:pt x="6262" y="5761"/>
                    <a:pt x="6134" y="5302"/>
                  </a:cubicBezTo>
                  <a:cubicBezTo>
                    <a:pt x="5697" y="3809"/>
                    <a:pt x="5238" y="2091"/>
                    <a:pt x="4363" y="822"/>
                  </a:cubicBezTo>
                  <a:cubicBezTo>
                    <a:pt x="4128" y="491"/>
                    <a:pt x="3840" y="214"/>
                    <a:pt x="3488" y="1"/>
                  </a:cubicBezTo>
                  <a:close/>
                </a:path>
              </a:pathLst>
            </a:custGeom>
            <a:solidFill>
              <a:srgbClr val="724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7"/>
            <p:cNvSpPr/>
            <p:nvPr/>
          </p:nvSpPr>
          <p:spPr>
            <a:xfrm>
              <a:off x="2635830" y="1453686"/>
              <a:ext cx="311266" cy="193290"/>
            </a:xfrm>
            <a:custGeom>
              <a:avLst/>
              <a:gdLst/>
              <a:ahLst/>
              <a:cxnLst/>
              <a:rect l="l" t="t" r="r" b="b"/>
              <a:pathLst>
                <a:path w="5100" h="3167" extrusionOk="0">
                  <a:moveTo>
                    <a:pt x="1811" y="1"/>
                  </a:moveTo>
                  <a:cubicBezTo>
                    <a:pt x="1744" y="1"/>
                    <a:pt x="1678" y="4"/>
                    <a:pt x="1611" y="9"/>
                  </a:cubicBezTo>
                  <a:cubicBezTo>
                    <a:pt x="961" y="62"/>
                    <a:pt x="321" y="382"/>
                    <a:pt x="1" y="937"/>
                  </a:cubicBezTo>
                  <a:lnTo>
                    <a:pt x="4854" y="3167"/>
                  </a:lnTo>
                  <a:cubicBezTo>
                    <a:pt x="5100" y="2655"/>
                    <a:pt x="5014" y="2036"/>
                    <a:pt x="4716" y="1556"/>
                  </a:cubicBezTo>
                  <a:cubicBezTo>
                    <a:pt x="4428" y="1076"/>
                    <a:pt x="3958" y="724"/>
                    <a:pt x="3468" y="457"/>
                  </a:cubicBezTo>
                  <a:cubicBezTo>
                    <a:pt x="2951" y="199"/>
                    <a:pt x="2384" y="1"/>
                    <a:pt x="1811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7"/>
            <p:cNvSpPr/>
            <p:nvPr/>
          </p:nvSpPr>
          <p:spPr>
            <a:xfrm>
              <a:off x="2067429" y="1479381"/>
              <a:ext cx="1106885" cy="888084"/>
            </a:xfrm>
            <a:custGeom>
              <a:avLst/>
              <a:gdLst/>
              <a:ahLst/>
              <a:cxnLst/>
              <a:rect l="l" t="t" r="r" b="b"/>
              <a:pathLst>
                <a:path w="18136" h="14551" extrusionOk="0">
                  <a:moveTo>
                    <a:pt x="5593" y="0"/>
                  </a:moveTo>
                  <a:cubicBezTo>
                    <a:pt x="5235" y="0"/>
                    <a:pt x="4879" y="37"/>
                    <a:pt x="4535" y="132"/>
                  </a:cubicBezTo>
                  <a:cubicBezTo>
                    <a:pt x="3543" y="409"/>
                    <a:pt x="2369" y="1775"/>
                    <a:pt x="3297" y="2735"/>
                  </a:cubicBezTo>
                  <a:cubicBezTo>
                    <a:pt x="2220" y="2895"/>
                    <a:pt x="1174" y="3354"/>
                    <a:pt x="630" y="4356"/>
                  </a:cubicBezTo>
                  <a:cubicBezTo>
                    <a:pt x="97" y="5317"/>
                    <a:pt x="182" y="6607"/>
                    <a:pt x="929" y="7407"/>
                  </a:cubicBezTo>
                  <a:cubicBezTo>
                    <a:pt x="257" y="8047"/>
                    <a:pt x="1" y="9082"/>
                    <a:pt x="214" y="9968"/>
                  </a:cubicBezTo>
                  <a:cubicBezTo>
                    <a:pt x="428" y="10874"/>
                    <a:pt x="1068" y="11653"/>
                    <a:pt x="1868" y="12101"/>
                  </a:cubicBezTo>
                  <a:lnTo>
                    <a:pt x="13495" y="14533"/>
                  </a:lnTo>
                  <a:cubicBezTo>
                    <a:pt x="13601" y="14545"/>
                    <a:pt x="13706" y="14550"/>
                    <a:pt x="13812" y="14550"/>
                  </a:cubicBezTo>
                  <a:cubicBezTo>
                    <a:pt x="14702" y="14550"/>
                    <a:pt x="15590" y="14155"/>
                    <a:pt x="16162" y="13488"/>
                  </a:cubicBezTo>
                  <a:cubicBezTo>
                    <a:pt x="16568" y="13029"/>
                    <a:pt x="16802" y="12314"/>
                    <a:pt x="16461" y="11824"/>
                  </a:cubicBezTo>
                  <a:cubicBezTo>
                    <a:pt x="16429" y="11781"/>
                    <a:pt x="16408" y="11749"/>
                    <a:pt x="16408" y="11696"/>
                  </a:cubicBezTo>
                  <a:cubicBezTo>
                    <a:pt x="16408" y="11664"/>
                    <a:pt x="16429" y="11653"/>
                    <a:pt x="16450" y="11621"/>
                  </a:cubicBezTo>
                  <a:cubicBezTo>
                    <a:pt x="17165" y="10821"/>
                    <a:pt x="17634" y="10256"/>
                    <a:pt x="17922" y="9210"/>
                  </a:cubicBezTo>
                  <a:cubicBezTo>
                    <a:pt x="18114" y="8549"/>
                    <a:pt x="18136" y="7589"/>
                    <a:pt x="18018" y="6895"/>
                  </a:cubicBezTo>
                  <a:cubicBezTo>
                    <a:pt x="17954" y="6490"/>
                    <a:pt x="17709" y="6095"/>
                    <a:pt x="17464" y="5786"/>
                  </a:cubicBezTo>
                  <a:cubicBezTo>
                    <a:pt x="17390" y="5702"/>
                    <a:pt x="16666" y="5071"/>
                    <a:pt x="16633" y="5071"/>
                  </a:cubicBezTo>
                  <a:cubicBezTo>
                    <a:pt x="16632" y="5071"/>
                    <a:pt x="16632" y="5071"/>
                    <a:pt x="16632" y="5071"/>
                  </a:cubicBezTo>
                  <a:cubicBezTo>
                    <a:pt x="17005" y="3578"/>
                    <a:pt x="15938" y="2234"/>
                    <a:pt x="14594" y="1711"/>
                  </a:cubicBezTo>
                  <a:cubicBezTo>
                    <a:pt x="14310" y="1603"/>
                    <a:pt x="14010" y="1554"/>
                    <a:pt x="13709" y="1554"/>
                  </a:cubicBezTo>
                  <a:cubicBezTo>
                    <a:pt x="13356" y="1554"/>
                    <a:pt x="13002" y="1622"/>
                    <a:pt x="12674" y="1743"/>
                  </a:cubicBezTo>
                  <a:cubicBezTo>
                    <a:pt x="12343" y="1092"/>
                    <a:pt x="12237" y="665"/>
                    <a:pt x="11522" y="324"/>
                  </a:cubicBezTo>
                  <a:cubicBezTo>
                    <a:pt x="11161" y="154"/>
                    <a:pt x="10761" y="62"/>
                    <a:pt x="10361" y="62"/>
                  </a:cubicBezTo>
                  <a:cubicBezTo>
                    <a:pt x="10134" y="62"/>
                    <a:pt x="9907" y="92"/>
                    <a:pt x="9687" y="153"/>
                  </a:cubicBezTo>
                  <a:cubicBezTo>
                    <a:pt x="9420" y="217"/>
                    <a:pt x="9143" y="313"/>
                    <a:pt x="8855" y="356"/>
                  </a:cubicBezTo>
                  <a:cubicBezTo>
                    <a:pt x="8767" y="367"/>
                    <a:pt x="8678" y="371"/>
                    <a:pt x="8587" y="371"/>
                  </a:cubicBezTo>
                  <a:cubicBezTo>
                    <a:pt x="8317" y="371"/>
                    <a:pt x="8039" y="329"/>
                    <a:pt x="7767" y="281"/>
                  </a:cubicBezTo>
                  <a:cubicBezTo>
                    <a:pt x="7066" y="153"/>
                    <a:pt x="6323" y="0"/>
                    <a:pt x="5593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7"/>
            <p:cNvSpPr/>
            <p:nvPr/>
          </p:nvSpPr>
          <p:spPr>
            <a:xfrm>
              <a:off x="2101302" y="2112416"/>
              <a:ext cx="190177" cy="271045"/>
            </a:xfrm>
            <a:custGeom>
              <a:avLst/>
              <a:gdLst/>
              <a:ahLst/>
              <a:cxnLst/>
              <a:rect l="l" t="t" r="r" b="b"/>
              <a:pathLst>
                <a:path w="3116" h="4441" extrusionOk="0">
                  <a:moveTo>
                    <a:pt x="1804" y="1"/>
                  </a:moveTo>
                  <a:cubicBezTo>
                    <a:pt x="1352" y="1"/>
                    <a:pt x="908" y="296"/>
                    <a:pt x="619" y="652"/>
                  </a:cubicBezTo>
                  <a:cubicBezTo>
                    <a:pt x="214" y="1174"/>
                    <a:pt x="1" y="1857"/>
                    <a:pt x="107" y="2518"/>
                  </a:cubicBezTo>
                  <a:cubicBezTo>
                    <a:pt x="193" y="3169"/>
                    <a:pt x="609" y="3788"/>
                    <a:pt x="1195" y="4097"/>
                  </a:cubicBezTo>
                  <a:cubicBezTo>
                    <a:pt x="1566" y="4286"/>
                    <a:pt x="1982" y="4440"/>
                    <a:pt x="2398" y="4440"/>
                  </a:cubicBezTo>
                  <a:cubicBezTo>
                    <a:pt x="2641" y="4440"/>
                    <a:pt x="2883" y="4387"/>
                    <a:pt x="3116" y="4257"/>
                  </a:cubicBezTo>
                  <a:lnTo>
                    <a:pt x="1953" y="12"/>
                  </a:lnTo>
                  <a:cubicBezTo>
                    <a:pt x="1903" y="4"/>
                    <a:pt x="1854" y="1"/>
                    <a:pt x="1804" y="1"/>
                  </a:cubicBez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7"/>
            <p:cNvSpPr/>
            <p:nvPr/>
          </p:nvSpPr>
          <p:spPr>
            <a:xfrm>
              <a:off x="2124128" y="2213669"/>
              <a:ext cx="147149" cy="132563"/>
            </a:xfrm>
            <a:custGeom>
              <a:avLst/>
              <a:gdLst/>
              <a:ahLst/>
              <a:cxnLst/>
              <a:rect l="l" t="t" r="r" b="b"/>
              <a:pathLst>
                <a:path w="2411" h="2172" extrusionOk="0">
                  <a:moveTo>
                    <a:pt x="136" y="1"/>
                  </a:moveTo>
                  <a:cubicBezTo>
                    <a:pt x="48" y="1"/>
                    <a:pt x="0" y="11"/>
                    <a:pt x="0" y="17"/>
                  </a:cubicBezTo>
                  <a:cubicBezTo>
                    <a:pt x="0" y="49"/>
                    <a:pt x="181" y="59"/>
                    <a:pt x="491" y="155"/>
                  </a:cubicBezTo>
                  <a:cubicBezTo>
                    <a:pt x="779" y="241"/>
                    <a:pt x="1184" y="422"/>
                    <a:pt x="1525" y="731"/>
                  </a:cubicBezTo>
                  <a:cubicBezTo>
                    <a:pt x="1877" y="1030"/>
                    <a:pt x="2101" y="1403"/>
                    <a:pt x="2219" y="1702"/>
                  </a:cubicBezTo>
                  <a:cubicBezTo>
                    <a:pt x="2323" y="1972"/>
                    <a:pt x="2366" y="2172"/>
                    <a:pt x="2398" y="2172"/>
                  </a:cubicBezTo>
                  <a:cubicBezTo>
                    <a:pt x="2399" y="2172"/>
                    <a:pt x="2399" y="2172"/>
                    <a:pt x="2400" y="2172"/>
                  </a:cubicBezTo>
                  <a:cubicBezTo>
                    <a:pt x="2411" y="2172"/>
                    <a:pt x="2411" y="1969"/>
                    <a:pt x="2315" y="1659"/>
                  </a:cubicBezTo>
                  <a:cubicBezTo>
                    <a:pt x="2219" y="1350"/>
                    <a:pt x="1995" y="955"/>
                    <a:pt x="1621" y="625"/>
                  </a:cubicBezTo>
                  <a:cubicBezTo>
                    <a:pt x="1248" y="283"/>
                    <a:pt x="821" y="113"/>
                    <a:pt x="512" y="49"/>
                  </a:cubicBezTo>
                  <a:cubicBezTo>
                    <a:pt x="352" y="11"/>
                    <a:pt x="224" y="1"/>
                    <a:pt x="136" y="1"/>
                  </a:cubicBezTo>
                  <a:close/>
                </a:path>
              </a:pathLst>
            </a:custGeom>
            <a:solidFill>
              <a:srgbClr val="542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7"/>
            <p:cNvSpPr/>
            <p:nvPr/>
          </p:nvSpPr>
          <p:spPr>
            <a:xfrm>
              <a:off x="2194438" y="1740969"/>
              <a:ext cx="787808" cy="802577"/>
            </a:xfrm>
            <a:custGeom>
              <a:avLst/>
              <a:gdLst/>
              <a:ahLst/>
              <a:cxnLst/>
              <a:rect l="l" t="t" r="r" b="b"/>
              <a:pathLst>
                <a:path w="12908" h="13150" extrusionOk="0">
                  <a:moveTo>
                    <a:pt x="6294" y="1"/>
                  </a:moveTo>
                  <a:cubicBezTo>
                    <a:pt x="4876" y="1"/>
                    <a:pt x="3399" y="293"/>
                    <a:pt x="2176" y="1009"/>
                  </a:cubicBezTo>
                  <a:cubicBezTo>
                    <a:pt x="363" y="2076"/>
                    <a:pt x="0" y="4337"/>
                    <a:pt x="139" y="6258"/>
                  </a:cubicBezTo>
                  <a:cubicBezTo>
                    <a:pt x="203" y="7271"/>
                    <a:pt x="405" y="8284"/>
                    <a:pt x="693" y="9255"/>
                  </a:cubicBezTo>
                  <a:cubicBezTo>
                    <a:pt x="992" y="10205"/>
                    <a:pt x="1387" y="11154"/>
                    <a:pt x="2059" y="11901"/>
                  </a:cubicBezTo>
                  <a:cubicBezTo>
                    <a:pt x="2933" y="12889"/>
                    <a:pt x="4196" y="13149"/>
                    <a:pt x="5456" y="13149"/>
                  </a:cubicBezTo>
                  <a:cubicBezTo>
                    <a:pt x="5611" y="13149"/>
                    <a:pt x="5766" y="13145"/>
                    <a:pt x="5921" y="13138"/>
                  </a:cubicBezTo>
                  <a:cubicBezTo>
                    <a:pt x="7681" y="13063"/>
                    <a:pt x="9590" y="12690"/>
                    <a:pt x="11009" y="11549"/>
                  </a:cubicBezTo>
                  <a:cubicBezTo>
                    <a:pt x="11670" y="11015"/>
                    <a:pt x="12289" y="10215"/>
                    <a:pt x="12534" y="9404"/>
                  </a:cubicBezTo>
                  <a:cubicBezTo>
                    <a:pt x="12908" y="8178"/>
                    <a:pt x="12620" y="6951"/>
                    <a:pt x="12449" y="5724"/>
                  </a:cubicBezTo>
                  <a:cubicBezTo>
                    <a:pt x="12257" y="4444"/>
                    <a:pt x="11969" y="3196"/>
                    <a:pt x="11233" y="2097"/>
                  </a:cubicBezTo>
                  <a:cubicBezTo>
                    <a:pt x="10316" y="700"/>
                    <a:pt x="8694" y="156"/>
                    <a:pt x="7041" y="28"/>
                  </a:cubicBezTo>
                  <a:cubicBezTo>
                    <a:pt x="6795" y="10"/>
                    <a:pt x="6545" y="1"/>
                    <a:pt x="6294" y="1"/>
                  </a:cubicBez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7"/>
            <p:cNvSpPr/>
            <p:nvPr/>
          </p:nvSpPr>
          <p:spPr>
            <a:xfrm>
              <a:off x="2902118" y="1971612"/>
              <a:ext cx="239003" cy="293261"/>
            </a:xfrm>
            <a:custGeom>
              <a:avLst/>
              <a:gdLst/>
              <a:ahLst/>
              <a:cxnLst/>
              <a:rect l="l" t="t" r="r" b="b"/>
              <a:pathLst>
                <a:path w="3916" h="4805" extrusionOk="0">
                  <a:moveTo>
                    <a:pt x="845" y="0"/>
                  </a:moveTo>
                  <a:cubicBezTo>
                    <a:pt x="554" y="0"/>
                    <a:pt x="265" y="58"/>
                    <a:pt x="1" y="174"/>
                  </a:cubicBezTo>
                  <a:lnTo>
                    <a:pt x="726" y="4804"/>
                  </a:lnTo>
                  <a:cubicBezTo>
                    <a:pt x="2646" y="4505"/>
                    <a:pt x="3916" y="1935"/>
                    <a:pt x="2251" y="505"/>
                  </a:cubicBezTo>
                  <a:cubicBezTo>
                    <a:pt x="1859" y="173"/>
                    <a:pt x="1350" y="0"/>
                    <a:pt x="845" y="0"/>
                  </a:cubicBez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7"/>
            <p:cNvSpPr/>
            <p:nvPr/>
          </p:nvSpPr>
          <p:spPr>
            <a:xfrm>
              <a:off x="2976334" y="2223129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close/>
                </a:path>
              </a:pathLst>
            </a:custGeom>
            <a:noFill/>
            <a:ln w="1075" cap="flat" cmpd="sng">
              <a:solidFill>
                <a:srgbClr val="28455A"/>
              </a:solidFill>
              <a:prstDash val="solid"/>
              <a:miter lim="1066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7"/>
            <p:cNvSpPr/>
            <p:nvPr/>
          </p:nvSpPr>
          <p:spPr>
            <a:xfrm>
              <a:off x="2910601" y="2019279"/>
              <a:ext cx="83370" cy="201346"/>
            </a:xfrm>
            <a:custGeom>
              <a:avLst/>
              <a:gdLst/>
              <a:ahLst/>
              <a:cxnLst/>
              <a:rect l="l" t="t" r="r" b="b"/>
              <a:pathLst>
                <a:path w="1366" h="3299" extrusionOk="0">
                  <a:moveTo>
                    <a:pt x="1352" y="0"/>
                  </a:moveTo>
                  <a:cubicBezTo>
                    <a:pt x="1322" y="0"/>
                    <a:pt x="1101" y="70"/>
                    <a:pt x="843" y="268"/>
                  </a:cubicBezTo>
                  <a:cubicBezTo>
                    <a:pt x="566" y="503"/>
                    <a:pt x="246" y="898"/>
                    <a:pt x="128" y="1442"/>
                  </a:cubicBezTo>
                  <a:cubicBezTo>
                    <a:pt x="0" y="1996"/>
                    <a:pt x="139" y="2498"/>
                    <a:pt x="299" y="2818"/>
                  </a:cubicBezTo>
                  <a:cubicBezTo>
                    <a:pt x="453" y="3157"/>
                    <a:pt x="618" y="3298"/>
                    <a:pt x="639" y="3298"/>
                  </a:cubicBezTo>
                  <a:cubicBezTo>
                    <a:pt x="639" y="3298"/>
                    <a:pt x="640" y="3298"/>
                    <a:pt x="640" y="3298"/>
                  </a:cubicBezTo>
                  <a:cubicBezTo>
                    <a:pt x="672" y="3287"/>
                    <a:pt x="523" y="3116"/>
                    <a:pt x="406" y="2796"/>
                  </a:cubicBezTo>
                  <a:cubicBezTo>
                    <a:pt x="267" y="2487"/>
                    <a:pt x="182" y="2007"/>
                    <a:pt x="288" y="1495"/>
                  </a:cubicBezTo>
                  <a:cubicBezTo>
                    <a:pt x="395" y="994"/>
                    <a:pt x="683" y="609"/>
                    <a:pt x="928" y="364"/>
                  </a:cubicBezTo>
                  <a:cubicBezTo>
                    <a:pt x="1174" y="129"/>
                    <a:pt x="1366" y="33"/>
                    <a:pt x="1355" y="1"/>
                  </a:cubicBezTo>
                  <a:cubicBezTo>
                    <a:pt x="1355" y="1"/>
                    <a:pt x="1354" y="0"/>
                    <a:pt x="1352" y="0"/>
                  </a:cubicBezTo>
                  <a:close/>
                </a:path>
              </a:pathLst>
            </a:custGeom>
            <a:solidFill>
              <a:srgbClr val="542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7"/>
            <p:cNvSpPr/>
            <p:nvPr/>
          </p:nvSpPr>
          <p:spPr>
            <a:xfrm>
              <a:off x="2933367" y="2075552"/>
              <a:ext cx="58042" cy="118403"/>
            </a:xfrm>
            <a:custGeom>
              <a:avLst/>
              <a:gdLst/>
              <a:ahLst/>
              <a:cxnLst/>
              <a:rect l="l" t="t" r="r" b="b"/>
              <a:pathLst>
                <a:path w="951" h="1940" extrusionOk="0">
                  <a:moveTo>
                    <a:pt x="45" y="0"/>
                  </a:moveTo>
                  <a:cubicBezTo>
                    <a:pt x="32" y="0"/>
                    <a:pt x="24" y="3"/>
                    <a:pt x="22" y="8"/>
                  </a:cubicBezTo>
                  <a:cubicBezTo>
                    <a:pt x="1" y="29"/>
                    <a:pt x="129" y="82"/>
                    <a:pt x="289" y="221"/>
                  </a:cubicBezTo>
                  <a:cubicBezTo>
                    <a:pt x="438" y="349"/>
                    <a:pt x="630" y="562"/>
                    <a:pt x="705" y="861"/>
                  </a:cubicBezTo>
                  <a:cubicBezTo>
                    <a:pt x="801" y="1149"/>
                    <a:pt x="758" y="1426"/>
                    <a:pt x="705" y="1629"/>
                  </a:cubicBezTo>
                  <a:cubicBezTo>
                    <a:pt x="630" y="1800"/>
                    <a:pt x="566" y="1928"/>
                    <a:pt x="587" y="1938"/>
                  </a:cubicBezTo>
                  <a:cubicBezTo>
                    <a:pt x="588" y="1939"/>
                    <a:pt x="590" y="1939"/>
                    <a:pt x="591" y="1939"/>
                  </a:cubicBezTo>
                  <a:cubicBezTo>
                    <a:pt x="618" y="1939"/>
                    <a:pt x="710" y="1843"/>
                    <a:pt x="801" y="1661"/>
                  </a:cubicBezTo>
                  <a:cubicBezTo>
                    <a:pt x="897" y="1458"/>
                    <a:pt x="950" y="1138"/>
                    <a:pt x="854" y="808"/>
                  </a:cubicBezTo>
                  <a:cubicBezTo>
                    <a:pt x="747" y="466"/>
                    <a:pt x="523" y="232"/>
                    <a:pt x="353" y="125"/>
                  </a:cubicBezTo>
                  <a:cubicBezTo>
                    <a:pt x="203" y="33"/>
                    <a:pt x="92" y="0"/>
                    <a:pt x="45" y="0"/>
                  </a:cubicBezTo>
                  <a:close/>
                </a:path>
              </a:pathLst>
            </a:custGeom>
            <a:solidFill>
              <a:srgbClr val="542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7"/>
            <p:cNvSpPr/>
            <p:nvPr/>
          </p:nvSpPr>
          <p:spPr>
            <a:xfrm>
              <a:off x="2553863" y="2288801"/>
              <a:ext cx="95699" cy="69272"/>
            </a:xfrm>
            <a:custGeom>
              <a:avLst/>
              <a:gdLst/>
              <a:ahLst/>
              <a:cxnLst/>
              <a:rect l="l" t="t" r="r" b="b"/>
              <a:pathLst>
                <a:path w="1568" h="1135" extrusionOk="0">
                  <a:moveTo>
                    <a:pt x="930" y="0"/>
                  </a:moveTo>
                  <a:cubicBezTo>
                    <a:pt x="785" y="0"/>
                    <a:pt x="627" y="32"/>
                    <a:pt x="480" y="119"/>
                  </a:cubicBezTo>
                  <a:cubicBezTo>
                    <a:pt x="181" y="300"/>
                    <a:pt x="53" y="599"/>
                    <a:pt x="21" y="802"/>
                  </a:cubicBezTo>
                  <a:cubicBezTo>
                    <a:pt x="1" y="1001"/>
                    <a:pt x="55" y="1135"/>
                    <a:pt x="71" y="1135"/>
                  </a:cubicBezTo>
                  <a:cubicBezTo>
                    <a:pt x="73" y="1135"/>
                    <a:pt x="73" y="1134"/>
                    <a:pt x="74" y="1133"/>
                  </a:cubicBezTo>
                  <a:cubicBezTo>
                    <a:pt x="106" y="1133"/>
                    <a:pt x="85" y="1005"/>
                    <a:pt x="128" y="812"/>
                  </a:cubicBezTo>
                  <a:cubicBezTo>
                    <a:pt x="170" y="631"/>
                    <a:pt x="298" y="386"/>
                    <a:pt x="554" y="247"/>
                  </a:cubicBezTo>
                  <a:cubicBezTo>
                    <a:pt x="701" y="158"/>
                    <a:pt x="859" y="126"/>
                    <a:pt x="1001" y="126"/>
                  </a:cubicBezTo>
                  <a:cubicBezTo>
                    <a:pt x="1097" y="126"/>
                    <a:pt x="1185" y="140"/>
                    <a:pt x="1258" y="162"/>
                  </a:cubicBezTo>
                  <a:cubicBezTo>
                    <a:pt x="1418" y="218"/>
                    <a:pt x="1520" y="283"/>
                    <a:pt x="1549" y="283"/>
                  </a:cubicBezTo>
                  <a:cubicBezTo>
                    <a:pt x="1553" y="283"/>
                    <a:pt x="1556" y="282"/>
                    <a:pt x="1557" y="279"/>
                  </a:cubicBezTo>
                  <a:cubicBezTo>
                    <a:pt x="1568" y="268"/>
                    <a:pt x="1493" y="162"/>
                    <a:pt x="1290" y="66"/>
                  </a:cubicBezTo>
                  <a:cubicBezTo>
                    <a:pt x="1196" y="29"/>
                    <a:pt x="1069" y="0"/>
                    <a:pt x="930" y="0"/>
                  </a:cubicBezTo>
                  <a:close/>
                </a:path>
              </a:pathLst>
            </a:custGeom>
            <a:solidFill>
              <a:srgbClr val="542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7"/>
            <p:cNvSpPr/>
            <p:nvPr/>
          </p:nvSpPr>
          <p:spPr>
            <a:xfrm>
              <a:off x="2482820" y="2183458"/>
              <a:ext cx="90389" cy="90084"/>
            </a:xfrm>
            <a:custGeom>
              <a:avLst/>
              <a:gdLst/>
              <a:ahLst/>
              <a:cxnLst/>
              <a:rect l="l" t="t" r="r" b="b"/>
              <a:pathLst>
                <a:path w="1481" h="1476" extrusionOk="0">
                  <a:moveTo>
                    <a:pt x="1138" y="1"/>
                  </a:moveTo>
                  <a:cubicBezTo>
                    <a:pt x="1057" y="1"/>
                    <a:pt x="918" y="15"/>
                    <a:pt x="748" y="74"/>
                  </a:cubicBezTo>
                  <a:cubicBezTo>
                    <a:pt x="609" y="128"/>
                    <a:pt x="449" y="192"/>
                    <a:pt x="289" y="330"/>
                  </a:cubicBezTo>
                  <a:cubicBezTo>
                    <a:pt x="214" y="394"/>
                    <a:pt x="129" y="458"/>
                    <a:pt x="75" y="565"/>
                  </a:cubicBezTo>
                  <a:cubicBezTo>
                    <a:pt x="22" y="672"/>
                    <a:pt x="1" y="810"/>
                    <a:pt x="22" y="928"/>
                  </a:cubicBezTo>
                  <a:cubicBezTo>
                    <a:pt x="75" y="1184"/>
                    <a:pt x="289" y="1344"/>
                    <a:pt x="481" y="1408"/>
                  </a:cubicBezTo>
                  <a:cubicBezTo>
                    <a:pt x="684" y="1472"/>
                    <a:pt x="854" y="1472"/>
                    <a:pt x="1004" y="1472"/>
                  </a:cubicBezTo>
                  <a:cubicBezTo>
                    <a:pt x="1040" y="1474"/>
                    <a:pt x="1075" y="1476"/>
                    <a:pt x="1108" y="1476"/>
                  </a:cubicBezTo>
                  <a:cubicBezTo>
                    <a:pt x="1344" y="1476"/>
                    <a:pt x="1481" y="1416"/>
                    <a:pt x="1462" y="1397"/>
                  </a:cubicBezTo>
                  <a:cubicBezTo>
                    <a:pt x="1462" y="1386"/>
                    <a:pt x="1439" y="1382"/>
                    <a:pt x="1397" y="1382"/>
                  </a:cubicBezTo>
                  <a:cubicBezTo>
                    <a:pt x="1340" y="1382"/>
                    <a:pt x="1246" y="1389"/>
                    <a:pt x="1125" y="1389"/>
                  </a:cubicBezTo>
                  <a:cubicBezTo>
                    <a:pt x="1087" y="1389"/>
                    <a:pt x="1047" y="1388"/>
                    <a:pt x="1004" y="1386"/>
                  </a:cubicBezTo>
                  <a:cubicBezTo>
                    <a:pt x="865" y="1365"/>
                    <a:pt x="694" y="1354"/>
                    <a:pt x="534" y="1290"/>
                  </a:cubicBezTo>
                  <a:cubicBezTo>
                    <a:pt x="449" y="1258"/>
                    <a:pt x="374" y="1205"/>
                    <a:pt x="310" y="1141"/>
                  </a:cubicBezTo>
                  <a:cubicBezTo>
                    <a:pt x="235" y="1077"/>
                    <a:pt x="182" y="992"/>
                    <a:pt x="171" y="906"/>
                  </a:cubicBezTo>
                  <a:cubicBezTo>
                    <a:pt x="118" y="714"/>
                    <a:pt x="235" y="554"/>
                    <a:pt x="374" y="437"/>
                  </a:cubicBezTo>
                  <a:cubicBezTo>
                    <a:pt x="502" y="320"/>
                    <a:pt x="652" y="234"/>
                    <a:pt x="790" y="181"/>
                  </a:cubicBezTo>
                  <a:cubicBezTo>
                    <a:pt x="1036" y="64"/>
                    <a:pt x="1217" y="32"/>
                    <a:pt x="1217" y="10"/>
                  </a:cubicBezTo>
                  <a:cubicBezTo>
                    <a:pt x="1217" y="6"/>
                    <a:pt x="1189" y="1"/>
                    <a:pt x="1138" y="1"/>
                  </a:cubicBezTo>
                  <a:close/>
                </a:path>
              </a:pathLst>
            </a:custGeom>
            <a:solidFill>
              <a:srgbClr val="542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7"/>
            <p:cNvSpPr/>
            <p:nvPr/>
          </p:nvSpPr>
          <p:spPr>
            <a:xfrm>
              <a:off x="2577238" y="2236496"/>
              <a:ext cx="19591" cy="21117"/>
            </a:xfrm>
            <a:custGeom>
              <a:avLst/>
              <a:gdLst/>
              <a:ahLst/>
              <a:cxnLst/>
              <a:rect l="l" t="t" r="r" b="b"/>
              <a:pathLst>
                <a:path w="321" h="346" extrusionOk="0">
                  <a:moveTo>
                    <a:pt x="257" y="1"/>
                  </a:moveTo>
                  <a:cubicBezTo>
                    <a:pt x="213" y="1"/>
                    <a:pt x="151" y="50"/>
                    <a:pt x="97" y="123"/>
                  </a:cubicBezTo>
                  <a:cubicBezTo>
                    <a:pt x="22" y="219"/>
                    <a:pt x="1" y="315"/>
                    <a:pt x="22" y="336"/>
                  </a:cubicBezTo>
                  <a:cubicBezTo>
                    <a:pt x="30" y="342"/>
                    <a:pt x="40" y="345"/>
                    <a:pt x="52" y="345"/>
                  </a:cubicBezTo>
                  <a:cubicBezTo>
                    <a:pt x="97" y="345"/>
                    <a:pt x="163" y="296"/>
                    <a:pt x="214" y="219"/>
                  </a:cubicBezTo>
                  <a:cubicBezTo>
                    <a:pt x="289" y="123"/>
                    <a:pt x="321" y="37"/>
                    <a:pt x="278" y="5"/>
                  </a:cubicBezTo>
                  <a:cubicBezTo>
                    <a:pt x="272" y="2"/>
                    <a:pt x="264" y="1"/>
                    <a:pt x="257" y="1"/>
                  </a:cubicBezTo>
                  <a:close/>
                </a:path>
              </a:pathLst>
            </a:custGeom>
            <a:solidFill>
              <a:srgbClr val="542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7"/>
            <p:cNvSpPr/>
            <p:nvPr/>
          </p:nvSpPr>
          <p:spPr>
            <a:xfrm>
              <a:off x="2366308" y="2163622"/>
              <a:ext cx="58652" cy="89779"/>
            </a:xfrm>
            <a:custGeom>
              <a:avLst/>
              <a:gdLst/>
              <a:ahLst/>
              <a:cxnLst/>
              <a:rect l="l" t="t" r="r" b="b"/>
              <a:pathLst>
                <a:path w="961" h="1471" extrusionOk="0">
                  <a:moveTo>
                    <a:pt x="394" y="1"/>
                  </a:moveTo>
                  <a:cubicBezTo>
                    <a:pt x="380" y="1"/>
                    <a:pt x="366" y="2"/>
                    <a:pt x="352" y="5"/>
                  </a:cubicBezTo>
                  <a:cubicBezTo>
                    <a:pt x="118" y="37"/>
                    <a:pt x="0" y="399"/>
                    <a:pt x="86" y="805"/>
                  </a:cubicBezTo>
                  <a:cubicBezTo>
                    <a:pt x="156" y="1184"/>
                    <a:pt x="375" y="1470"/>
                    <a:pt x="578" y="1470"/>
                  </a:cubicBezTo>
                  <a:cubicBezTo>
                    <a:pt x="592" y="1470"/>
                    <a:pt x="605" y="1469"/>
                    <a:pt x="619" y="1466"/>
                  </a:cubicBezTo>
                  <a:cubicBezTo>
                    <a:pt x="843" y="1423"/>
                    <a:pt x="960" y="1071"/>
                    <a:pt x="886" y="666"/>
                  </a:cubicBezTo>
                  <a:cubicBezTo>
                    <a:pt x="816" y="296"/>
                    <a:pt x="605" y="1"/>
                    <a:pt x="394" y="1"/>
                  </a:cubicBezTo>
                  <a:close/>
                </a:path>
              </a:pathLst>
            </a:custGeom>
            <a:solidFill>
              <a:srgbClr val="542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7"/>
            <p:cNvSpPr/>
            <p:nvPr/>
          </p:nvSpPr>
          <p:spPr>
            <a:xfrm>
              <a:off x="2668422" y="2101857"/>
              <a:ext cx="58652" cy="89657"/>
            </a:xfrm>
            <a:custGeom>
              <a:avLst/>
              <a:gdLst/>
              <a:ahLst/>
              <a:cxnLst/>
              <a:rect l="l" t="t" r="r" b="b"/>
              <a:pathLst>
                <a:path w="961" h="1469" extrusionOk="0">
                  <a:moveTo>
                    <a:pt x="373" y="1"/>
                  </a:moveTo>
                  <a:cubicBezTo>
                    <a:pt x="362" y="1"/>
                    <a:pt x="352" y="2"/>
                    <a:pt x="341" y="3"/>
                  </a:cubicBezTo>
                  <a:cubicBezTo>
                    <a:pt x="117" y="35"/>
                    <a:pt x="0" y="398"/>
                    <a:pt x="75" y="803"/>
                  </a:cubicBezTo>
                  <a:cubicBezTo>
                    <a:pt x="155" y="1183"/>
                    <a:pt x="365" y="1469"/>
                    <a:pt x="567" y="1469"/>
                  </a:cubicBezTo>
                  <a:cubicBezTo>
                    <a:pt x="581" y="1469"/>
                    <a:pt x="594" y="1467"/>
                    <a:pt x="608" y="1465"/>
                  </a:cubicBezTo>
                  <a:cubicBezTo>
                    <a:pt x="843" y="1422"/>
                    <a:pt x="960" y="1070"/>
                    <a:pt x="875" y="665"/>
                  </a:cubicBezTo>
                  <a:cubicBezTo>
                    <a:pt x="804" y="289"/>
                    <a:pt x="578" y="1"/>
                    <a:pt x="373" y="1"/>
                  </a:cubicBezTo>
                  <a:close/>
                </a:path>
              </a:pathLst>
            </a:custGeom>
            <a:solidFill>
              <a:srgbClr val="542D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7"/>
            <p:cNvSpPr/>
            <p:nvPr/>
          </p:nvSpPr>
          <p:spPr>
            <a:xfrm>
              <a:off x="2301185" y="2003472"/>
              <a:ext cx="128962" cy="108638"/>
            </a:xfrm>
            <a:custGeom>
              <a:avLst/>
              <a:gdLst/>
              <a:ahLst/>
              <a:cxnLst/>
              <a:rect l="l" t="t" r="r" b="b"/>
              <a:pathLst>
                <a:path w="2113" h="1780" extrusionOk="0">
                  <a:moveTo>
                    <a:pt x="1711" y="0"/>
                  </a:moveTo>
                  <a:cubicBezTo>
                    <a:pt x="1462" y="0"/>
                    <a:pt x="1079" y="197"/>
                    <a:pt x="726" y="527"/>
                  </a:cubicBezTo>
                  <a:cubicBezTo>
                    <a:pt x="246" y="986"/>
                    <a:pt x="1" y="1509"/>
                    <a:pt x="193" y="1701"/>
                  </a:cubicBezTo>
                  <a:cubicBezTo>
                    <a:pt x="240" y="1754"/>
                    <a:pt x="313" y="1779"/>
                    <a:pt x="402" y="1779"/>
                  </a:cubicBezTo>
                  <a:cubicBezTo>
                    <a:pt x="652" y="1779"/>
                    <a:pt x="1034" y="1582"/>
                    <a:pt x="1387" y="1253"/>
                  </a:cubicBezTo>
                  <a:cubicBezTo>
                    <a:pt x="1867" y="794"/>
                    <a:pt x="2113" y="282"/>
                    <a:pt x="1921" y="79"/>
                  </a:cubicBezTo>
                  <a:cubicBezTo>
                    <a:pt x="1873" y="26"/>
                    <a:pt x="1801" y="0"/>
                    <a:pt x="1711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7"/>
            <p:cNvSpPr/>
            <p:nvPr/>
          </p:nvSpPr>
          <p:spPr>
            <a:xfrm>
              <a:off x="2597440" y="1958979"/>
              <a:ext cx="148492" cy="76535"/>
            </a:xfrm>
            <a:custGeom>
              <a:avLst/>
              <a:gdLst/>
              <a:ahLst/>
              <a:cxnLst/>
              <a:rect l="l" t="t" r="r" b="b"/>
              <a:pathLst>
                <a:path w="2433" h="1254" extrusionOk="0">
                  <a:moveTo>
                    <a:pt x="609" y="0"/>
                  </a:moveTo>
                  <a:cubicBezTo>
                    <a:pt x="349" y="0"/>
                    <a:pt x="159" y="73"/>
                    <a:pt x="107" y="211"/>
                  </a:cubicBezTo>
                  <a:cubicBezTo>
                    <a:pt x="0" y="456"/>
                    <a:pt x="427" y="861"/>
                    <a:pt x="1046" y="1085"/>
                  </a:cubicBezTo>
                  <a:cubicBezTo>
                    <a:pt x="1332" y="1199"/>
                    <a:pt x="1609" y="1253"/>
                    <a:pt x="1834" y="1253"/>
                  </a:cubicBezTo>
                  <a:cubicBezTo>
                    <a:pt x="2095" y="1253"/>
                    <a:pt x="2285" y="1180"/>
                    <a:pt x="2336" y="1043"/>
                  </a:cubicBezTo>
                  <a:cubicBezTo>
                    <a:pt x="2432" y="797"/>
                    <a:pt x="2016" y="392"/>
                    <a:pt x="1398" y="168"/>
                  </a:cubicBezTo>
                  <a:cubicBezTo>
                    <a:pt x="1111" y="54"/>
                    <a:pt x="834" y="0"/>
                    <a:pt x="609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7"/>
            <p:cNvSpPr/>
            <p:nvPr/>
          </p:nvSpPr>
          <p:spPr>
            <a:xfrm>
              <a:off x="2311622" y="1653752"/>
              <a:ext cx="613987" cy="382308"/>
            </a:xfrm>
            <a:custGeom>
              <a:avLst/>
              <a:gdLst/>
              <a:ahLst/>
              <a:cxnLst/>
              <a:rect l="l" t="t" r="r" b="b"/>
              <a:pathLst>
                <a:path w="10060" h="6264" extrusionOk="0">
                  <a:moveTo>
                    <a:pt x="2661" y="1"/>
                  </a:moveTo>
                  <a:cubicBezTo>
                    <a:pt x="2004" y="1"/>
                    <a:pt x="1430" y="518"/>
                    <a:pt x="1056" y="1073"/>
                  </a:cubicBezTo>
                  <a:lnTo>
                    <a:pt x="0" y="2673"/>
                  </a:lnTo>
                  <a:cubicBezTo>
                    <a:pt x="320" y="3558"/>
                    <a:pt x="896" y="4369"/>
                    <a:pt x="1739" y="4764"/>
                  </a:cubicBezTo>
                  <a:cubicBezTo>
                    <a:pt x="2049" y="4913"/>
                    <a:pt x="2394" y="4988"/>
                    <a:pt x="2737" y="4988"/>
                  </a:cubicBezTo>
                  <a:cubicBezTo>
                    <a:pt x="3328" y="4988"/>
                    <a:pt x="3911" y="4764"/>
                    <a:pt x="4289" y="4305"/>
                  </a:cubicBezTo>
                  <a:cubicBezTo>
                    <a:pt x="4523" y="4870"/>
                    <a:pt x="5046" y="5329"/>
                    <a:pt x="5643" y="5489"/>
                  </a:cubicBezTo>
                  <a:cubicBezTo>
                    <a:pt x="5795" y="5527"/>
                    <a:pt x="5953" y="5546"/>
                    <a:pt x="6112" y="5546"/>
                  </a:cubicBezTo>
                  <a:cubicBezTo>
                    <a:pt x="6575" y="5546"/>
                    <a:pt x="7046" y="5386"/>
                    <a:pt x="7403" y="5084"/>
                  </a:cubicBezTo>
                  <a:cubicBezTo>
                    <a:pt x="7553" y="5436"/>
                    <a:pt x="7766" y="5756"/>
                    <a:pt x="8054" y="5980"/>
                  </a:cubicBezTo>
                  <a:cubicBezTo>
                    <a:pt x="8280" y="6149"/>
                    <a:pt x="8560" y="6263"/>
                    <a:pt x="8840" y="6263"/>
                  </a:cubicBezTo>
                  <a:cubicBezTo>
                    <a:pt x="8931" y="6263"/>
                    <a:pt x="9021" y="6251"/>
                    <a:pt x="9110" y="6225"/>
                  </a:cubicBezTo>
                  <a:cubicBezTo>
                    <a:pt x="9558" y="6097"/>
                    <a:pt x="9878" y="5660"/>
                    <a:pt x="9964" y="5190"/>
                  </a:cubicBezTo>
                  <a:cubicBezTo>
                    <a:pt x="10060" y="4732"/>
                    <a:pt x="9932" y="4262"/>
                    <a:pt x="9772" y="3825"/>
                  </a:cubicBezTo>
                  <a:cubicBezTo>
                    <a:pt x="9484" y="3046"/>
                    <a:pt x="9004" y="2342"/>
                    <a:pt x="8385" y="1766"/>
                  </a:cubicBezTo>
                  <a:cubicBezTo>
                    <a:pt x="8161" y="1553"/>
                    <a:pt x="7894" y="1350"/>
                    <a:pt x="7574" y="1339"/>
                  </a:cubicBezTo>
                  <a:cubicBezTo>
                    <a:pt x="7562" y="1339"/>
                    <a:pt x="7550" y="1339"/>
                    <a:pt x="7539" y="1339"/>
                  </a:cubicBezTo>
                  <a:cubicBezTo>
                    <a:pt x="7275" y="1339"/>
                    <a:pt x="7029" y="1450"/>
                    <a:pt x="6774" y="1531"/>
                  </a:cubicBezTo>
                  <a:cubicBezTo>
                    <a:pt x="6584" y="1582"/>
                    <a:pt x="6391" y="1605"/>
                    <a:pt x="6198" y="1605"/>
                  </a:cubicBezTo>
                  <a:cubicBezTo>
                    <a:pt x="5534" y="1605"/>
                    <a:pt x="4868" y="1328"/>
                    <a:pt x="4331" y="923"/>
                  </a:cubicBezTo>
                  <a:cubicBezTo>
                    <a:pt x="3841" y="571"/>
                    <a:pt x="3392" y="70"/>
                    <a:pt x="2774" y="6"/>
                  </a:cubicBezTo>
                  <a:cubicBezTo>
                    <a:pt x="2736" y="3"/>
                    <a:pt x="2698" y="1"/>
                    <a:pt x="2661" y="1"/>
                  </a:cubicBezTo>
                  <a:close/>
                </a:path>
              </a:pathLst>
            </a:custGeom>
            <a:solidFill>
              <a:srgbClr val="72414D">
                <a:alpha val="37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7"/>
            <p:cNvSpPr/>
            <p:nvPr/>
          </p:nvSpPr>
          <p:spPr>
            <a:xfrm>
              <a:off x="2376073" y="2311688"/>
              <a:ext cx="41075" cy="75558"/>
            </a:xfrm>
            <a:custGeom>
              <a:avLst/>
              <a:gdLst/>
              <a:ahLst/>
              <a:cxnLst/>
              <a:rect l="l" t="t" r="r" b="b"/>
              <a:pathLst>
                <a:path w="673" h="1238" extrusionOk="0">
                  <a:moveTo>
                    <a:pt x="331" y="0"/>
                  </a:moveTo>
                  <a:cubicBezTo>
                    <a:pt x="171" y="117"/>
                    <a:pt x="0" y="619"/>
                    <a:pt x="0" y="843"/>
                  </a:cubicBezTo>
                  <a:cubicBezTo>
                    <a:pt x="0" y="1067"/>
                    <a:pt x="150" y="1227"/>
                    <a:pt x="331" y="1238"/>
                  </a:cubicBezTo>
                  <a:cubicBezTo>
                    <a:pt x="523" y="1238"/>
                    <a:pt x="672" y="1056"/>
                    <a:pt x="672" y="843"/>
                  </a:cubicBezTo>
                  <a:cubicBezTo>
                    <a:pt x="672" y="630"/>
                    <a:pt x="512" y="107"/>
                    <a:pt x="331" y="0"/>
                  </a:cubicBezTo>
                  <a:close/>
                </a:path>
              </a:pathLst>
            </a:custGeom>
            <a:solidFill>
              <a:srgbClr val="98C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7"/>
            <p:cNvSpPr/>
            <p:nvPr/>
          </p:nvSpPr>
          <p:spPr>
            <a:xfrm>
              <a:off x="2441196" y="2367656"/>
              <a:ext cx="34544" cy="64511"/>
            </a:xfrm>
            <a:custGeom>
              <a:avLst/>
              <a:gdLst/>
              <a:ahLst/>
              <a:cxnLst/>
              <a:rect l="l" t="t" r="r" b="b"/>
              <a:pathLst>
                <a:path w="566" h="1057" extrusionOk="0">
                  <a:moveTo>
                    <a:pt x="277" y="1"/>
                  </a:moveTo>
                  <a:cubicBezTo>
                    <a:pt x="149" y="97"/>
                    <a:pt x="0" y="534"/>
                    <a:pt x="0" y="715"/>
                  </a:cubicBezTo>
                  <a:cubicBezTo>
                    <a:pt x="0" y="886"/>
                    <a:pt x="117" y="1046"/>
                    <a:pt x="277" y="1057"/>
                  </a:cubicBezTo>
                  <a:cubicBezTo>
                    <a:pt x="437" y="1057"/>
                    <a:pt x="565" y="897"/>
                    <a:pt x="565" y="715"/>
                  </a:cubicBezTo>
                  <a:cubicBezTo>
                    <a:pt x="565" y="523"/>
                    <a:pt x="427" y="97"/>
                    <a:pt x="277" y="1"/>
                  </a:cubicBezTo>
                  <a:close/>
                </a:path>
              </a:pathLst>
            </a:custGeom>
            <a:solidFill>
              <a:srgbClr val="98C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7"/>
            <p:cNvSpPr/>
            <p:nvPr/>
          </p:nvSpPr>
          <p:spPr>
            <a:xfrm>
              <a:off x="2305092" y="1631292"/>
              <a:ext cx="666109" cy="385847"/>
            </a:xfrm>
            <a:custGeom>
              <a:avLst/>
              <a:gdLst/>
              <a:ahLst/>
              <a:cxnLst/>
              <a:rect l="l" t="t" r="r" b="b"/>
              <a:pathLst>
                <a:path w="10914" h="6322" extrusionOk="0">
                  <a:moveTo>
                    <a:pt x="2870" y="1"/>
                  </a:moveTo>
                  <a:lnTo>
                    <a:pt x="1" y="1590"/>
                  </a:lnTo>
                  <a:cubicBezTo>
                    <a:pt x="97" y="2646"/>
                    <a:pt x="726" y="3628"/>
                    <a:pt x="1643" y="4150"/>
                  </a:cubicBezTo>
                  <a:cubicBezTo>
                    <a:pt x="2012" y="4358"/>
                    <a:pt x="2436" y="4493"/>
                    <a:pt x="2855" y="4493"/>
                  </a:cubicBezTo>
                  <a:cubicBezTo>
                    <a:pt x="3018" y="4493"/>
                    <a:pt x="3181" y="4472"/>
                    <a:pt x="3339" y="4428"/>
                  </a:cubicBezTo>
                  <a:cubicBezTo>
                    <a:pt x="3894" y="4268"/>
                    <a:pt x="4374" y="3734"/>
                    <a:pt x="4364" y="3148"/>
                  </a:cubicBezTo>
                  <a:lnTo>
                    <a:pt x="4364" y="3148"/>
                  </a:lnTo>
                  <a:cubicBezTo>
                    <a:pt x="4566" y="3734"/>
                    <a:pt x="4961" y="4257"/>
                    <a:pt x="5484" y="4598"/>
                  </a:cubicBezTo>
                  <a:cubicBezTo>
                    <a:pt x="5815" y="4827"/>
                    <a:pt x="6213" y="4982"/>
                    <a:pt x="6604" y="4982"/>
                  </a:cubicBezTo>
                  <a:cubicBezTo>
                    <a:pt x="6704" y="4982"/>
                    <a:pt x="6804" y="4972"/>
                    <a:pt x="6902" y="4950"/>
                  </a:cubicBezTo>
                  <a:cubicBezTo>
                    <a:pt x="7393" y="4844"/>
                    <a:pt x="7820" y="4428"/>
                    <a:pt x="7841" y="3937"/>
                  </a:cubicBezTo>
                  <a:cubicBezTo>
                    <a:pt x="7948" y="4406"/>
                    <a:pt x="8044" y="4886"/>
                    <a:pt x="8268" y="5313"/>
                  </a:cubicBezTo>
                  <a:cubicBezTo>
                    <a:pt x="8503" y="5740"/>
                    <a:pt x="8844" y="6124"/>
                    <a:pt x="9313" y="6273"/>
                  </a:cubicBezTo>
                  <a:cubicBezTo>
                    <a:pt x="9418" y="6303"/>
                    <a:pt x="9530" y="6321"/>
                    <a:pt x="9641" y="6321"/>
                  </a:cubicBezTo>
                  <a:cubicBezTo>
                    <a:pt x="9768" y="6321"/>
                    <a:pt x="9893" y="6298"/>
                    <a:pt x="10007" y="6241"/>
                  </a:cubicBezTo>
                  <a:cubicBezTo>
                    <a:pt x="10327" y="6081"/>
                    <a:pt x="10487" y="5708"/>
                    <a:pt x="10551" y="5345"/>
                  </a:cubicBezTo>
                  <a:cubicBezTo>
                    <a:pt x="10913" y="3606"/>
                    <a:pt x="9900" y="1686"/>
                    <a:pt x="8257" y="993"/>
                  </a:cubicBezTo>
                  <a:cubicBezTo>
                    <a:pt x="7766" y="779"/>
                    <a:pt x="7233" y="673"/>
                    <a:pt x="6710" y="577"/>
                  </a:cubicBezTo>
                  <a:cubicBezTo>
                    <a:pt x="5430" y="353"/>
                    <a:pt x="4150" y="150"/>
                    <a:pt x="2870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7"/>
            <p:cNvSpPr/>
            <p:nvPr/>
          </p:nvSpPr>
          <p:spPr>
            <a:xfrm>
              <a:off x="2919085" y="2019706"/>
              <a:ext cx="132868" cy="204154"/>
            </a:xfrm>
            <a:custGeom>
              <a:avLst/>
              <a:gdLst/>
              <a:ahLst/>
              <a:cxnLst/>
              <a:rect l="l" t="t" r="r" b="b"/>
              <a:pathLst>
                <a:path w="2177" h="3345" extrusionOk="0">
                  <a:moveTo>
                    <a:pt x="1267" y="1"/>
                  </a:moveTo>
                  <a:cubicBezTo>
                    <a:pt x="1127" y="1"/>
                    <a:pt x="986" y="49"/>
                    <a:pt x="864" y="122"/>
                  </a:cubicBezTo>
                  <a:cubicBezTo>
                    <a:pt x="341" y="410"/>
                    <a:pt x="53" y="1008"/>
                    <a:pt x="21" y="1616"/>
                  </a:cubicBezTo>
                  <a:cubicBezTo>
                    <a:pt x="0" y="2203"/>
                    <a:pt x="96" y="2917"/>
                    <a:pt x="555" y="3323"/>
                  </a:cubicBezTo>
                  <a:cubicBezTo>
                    <a:pt x="587" y="3333"/>
                    <a:pt x="597" y="3344"/>
                    <a:pt x="629" y="3344"/>
                  </a:cubicBezTo>
                  <a:cubicBezTo>
                    <a:pt x="651" y="3344"/>
                    <a:pt x="672" y="3333"/>
                    <a:pt x="693" y="3323"/>
                  </a:cubicBezTo>
                  <a:cubicBezTo>
                    <a:pt x="1109" y="3003"/>
                    <a:pt x="1717" y="2555"/>
                    <a:pt x="1909" y="2053"/>
                  </a:cubicBezTo>
                  <a:lnTo>
                    <a:pt x="1909" y="2043"/>
                  </a:lnTo>
                  <a:cubicBezTo>
                    <a:pt x="2101" y="1520"/>
                    <a:pt x="2176" y="869"/>
                    <a:pt x="1856" y="368"/>
                  </a:cubicBezTo>
                  <a:cubicBezTo>
                    <a:pt x="1749" y="197"/>
                    <a:pt x="1600" y="48"/>
                    <a:pt x="1397" y="16"/>
                  </a:cubicBezTo>
                  <a:cubicBezTo>
                    <a:pt x="1354" y="6"/>
                    <a:pt x="1311" y="1"/>
                    <a:pt x="1267" y="1"/>
                  </a:cubicBezTo>
                  <a:close/>
                </a:path>
              </a:pathLst>
            </a:custGeom>
            <a:solidFill>
              <a:srgbClr val="72414D">
                <a:alpha val="37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7"/>
            <p:cNvSpPr/>
            <p:nvPr/>
          </p:nvSpPr>
          <p:spPr>
            <a:xfrm>
              <a:off x="2906695" y="2525853"/>
              <a:ext cx="512429" cy="585363"/>
            </a:xfrm>
            <a:custGeom>
              <a:avLst/>
              <a:gdLst/>
              <a:ahLst/>
              <a:cxnLst/>
              <a:rect l="l" t="t" r="r" b="b"/>
              <a:pathLst>
                <a:path w="8396" h="9591" extrusionOk="0">
                  <a:moveTo>
                    <a:pt x="2953" y="0"/>
                  </a:moveTo>
                  <a:cubicBezTo>
                    <a:pt x="2543" y="0"/>
                    <a:pt x="2123" y="80"/>
                    <a:pt x="1696" y="257"/>
                  </a:cubicBezTo>
                  <a:cubicBezTo>
                    <a:pt x="800" y="609"/>
                    <a:pt x="331" y="1782"/>
                    <a:pt x="171" y="2678"/>
                  </a:cubicBezTo>
                  <a:cubicBezTo>
                    <a:pt x="0" y="3670"/>
                    <a:pt x="171" y="5516"/>
                    <a:pt x="331" y="6508"/>
                  </a:cubicBezTo>
                  <a:cubicBezTo>
                    <a:pt x="480" y="7532"/>
                    <a:pt x="694" y="8556"/>
                    <a:pt x="950" y="9591"/>
                  </a:cubicBezTo>
                  <a:cubicBezTo>
                    <a:pt x="2411" y="9292"/>
                    <a:pt x="3883" y="9004"/>
                    <a:pt x="5313" y="8524"/>
                  </a:cubicBezTo>
                  <a:cubicBezTo>
                    <a:pt x="6401" y="8151"/>
                    <a:pt x="7510" y="7671"/>
                    <a:pt x="8396" y="6935"/>
                  </a:cubicBezTo>
                  <a:cubicBezTo>
                    <a:pt x="7980" y="5654"/>
                    <a:pt x="7553" y="3510"/>
                    <a:pt x="6764" y="2401"/>
                  </a:cubicBezTo>
                  <a:cubicBezTo>
                    <a:pt x="5809" y="1069"/>
                    <a:pt x="4453" y="0"/>
                    <a:pt x="2953" y="0"/>
                  </a:cubicBezTo>
                  <a:close/>
                </a:path>
              </a:pathLst>
            </a:custGeom>
            <a:solidFill>
              <a:srgbClr val="98C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7"/>
            <p:cNvSpPr/>
            <p:nvPr/>
          </p:nvSpPr>
          <p:spPr>
            <a:xfrm>
              <a:off x="2900836" y="2521886"/>
              <a:ext cx="164116" cy="587377"/>
            </a:xfrm>
            <a:custGeom>
              <a:avLst/>
              <a:gdLst/>
              <a:ahLst/>
              <a:cxnLst/>
              <a:rect l="l" t="t" r="r" b="b"/>
              <a:pathLst>
                <a:path w="2689" h="9624" extrusionOk="0">
                  <a:moveTo>
                    <a:pt x="2651" y="1"/>
                  </a:moveTo>
                  <a:cubicBezTo>
                    <a:pt x="2604" y="1"/>
                    <a:pt x="2463" y="39"/>
                    <a:pt x="2262" y="119"/>
                  </a:cubicBezTo>
                  <a:cubicBezTo>
                    <a:pt x="1995" y="226"/>
                    <a:pt x="1622" y="439"/>
                    <a:pt x="1259" y="812"/>
                  </a:cubicBezTo>
                  <a:cubicBezTo>
                    <a:pt x="896" y="1186"/>
                    <a:pt x="566" y="1719"/>
                    <a:pt x="352" y="2370"/>
                  </a:cubicBezTo>
                  <a:cubicBezTo>
                    <a:pt x="139" y="3021"/>
                    <a:pt x="32" y="3767"/>
                    <a:pt x="22" y="4546"/>
                  </a:cubicBezTo>
                  <a:cubicBezTo>
                    <a:pt x="0" y="5325"/>
                    <a:pt x="96" y="6061"/>
                    <a:pt x="246" y="6733"/>
                  </a:cubicBezTo>
                  <a:cubicBezTo>
                    <a:pt x="395" y="7384"/>
                    <a:pt x="598" y="7960"/>
                    <a:pt x="800" y="8418"/>
                  </a:cubicBezTo>
                  <a:cubicBezTo>
                    <a:pt x="1003" y="8888"/>
                    <a:pt x="1206" y="9250"/>
                    <a:pt x="1334" y="9506"/>
                  </a:cubicBezTo>
                  <a:cubicBezTo>
                    <a:pt x="1366" y="9549"/>
                    <a:pt x="1387" y="9581"/>
                    <a:pt x="1398" y="9624"/>
                  </a:cubicBezTo>
                  <a:cubicBezTo>
                    <a:pt x="1430" y="9624"/>
                    <a:pt x="1451" y="9624"/>
                    <a:pt x="1483" y="9613"/>
                  </a:cubicBezTo>
                  <a:cubicBezTo>
                    <a:pt x="1366" y="9357"/>
                    <a:pt x="1174" y="8930"/>
                    <a:pt x="950" y="8354"/>
                  </a:cubicBezTo>
                  <a:cubicBezTo>
                    <a:pt x="587" y="7426"/>
                    <a:pt x="203" y="6061"/>
                    <a:pt x="246" y="4546"/>
                  </a:cubicBezTo>
                  <a:cubicBezTo>
                    <a:pt x="256" y="3778"/>
                    <a:pt x="352" y="3053"/>
                    <a:pt x="555" y="2434"/>
                  </a:cubicBezTo>
                  <a:cubicBezTo>
                    <a:pt x="736" y="1805"/>
                    <a:pt x="1046" y="1292"/>
                    <a:pt x="1376" y="930"/>
                  </a:cubicBezTo>
                  <a:cubicBezTo>
                    <a:pt x="1707" y="556"/>
                    <a:pt x="2038" y="332"/>
                    <a:pt x="2283" y="204"/>
                  </a:cubicBezTo>
                  <a:cubicBezTo>
                    <a:pt x="2539" y="76"/>
                    <a:pt x="2689" y="34"/>
                    <a:pt x="2667" y="12"/>
                  </a:cubicBezTo>
                  <a:cubicBezTo>
                    <a:pt x="2672" y="5"/>
                    <a:pt x="2667" y="1"/>
                    <a:pt x="2651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7"/>
            <p:cNvSpPr/>
            <p:nvPr/>
          </p:nvSpPr>
          <p:spPr>
            <a:xfrm>
              <a:off x="2952287" y="2872216"/>
              <a:ext cx="447979" cy="175896"/>
            </a:xfrm>
            <a:custGeom>
              <a:avLst/>
              <a:gdLst/>
              <a:ahLst/>
              <a:cxnLst/>
              <a:rect l="l" t="t" r="r" b="b"/>
              <a:pathLst>
                <a:path w="7340" h="2882" extrusionOk="0">
                  <a:moveTo>
                    <a:pt x="7286" y="1"/>
                  </a:moveTo>
                  <a:cubicBezTo>
                    <a:pt x="6465" y="502"/>
                    <a:pt x="5504" y="993"/>
                    <a:pt x="4459" y="1420"/>
                  </a:cubicBezTo>
                  <a:cubicBezTo>
                    <a:pt x="2816" y="2070"/>
                    <a:pt x="1237" y="2476"/>
                    <a:pt x="0" y="2710"/>
                  </a:cubicBezTo>
                  <a:cubicBezTo>
                    <a:pt x="32" y="2764"/>
                    <a:pt x="53" y="2817"/>
                    <a:pt x="64" y="2881"/>
                  </a:cubicBezTo>
                  <a:cubicBezTo>
                    <a:pt x="1312" y="2668"/>
                    <a:pt x="2891" y="2294"/>
                    <a:pt x="4534" y="1644"/>
                  </a:cubicBezTo>
                  <a:cubicBezTo>
                    <a:pt x="5579" y="1228"/>
                    <a:pt x="6518" y="737"/>
                    <a:pt x="7339" y="235"/>
                  </a:cubicBezTo>
                  <a:cubicBezTo>
                    <a:pt x="7318" y="139"/>
                    <a:pt x="7307" y="75"/>
                    <a:pt x="7286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7"/>
            <p:cNvSpPr/>
            <p:nvPr/>
          </p:nvSpPr>
          <p:spPr>
            <a:xfrm>
              <a:off x="2355871" y="3253123"/>
              <a:ext cx="573034" cy="343735"/>
            </a:xfrm>
            <a:custGeom>
              <a:avLst/>
              <a:gdLst/>
              <a:ahLst/>
              <a:cxnLst/>
              <a:rect l="l" t="t" r="r" b="b"/>
              <a:pathLst>
                <a:path w="9389" h="5632" extrusionOk="0">
                  <a:moveTo>
                    <a:pt x="6369" y="0"/>
                  </a:moveTo>
                  <a:cubicBezTo>
                    <a:pt x="5932" y="160"/>
                    <a:pt x="5398" y="480"/>
                    <a:pt x="4918" y="502"/>
                  </a:cubicBezTo>
                  <a:cubicBezTo>
                    <a:pt x="4556" y="502"/>
                    <a:pt x="4129" y="427"/>
                    <a:pt x="3777" y="395"/>
                  </a:cubicBezTo>
                  <a:cubicBezTo>
                    <a:pt x="3521" y="352"/>
                    <a:pt x="3265" y="288"/>
                    <a:pt x="3009" y="214"/>
                  </a:cubicBezTo>
                  <a:cubicBezTo>
                    <a:pt x="2907" y="193"/>
                    <a:pt x="2540" y="56"/>
                    <a:pt x="2276" y="56"/>
                  </a:cubicBezTo>
                  <a:cubicBezTo>
                    <a:pt x="2127" y="56"/>
                    <a:pt x="2011" y="100"/>
                    <a:pt x="1995" y="235"/>
                  </a:cubicBezTo>
                  <a:cubicBezTo>
                    <a:pt x="1985" y="288"/>
                    <a:pt x="2027" y="352"/>
                    <a:pt x="2070" y="395"/>
                  </a:cubicBezTo>
                  <a:cubicBezTo>
                    <a:pt x="2443" y="854"/>
                    <a:pt x="3094" y="1195"/>
                    <a:pt x="3649" y="1323"/>
                  </a:cubicBezTo>
                  <a:cubicBezTo>
                    <a:pt x="3297" y="1547"/>
                    <a:pt x="2870" y="1632"/>
                    <a:pt x="2454" y="1675"/>
                  </a:cubicBezTo>
                  <a:cubicBezTo>
                    <a:pt x="1995" y="1707"/>
                    <a:pt x="1537" y="1696"/>
                    <a:pt x="1078" y="1728"/>
                  </a:cubicBezTo>
                  <a:cubicBezTo>
                    <a:pt x="875" y="1739"/>
                    <a:pt x="662" y="1750"/>
                    <a:pt x="523" y="1888"/>
                  </a:cubicBezTo>
                  <a:cubicBezTo>
                    <a:pt x="481" y="1920"/>
                    <a:pt x="438" y="1974"/>
                    <a:pt x="438" y="2048"/>
                  </a:cubicBezTo>
                  <a:cubicBezTo>
                    <a:pt x="438" y="2134"/>
                    <a:pt x="534" y="2219"/>
                    <a:pt x="630" y="2262"/>
                  </a:cubicBezTo>
                  <a:cubicBezTo>
                    <a:pt x="929" y="2400"/>
                    <a:pt x="1345" y="2422"/>
                    <a:pt x="1697" y="2443"/>
                  </a:cubicBezTo>
                  <a:cubicBezTo>
                    <a:pt x="1816" y="2451"/>
                    <a:pt x="1935" y="2455"/>
                    <a:pt x="2054" y="2455"/>
                  </a:cubicBezTo>
                  <a:cubicBezTo>
                    <a:pt x="2569" y="2455"/>
                    <a:pt x="3075" y="2388"/>
                    <a:pt x="3596" y="2336"/>
                  </a:cubicBezTo>
                  <a:lnTo>
                    <a:pt x="3596" y="2336"/>
                  </a:lnTo>
                  <a:cubicBezTo>
                    <a:pt x="3084" y="2518"/>
                    <a:pt x="2550" y="2688"/>
                    <a:pt x="1995" y="2763"/>
                  </a:cubicBezTo>
                  <a:cubicBezTo>
                    <a:pt x="1675" y="2816"/>
                    <a:pt x="1377" y="2848"/>
                    <a:pt x="1057" y="2870"/>
                  </a:cubicBezTo>
                  <a:cubicBezTo>
                    <a:pt x="758" y="2891"/>
                    <a:pt x="470" y="2891"/>
                    <a:pt x="214" y="3051"/>
                  </a:cubicBezTo>
                  <a:cubicBezTo>
                    <a:pt x="65" y="3147"/>
                    <a:pt x="1" y="3307"/>
                    <a:pt x="171" y="3425"/>
                  </a:cubicBezTo>
                  <a:cubicBezTo>
                    <a:pt x="374" y="3563"/>
                    <a:pt x="630" y="3574"/>
                    <a:pt x="854" y="3574"/>
                  </a:cubicBezTo>
                  <a:cubicBezTo>
                    <a:pt x="1131" y="3563"/>
                    <a:pt x="1409" y="3521"/>
                    <a:pt x="1697" y="3489"/>
                  </a:cubicBezTo>
                  <a:cubicBezTo>
                    <a:pt x="2315" y="3403"/>
                    <a:pt x="2945" y="3339"/>
                    <a:pt x="3564" y="3233"/>
                  </a:cubicBezTo>
                  <a:lnTo>
                    <a:pt x="3564" y="3233"/>
                  </a:lnTo>
                  <a:cubicBezTo>
                    <a:pt x="2849" y="3659"/>
                    <a:pt x="1985" y="3702"/>
                    <a:pt x="1174" y="3862"/>
                  </a:cubicBezTo>
                  <a:cubicBezTo>
                    <a:pt x="1014" y="3894"/>
                    <a:pt x="811" y="3915"/>
                    <a:pt x="705" y="4043"/>
                  </a:cubicBezTo>
                  <a:cubicBezTo>
                    <a:pt x="334" y="4473"/>
                    <a:pt x="1135" y="4543"/>
                    <a:pt x="1593" y="4543"/>
                  </a:cubicBezTo>
                  <a:cubicBezTo>
                    <a:pt x="1715" y="4543"/>
                    <a:pt x="1812" y="4538"/>
                    <a:pt x="1857" y="4534"/>
                  </a:cubicBezTo>
                  <a:cubicBezTo>
                    <a:pt x="2520" y="4492"/>
                    <a:pt x="3194" y="4335"/>
                    <a:pt x="3827" y="4106"/>
                  </a:cubicBezTo>
                  <a:lnTo>
                    <a:pt x="3827" y="4106"/>
                  </a:lnTo>
                  <a:cubicBezTo>
                    <a:pt x="3476" y="4238"/>
                    <a:pt x="3204" y="4516"/>
                    <a:pt x="2870" y="4673"/>
                  </a:cubicBezTo>
                  <a:cubicBezTo>
                    <a:pt x="2507" y="4833"/>
                    <a:pt x="2123" y="4939"/>
                    <a:pt x="1803" y="5174"/>
                  </a:cubicBezTo>
                  <a:cubicBezTo>
                    <a:pt x="1750" y="5217"/>
                    <a:pt x="1675" y="5270"/>
                    <a:pt x="1675" y="5334"/>
                  </a:cubicBezTo>
                  <a:cubicBezTo>
                    <a:pt x="1675" y="5398"/>
                    <a:pt x="1718" y="5473"/>
                    <a:pt x="1771" y="5515"/>
                  </a:cubicBezTo>
                  <a:cubicBezTo>
                    <a:pt x="1877" y="5601"/>
                    <a:pt x="2004" y="5632"/>
                    <a:pt x="2136" y="5632"/>
                  </a:cubicBezTo>
                  <a:cubicBezTo>
                    <a:pt x="2285" y="5632"/>
                    <a:pt x="2441" y="5593"/>
                    <a:pt x="2582" y="5547"/>
                  </a:cubicBezTo>
                  <a:cubicBezTo>
                    <a:pt x="3041" y="5419"/>
                    <a:pt x="3489" y="5259"/>
                    <a:pt x="3958" y="5174"/>
                  </a:cubicBezTo>
                  <a:cubicBezTo>
                    <a:pt x="4322" y="5115"/>
                    <a:pt x="4686" y="5096"/>
                    <a:pt x="5055" y="5096"/>
                  </a:cubicBezTo>
                  <a:cubicBezTo>
                    <a:pt x="5151" y="5096"/>
                    <a:pt x="5248" y="5097"/>
                    <a:pt x="5345" y="5099"/>
                  </a:cubicBezTo>
                  <a:cubicBezTo>
                    <a:pt x="5761" y="5099"/>
                    <a:pt x="6145" y="5057"/>
                    <a:pt x="6561" y="5057"/>
                  </a:cubicBezTo>
                  <a:cubicBezTo>
                    <a:pt x="7511" y="5025"/>
                    <a:pt x="8449" y="4950"/>
                    <a:pt x="9388" y="4811"/>
                  </a:cubicBezTo>
                  <a:lnTo>
                    <a:pt x="6369" y="0"/>
                  </a:ln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7"/>
            <p:cNvSpPr/>
            <p:nvPr/>
          </p:nvSpPr>
          <p:spPr>
            <a:xfrm>
              <a:off x="1958728" y="3051897"/>
              <a:ext cx="324937" cy="334763"/>
            </a:xfrm>
            <a:custGeom>
              <a:avLst/>
              <a:gdLst/>
              <a:ahLst/>
              <a:cxnLst/>
              <a:rect l="l" t="t" r="r" b="b"/>
              <a:pathLst>
                <a:path w="5324" h="5485" extrusionOk="0">
                  <a:moveTo>
                    <a:pt x="4353" y="0"/>
                  </a:moveTo>
                  <a:cubicBezTo>
                    <a:pt x="4183" y="0"/>
                    <a:pt x="4002" y="37"/>
                    <a:pt x="3851" y="44"/>
                  </a:cubicBezTo>
                  <a:cubicBezTo>
                    <a:pt x="3329" y="76"/>
                    <a:pt x="2795" y="225"/>
                    <a:pt x="2315" y="438"/>
                  </a:cubicBezTo>
                  <a:cubicBezTo>
                    <a:pt x="1974" y="577"/>
                    <a:pt x="1622" y="780"/>
                    <a:pt x="1345" y="1046"/>
                  </a:cubicBezTo>
                  <a:cubicBezTo>
                    <a:pt x="929" y="1452"/>
                    <a:pt x="587" y="1889"/>
                    <a:pt x="342" y="2412"/>
                  </a:cubicBezTo>
                  <a:cubicBezTo>
                    <a:pt x="107" y="2924"/>
                    <a:pt x="0" y="3500"/>
                    <a:pt x="86" y="4065"/>
                  </a:cubicBezTo>
                  <a:cubicBezTo>
                    <a:pt x="352" y="3911"/>
                    <a:pt x="625" y="3842"/>
                    <a:pt x="894" y="3842"/>
                  </a:cubicBezTo>
                  <a:cubicBezTo>
                    <a:pt x="1368" y="3842"/>
                    <a:pt x="1832" y="4056"/>
                    <a:pt x="2241" y="4396"/>
                  </a:cubicBezTo>
                  <a:cubicBezTo>
                    <a:pt x="2603" y="4705"/>
                    <a:pt x="2891" y="5089"/>
                    <a:pt x="3222" y="5420"/>
                  </a:cubicBezTo>
                  <a:cubicBezTo>
                    <a:pt x="3265" y="5463"/>
                    <a:pt x="3286" y="5484"/>
                    <a:pt x="3329" y="5484"/>
                  </a:cubicBezTo>
                  <a:cubicBezTo>
                    <a:pt x="3425" y="5484"/>
                    <a:pt x="3457" y="5377"/>
                    <a:pt x="3457" y="5292"/>
                  </a:cubicBezTo>
                  <a:cubicBezTo>
                    <a:pt x="3457" y="5249"/>
                    <a:pt x="3435" y="5207"/>
                    <a:pt x="3435" y="5164"/>
                  </a:cubicBezTo>
                  <a:cubicBezTo>
                    <a:pt x="3403" y="4780"/>
                    <a:pt x="3201" y="4407"/>
                    <a:pt x="2934" y="4097"/>
                  </a:cubicBezTo>
                  <a:cubicBezTo>
                    <a:pt x="2635" y="3777"/>
                    <a:pt x="2251" y="3553"/>
                    <a:pt x="1867" y="3361"/>
                  </a:cubicBezTo>
                  <a:lnTo>
                    <a:pt x="1867" y="3361"/>
                  </a:lnTo>
                  <a:cubicBezTo>
                    <a:pt x="2076" y="3384"/>
                    <a:pt x="2283" y="3393"/>
                    <a:pt x="2490" y="3393"/>
                  </a:cubicBezTo>
                  <a:cubicBezTo>
                    <a:pt x="3045" y="3393"/>
                    <a:pt x="3596" y="3333"/>
                    <a:pt x="4158" y="3333"/>
                  </a:cubicBezTo>
                  <a:cubicBezTo>
                    <a:pt x="4265" y="3333"/>
                    <a:pt x="4373" y="3335"/>
                    <a:pt x="4481" y="3340"/>
                  </a:cubicBezTo>
                  <a:cubicBezTo>
                    <a:pt x="4630" y="3340"/>
                    <a:pt x="4811" y="3319"/>
                    <a:pt x="4843" y="3180"/>
                  </a:cubicBezTo>
                  <a:cubicBezTo>
                    <a:pt x="4854" y="3116"/>
                    <a:pt x="4811" y="3031"/>
                    <a:pt x="4758" y="2977"/>
                  </a:cubicBezTo>
                  <a:cubicBezTo>
                    <a:pt x="4577" y="2764"/>
                    <a:pt x="4267" y="2700"/>
                    <a:pt x="3969" y="2657"/>
                  </a:cubicBezTo>
                  <a:cubicBezTo>
                    <a:pt x="3629" y="2610"/>
                    <a:pt x="3286" y="2589"/>
                    <a:pt x="2944" y="2589"/>
                  </a:cubicBezTo>
                  <a:cubicBezTo>
                    <a:pt x="2673" y="2589"/>
                    <a:pt x="2402" y="2602"/>
                    <a:pt x="2134" y="2625"/>
                  </a:cubicBezTo>
                  <a:cubicBezTo>
                    <a:pt x="2625" y="2401"/>
                    <a:pt x="3158" y="2220"/>
                    <a:pt x="3691" y="2113"/>
                  </a:cubicBezTo>
                  <a:cubicBezTo>
                    <a:pt x="4139" y="2017"/>
                    <a:pt x="4619" y="2071"/>
                    <a:pt x="5078" y="1964"/>
                  </a:cubicBezTo>
                  <a:cubicBezTo>
                    <a:pt x="5132" y="1953"/>
                    <a:pt x="5185" y="1943"/>
                    <a:pt x="5228" y="1900"/>
                  </a:cubicBezTo>
                  <a:cubicBezTo>
                    <a:pt x="5324" y="1815"/>
                    <a:pt x="5292" y="1654"/>
                    <a:pt x="5196" y="1569"/>
                  </a:cubicBezTo>
                  <a:cubicBezTo>
                    <a:pt x="5110" y="1484"/>
                    <a:pt x="4972" y="1462"/>
                    <a:pt x="4854" y="1430"/>
                  </a:cubicBezTo>
                  <a:cubicBezTo>
                    <a:pt x="4547" y="1380"/>
                    <a:pt x="4235" y="1355"/>
                    <a:pt x="3922" y="1355"/>
                  </a:cubicBezTo>
                  <a:cubicBezTo>
                    <a:pt x="3313" y="1355"/>
                    <a:pt x="2702" y="1450"/>
                    <a:pt x="2123" y="1633"/>
                  </a:cubicBezTo>
                  <a:cubicBezTo>
                    <a:pt x="2262" y="1420"/>
                    <a:pt x="2507" y="1292"/>
                    <a:pt x="2742" y="1174"/>
                  </a:cubicBezTo>
                  <a:cubicBezTo>
                    <a:pt x="3275" y="929"/>
                    <a:pt x="3841" y="726"/>
                    <a:pt x="4406" y="556"/>
                  </a:cubicBezTo>
                  <a:cubicBezTo>
                    <a:pt x="4715" y="460"/>
                    <a:pt x="5068" y="225"/>
                    <a:pt x="4587" y="33"/>
                  </a:cubicBezTo>
                  <a:cubicBezTo>
                    <a:pt x="4514" y="9"/>
                    <a:pt x="4435" y="0"/>
                    <a:pt x="4353" y="0"/>
                  </a:cubicBez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7"/>
            <p:cNvSpPr/>
            <p:nvPr/>
          </p:nvSpPr>
          <p:spPr>
            <a:xfrm>
              <a:off x="2304420" y="1536874"/>
              <a:ext cx="149163" cy="361679"/>
            </a:xfrm>
            <a:custGeom>
              <a:avLst/>
              <a:gdLst/>
              <a:ahLst/>
              <a:cxnLst/>
              <a:rect l="l" t="t" r="r" b="b"/>
              <a:pathLst>
                <a:path w="2444" h="5926" extrusionOk="0">
                  <a:moveTo>
                    <a:pt x="842" y="1"/>
                  </a:moveTo>
                  <a:cubicBezTo>
                    <a:pt x="804" y="1"/>
                    <a:pt x="573" y="320"/>
                    <a:pt x="353" y="918"/>
                  </a:cubicBezTo>
                  <a:cubicBezTo>
                    <a:pt x="225" y="1228"/>
                    <a:pt x="140" y="1601"/>
                    <a:pt x="65" y="2028"/>
                  </a:cubicBezTo>
                  <a:cubicBezTo>
                    <a:pt x="12" y="2454"/>
                    <a:pt x="1" y="2945"/>
                    <a:pt x="108" y="3436"/>
                  </a:cubicBezTo>
                  <a:cubicBezTo>
                    <a:pt x="204" y="3937"/>
                    <a:pt x="385" y="4385"/>
                    <a:pt x="641" y="4759"/>
                  </a:cubicBezTo>
                  <a:cubicBezTo>
                    <a:pt x="886" y="5132"/>
                    <a:pt x="1185" y="5399"/>
                    <a:pt x="1473" y="5569"/>
                  </a:cubicBezTo>
                  <a:lnTo>
                    <a:pt x="1580" y="5644"/>
                  </a:lnTo>
                  <a:lnTo>
                    <a:pt x="1686" y="5697"/>
                  </a:lnTo>
                  <a:cubicBezTo>
                    <a:pt x="1750" y="5719"/>
                    <a:pt x="1814" y="5761"/>
                    <a:pt x="1868" y="5783"/>
                  </a:cubicBezTo>
                  <a:cubicBezTo>
                    <a:pt x="1985" y="5825"/>
                    <a:pt x="2092" y="5868"/>
                    <a:pt x="2188" y="5900"/>
                  </a:cubicBezTo>
                  <a:cubicBezTo>
                    <a:pt x="2297" y="5916"/>
                    <a:pt x="2384" y="5925"/>
                    <a:pt x="2422" y="5925"/>
                  </a:cubicBezTo>
                  <a:cubicBezTo>
                    <a:pt x="2436" y="5925"/>
                    <a:pt x="2444" y="5924"/>
                    <a:pt x="2444" y="5921"/>
                  </a:cubicBezTo>
                  <a:cubicBezTo>
                    <a:pt x="2444" y="5911"/>
                    <a:pt x="2348" y="5868"/>
                    <a:pt x="2188" y="5804"/>
                  </a:cubicBezTo>
                  <a:cubicBezTo>
                    <a:pt x="2113" y="5772"/>
                    <a:pt x="2017" y="5719"/>
                    <a:pt x="1900" y="5665"/>
                  </a:cubicBezTo>
                  <a:cubicBezTo>
                    <a:pt x="1846" y="5644"/>
                    <a:pt x="1793" y="5601"/>
                    <a:pt x="1718" y="5559"/>
                  </a:cubicBezTo>
                  <a:lnTo>
                    <a:pt x="1633" y="5505"/>
                  </a:lnTo>
                  <a:lnTo>
                    <a:pt x="1537" y="5441"/>
                  </a:lnTo>
                  <a:cubicBezTo>
                    <a:pt x="1281" y="5249"/>
                    <a:pt x="1014" y="4983"/>
                    <a:pt x="801" y="4641"/>
                  </a:cubicBezTo>
                  <a:cubicBezTo>
                    <a:pt x="588" y="4300"/>
                    <a:pt x="417" y="3862"/>
                    <a:pt x="321" y="3404"/>
                  </a:cubicBezTo>
                  <a:cubicBezTo>
                    <a:pt x="140" y="2454"/>
                    <a:pt x="310" y="1569"/>
                    <a:pt x="492" y="972"/>
                  </a:cubicBezTo>
                  <a:cubicBezTo>
                    <a:pt x="684" y="364"/>
                    <a:pt x="865" y="12"/>
                    <a:pt x="844" y="1"/>
                  </a:cubicBezTo>
                  <a:cubicBezTo>
                    <a:pt x="843" y="1"/>
                    <a:pt x="843" y="1"/>
                    <a:pt x="842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7"/>
            <p:cNvSpPr/>
            <p:nvPr/>
          </p:nvSpPr>
          <p:spPr>
            <a:xfrm>
              <a:off x="2417087" y="1482189"/>
              <a:ext cx="321031" cy="425213"/>
            </a:xfrm>
            <a:custGeom>
              <a:avLst/>
              <a:gdLst/>
              <a:ahLst/>
              <a:cxnLst/>
              <a:rect l="l" t="t" r="r" b="b"/>
              <a:pathLst>
                <a:path w="5260" h="6967" extrusionOk="0">
                  <a:moveTo>
                    <a:pt x="342" y="1"/>
                  </a:moveTo>
                  <a:cubicBezTo>
                    <a:pt x="331" y="1"/>
                    <a:pt x="267" y="118"/>
                    <a:pt x="182" y="363"/>
                  </a:cubicBezTo>
                  <a:cubicBezTo>
                    <a:pt x="107" y="598"/>
                    <a:pt x="32" y="972"/>
                    <a:pt x="11" y="1430"/>
                  </a:cubicBezTo>
                  <a:cubicBezTo>
                    <a:pt x="0" y="1654"/>
                    <a:pt x="0" y="1910"/>
                    <a:pt x="22" y="2177"/>
                  </a:cubicBezTo>
                  <a:cubicBezTo>
                    <a:pt x="64" y="2444"/>
                    <a:pt x="139" y="2732"/>
                    <a:pt x="331" y="2988"/>
                  </a:cubicBezTo>
                  <a:cubicBezTo>
                    <a:pt x="512" y="3244"/>
                    <a:pt x="800" y="3446"/>
                    <a:pt x="1088" y="3574"/>
                  </a:cubicBezTo>
                  <a:cubicBezTo>
                    <a:pt x="1398" y="3713"/>
                    <a:pt x="1718" y="3798"/>
                    <a:pt x="2049" y="3905"/>
                  </a:cubicBezTo>
                  <a:cubicBezTo>
                    <a:pt x="2379" y="4001"/>
                    <a:pt x="2689" y="4118"/>
                    <a:pt x="2955" y="4278"/>
                  </a:cubicBezTo>
                  <a:cubicBezTo>
                    <a:pt x="3222" y="4438"/>
                    <a:pt x="3435" y="4673"/>
                    <a:pt x="3553" y="4929"/>
                  </a:cubicBezTo>
                  <a:cubicBezTo>
                    <a:pt x="3659" y="5196"/>
                    <a:pt x="3670" y="5473"/>
                    <a:pt x="3723" y="5740"/>
                  </a:cubicBezTo>
                  <a:cubicBezTo>
                    <a:pt x="3766" y="6007"/>
                    <a:pt x="3851" y="6263"/>
                    <a:pt x="3979" y="6455"/>
                  </a:cubicBezTo>
                  <a:cubicBezTo>
                    <a:pt x="4118" y="6657"/>
                    <a:pt x="4278" y="6796"/>
                    <a:pt x="4449" y="6871"/>
                  </a:cubicBezTo>
                  <a:cubicBezTo>
                    <a:pt x="4619" y="6945"/>
                    <a:pt x="4779" y="6967"/>
                    <a:pt x="4918" y="6967"/>
                  </a:cubicBezTo>
                  <a:cubicBezTo>
                    <a:pt x="5046" y="6945"/>
                    <a:pt x="5142" y="6924"/>
                    <a:pt x="5206" y="6892"/>
                  </a:cubicBezTo>
                  <a:lnTo>
                    <a:pt x="5259" y="6849"/>
                  </a:lnTo>
                  <a:cubicBezTo>
                    <a:pt x="5259" y="6847"/>
                    <a:pt x="5258" y="6846"/>
                    <a:pt x="5255" y="6846"/>
                  </a:cubicBezTo>
                  <a:cubicBezTo>
                    <a:pt x="5230" y="6846"/>
                    <a:pt x="5104" y="6913"/>
                    <a:pt x="4886" y="6913"/>
                  </a:cubicBezTo>
                  <a:cubicBezTo>
                    <a:pt x="4769" y="6913"/>
                    <a:pt x="4619" y="6881"/>
                    <a:pt x="4459" y="6807"/>
                  </a:cubicBezTo>
                  <a:cubicBezTo>
                    <a:pt x="4321" y="6721"/>
                    <a:pt x="4161" y="6593"/>
                    <a:pt x="4054" y="6401"/>
                  </a:cubicBezTo>
                  <a:cubicBezTo>
                    <a:pt x="3926" y="6220"/>
                    <a:pt x="3862" y="5996"/>
                    <a:pt x="3830" y="5729"/>
                  </a:cubicBezTo>
                  <a:cubicBezTo>
                    <a:pt x="3798" y="5473"/>
                    <a:pt x="3798" y="5175"/>
                    <a:pt x="3681" y="4865"/>
                  </a:cubicBezTo>
                  <a:cubicBezTo>
                    <a:pt x="3553" y="4577"/>
                    <a:pt x="3318" y="4321"/>
                    <a:pt x="3030" y="4150"/>
                  </a:cubicBezTo>
                  <a:cubicBezTo>
                    <a:pt x="2753" y="3980"/>
                    <a:pt x="2422" y="3862"/>
                    <a:pt x="2091" y="3745"/>
                  </a:cubicBezTo>
                  <a:cubicBezTo>
                    <a:pt x="1761" y="3660"/>
                    <a:pt x="1430" y="3564"/>
                    <a:pt x="1142" y="3425"/>
                  </a:cubicBezTo>
                  <a:cubicBezTo>
                    <a:pt x="854" y="3297"/>
                    <a:pt x="598" y="3126"/>
                    <a:pt x="438" y="2892"/>
                  </a:cubicBezTo>
                  <a:cubicBezTo>
                    <a:pt x="256" y="2668"/>
                    <a:pt x="182" y="2401"/>
                    <a:pt x="139" y="2145"/>
                  </a:cubicBezTo>
                  <a:cubicBezTo>
                    <a:pt x="96" y="1900"/>
                    <a:pt x="96" y="1644"/>
                    <a:pt x="96" y="1430"/>
                  </a:cubicBezTo>
                  <a:cubicBezTo>
                    <a:pt x="118" y="972"/>
                    <a:pt x="171" y="619"/>
                    <a:pt x="235" y="374"/>
                  </a:cubicBezTo>
                  <a:cubicBezTo>
                    <a:pt x="299" y="139"/>
                    <a:pt x="352" y="1"/>
                    <a:pt x="342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7"/>
            <p:cNvSpPr/>
            <p:nvPr/>
          </p:nvSpPr>
          <p:spPr>
            <a:xfrm>
              <a:off x="2547942" y="1499156"/>
              <a:ext cx="436260" cy="450115"/>
            </a:xfrm>
            <a:custGeom>
              <a:avLst/>
              <a:gdLst/>
              <a:ahLst/>
              <a:cxnLst/>
              <a:rect l="l" t="t" r="r" b="b"/>
              <a:pathLst>
                <a:path w="7148" h="7375" extrusionOk="0">
                  <a:moveTo>
                    <a:pt x="3314" y="1968"/>
                  </a:moveTo>
                  <a:cubicBezTo>
                    <a:pt x="3337" y="1968"/>
                    <a:pt x="3361" y="1974"/>
                    <a:pt x="3382" y="1984"/>
                  </a:cubicBezTo>
                  <a:cubicBezTo>
                    <a:pt x="3414" y="1984"/>
                    <a:pt x="3425" y="1995"/>
                    <a:pt x="3435" y="2006"/>
                  </a:cubicBezTo>
                  <a:cubicBezTo>
                    <a:pt x="3446" y="2006"/>
                    <a:pt x="3467" y="2016"/>
                    <a:pt x="3467" y="2016"/>
                  </a:cubicBezTo>
                  <a:lnTo>
                    <a:pt x="3467" y="2048"/>
                  </a:lnTo>
                  <a:cubicBezTo>
                    <a:pt x="3467" y="2059"/>
                    <a:pt x="3446" y="2080"/>
                    <a:pt x="3435" y="2102"/>
                  </a:cubicBezTo>
                  <a:cubicBezTo>
                    <a:pt x="3414" y="2134"/>
                    <a:pt x="3382" y="2166"/>
                    <a:pt x="3339" y="2187"/>
                  </a:cubicBezTo>
                  <a:cubicBezTo>
                    <a:pt x="3212" y="2272"/>
                    <a:pt x="3065" y="2309"/>
                    <a:pt x="2909" y="2332"/>
                  </a:cubicBezTo>
                  <a:lnTo>
                    <a:pt x="2909" y="2332"/>
                  </a:lnTo>
                  <a:cubicBezTo>
                    <a:pt x="2968" y="2154"/>
                    <a:pt x="3081" y="2004"/>
                    <a:pt x="3254" y="1984"/>
                  </a:cubicBezTo>
                  <a:cubicBezTo>
                    <a:pt x="3270" y="1974"/>
                    <a:pt x="3291" y="1968"/>
                    <a:pt x="3314" y="1968"/>
                  </a:cubicBezTo>
                  <a:close/>
                  <a:moveTo>
                    <a:pt x="11" y="0"/>
                  </a:moveTo>
                  <a:cubicBezTo>
                    <a:pt x="11" y="0"/>
                    <a:pt x="1" y="53"/>
                    <a:pt x="11" y="139"/>
                  </a:cubicBezTo>
                  <a:cubicBezTo>
                    <a:pt x="11" y="235"/>
                    <a:pt x="22" y="363"/>
                    <a:pt x="65" y="523"/>
                  </a:cubicBezTo>
                  <a:cubicBezTo>
                    <a:pt x="139" y="854"/>
                    <a:pt x="331" y="1355"/>
                    <a:pt x="779" y="1792"/>
                  </a:cubicBezTo>
                  <a:cubicBezTo>
                    <a:pt x="1014" y="2006"/>
                    <a:pt x="1302" y="2208"/>
                    <a:pt x="1654" y="2326"/>
                  </a:cubicBezTo>
                  <a:cubicBezTo>
                    <a:pt x="1947" y="2435"/>
                    <a:pt x="2286" y="2490"/>
                    <a:pt x="2633" y="2490"/>
                  </a:cubicBezTo>
                  <a:cubicBezTo>
                    <a:pt x="2659" y="2490"/>
                    <a:pt x="2685" y="2490"/>
                    <a:pt x="2711" y="2489"/>
                  </a:cubicBezTo>
                  <a:lnTo>
                    <a:pt x="2711" y="2489"/>
                  </a:lnTo>
                  <a:cubicBezTo>
                    <a:pt x="2680" y="2680"/>
                    <a:pt x="2689" y="2876"/>
                    <a:pt x="2731" y="3072"/>
                  </a:cubicBezTo>
                  <a:cubicBezTo>
                    <a:pt x="2838" y="3552"/>
                    <a:pt x="3158" y="3968"/>
                    <a:pt x="3585" y="4160"/>
                  </a:cubicBezTo>
                  <a:cubicBezTo>
                    <a:pt x="4012" y="4352"/>
                    <a:pt x="4449" y="4363"/>
                    <a:pt x="4822" y="4480"/>
                  </a:cubicBezTo>
                  <a:cubicBezTo>
                    <a:pt x="5014" y="4534"/>
                    <a:pt x="5185" y="4630"/>
                    <a:pt x="5302" y="4747"/>
                  </a:cubicBezTo>
                  <a:cubicBezTo>
                    <a:pt x="5441" y="4875"/>
                    <a:pt x="5516" y="5035"/>
                    <a:pt x="5590" y="5195"/>
                  </a:cubicBezTo>
                  <a:cubicBezTo>
                    <a:pt x="5708" y="5526"/>
                    <a:pt x="5729" y="5857"/>
                    <a:pt x="5782" y="6166"/>
                  </a:cubicBezTo>
                  <a:cubicBezTo>
                    <a:pt x="5836" y="6475"/>
                    <a:pt x="5932" y="6753"/>
                    <a:pt x="6081" y="6955"/>
                  </a:cubicBezTo>
                  <a:cubicBezTo>
                    <a:pt x="6230" y="7147"/>
                    <a:pt x="6422" y="7275"/>
                    <a:pt x="6604" y="7329"/>
                  </a:cubicBezTo>
                  <a:cubicBezTo>
                    <a:pt x="6708" y="7361"/>
                    <a:pt x="6797" y="7374"/>
                    <a:pt x="6872" y="7374"/>
                  </a:cubicBezTo>
                  <a:cubicBezTo>
                    <a:pt x="6919" y="7374"/>
                    <a:pt x="6961" y="7369"/>
                    <a:pt x="6998" y="7361"/>
                  </a:cubicBezTo>
                  <a:cubicBezTo>
                    <a:pt x="7094" y="7339"/>
                    <a:pt x="7148" y="7329"/>
                    <a:pt x="7137" y="7318"/>
                  </a:cubicBezTo>
                  <a:lnTo>
                    <a:pt x="6998" y="7318"/>
                  </a:lnTo>
                  <a:cubicBezTo>
                    <a:pt x="6902" y="7318"/>
                    <a:pt x="6774" y="7297"/>
                    <a:pt x="6625" y="7243"/>
                  </a:cubicBezTo>
                  <a:cubicBezTo>
                    <a:pt x="6465" y="7190"/>
                    <a:pt x="6294" y="7073"/>
                    <a:pt x="6156" y="6891"/>
                  </a:cubicBezTo>
                  <a:cubicBezTo>
                    <a:pt x="6028" y="6689"/>
                    <a:pt x="5942" y="6433"/>
                    <a:pt x="5910" y="6123"/>
                  </a:cubicBezTo>
                  <a:cubicBezTo>
                    <a:pt x="5857" y="5835"/>
                    <a:pt x="5836" y="5483"/>
                    <a:pt x="5718" y="5142"/>
                  </a:cubicBezTo>
                  <a:cubicBezTo>
                    <a:pt x="5654" y="4971"/>
                    <a:pt x="5558" y="4779"/>
                    <a:pt x="5409" y="4651"/>
                  </a:cubicBezTo>
                  <a:cubicBezTo>
                    <a:pt x="5270" y="4502"/>
                    <a:pt x="5078" y="4406"/>
                    <a:pt x="4876" y="4342"/>
                  </a:cubicBezTo>
                  <a:cubicBezTo>
                    <a:pt x="4481" y="4203"/>
                    <a:pt x="4054" y="4192"/>
                    <a:pt x="3670" y="4022"/>
                  </a:cubicBezTo>
                  <a:cubicBezTo>
                    <a:pt x="3286" y="3851"/>
                    <a:pt x="2998" y="3456"/>
                    <a:pt x="2891" y="3030"/>
                  </a:cubicBezTo>
                  <a:cubicBezTo>
                    <a:pt x="2846" y="2847"/>
                    <a:pt x="2839" y="2656"/>
                    <a:pt x="2872" y="2478"/>
                  </a:cubicBezTo>
                  <a:lnTo>
                    <a:pt x="2872" y="2478"/>
                  </a:lnTo>
                  <a:cubicBezTo>
                    <a:pt x="2956" y="2466"/>
                    <a:pt x="3039" y="2449"/>
                    <a:pt x="3115" y="2432"/>
                  </a:cubicBezTo>
                  <a:cubicBezTo>
                    <a:pt x="3222" y="2400"/>
                    <a:pt x="3329" y="2368"/>
                    <a:pt x="3435" y="2294"/>
                  </a:cubicBezTo>
                  <a:cubicBezTo>
                    <a:pt x="3489" y="2262"/>
                    <a:pt x="3531" y="2219"/>
                    <a:pt x="3574" y="2166"/>
                  </a:cubicBezTo>
                  <a:cubicBezTo>
                    <a:pt x="3585" y="2134"/>
                    <a:pt x="3606" y="2112"/>
                    <a:pt x="3606" y="2070"/>
                  </a:cubicBezTo>
                  <a:cubicBezTo>
                    <a:pt x="3606" y="2059"/>
                    <a:pt x="3627" y="2048"/>
                    <a:pt x="3627" y="2016"/>
                  </a:cubicBezTo>
                  <a:lnTo>
                    <a:pt x="3627" y="1942"/>
                  </a:lnTo>
                  <a:cubicBezTo>
                    <a:pt x="3606" y="1910"/>
                    <a:pt x="3585" y="1899"/>
                    <a:pt x="3574" y="1888"/>
                  </a:cubicBezTo>
                  <a:cubicBezTo>
                    <a:pt x="3542" y="1867"/>
                    <a:pt x="3542" y="1856"/>
                    <a:pt x="3521" y="1856"/>
                  </a:cubicBezTo>
                  <a:cubicBezTo>
                    <a:pt x="3489" y="1846"/>
                    <a:pt x="3457" y="1835"/>
                    <a:pt x="3425" y="1814"/>
                  </a:cubicBezTo>
                  <a:cubicBezTo>
                    <a:pt x="3393" y="1808"/>
                    <a:pt x="3361" y="1806"/>
                    <a:pt x="3327" y="1806"/>
                  </a:cubicBezTo>
                  <a:cubicBezTo>
                    <a:pt x="3294" y="1806"/>
                    <a:pt x="3259" y="1808"/>
                    <a:pt x="3222" y="1814"/>
                  </a:cubicBezTo>
                  <a:cubicBezTo>
                    <a:pt x="3105" y="1846"/>
                    <a:pt x="2987" y="1910"/>
                    <a:pt x="2902" y="2016"/>
                  </a:cubicBezTo>
                  <a:cubicBezTo>
                    <a:pt x="2827" y="2112"/>
                    <a:pt x="2774" y="2230"/>
                    <a:pt x="2742" y="2347"/>
                  </a:cubicBezTo>
                  <a:cubicBezTo>
                    <a:pt x="2742" y="2348"/>
                    <a:pt x="2741" y="2350"/>
                    <a:pt x="2741" y="2351"/>
                  </a:cubicBezTo>
                  <a:lnTo>
                    <a:pt x="2741" y="2351"/>
                  </a:lnTo>
                  <a:cubicBezTo>
                    <a:pt x="2667" y="2358"/>
                    <a:pt x="2592" y="2362"/>
                    <a:pt x="2518" y="2362"/>
                  </a:cubicBezTo>
                  <a:cubicBezTo>
                    <a:pt x="2222" y="2362"/>
                    <a:pt x="1930" y="2309"/>
                    <a:pt x="1675" y="2219"/>
                  </a:cubicBezTo>
                  <a:cubicBezTo>
                    <a:pt x="1345" y="2102"/>
                    <a:pt x="1067" y="1920"/>
                    <a:pt x="854" y="1728"/>
                  </a:cubicBezTo>
                  <a:cubicBezTo>
                    <a:pt x="406" y="1312"/>
                    <a:pt x="214" y="843"/>
                    <a:pt x="118" y="523"/>
                  </a:cubicBezTo>
                  <a:cubicBezTo>
                    <a:pt x="22" y="203"/>
                    <a:pt x="22" y="0"/>
                    <a:pt x="11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7"/>
            <p:cNvSpPr/>
            <p:nvPr/>
          </p:nvSpPr>
          <p:spPr>
            <a:xfrm>
              <a:off x="2874104" y="1604621"/>
              <a:ext cx="214285" cy="452556"/>
            </a:xfrm>
            <a:custGeom>
              <a:avLst/>
              <a:gdLst/>
              <a:ahLst/>
              <a:cxnLst/>
              <a:rect l="l" t="t" r="r" b="b"/>
              <a:pathLst>
                <a:path w="3511" h="7415" extrusionOk="0">
                  <a:moveTo>
                    <a:pt x="12" y="0"/>
                  </a:moveTo>
                  <a:cubicBezTo>
                    <a:pt x="1" y="0"/>
                    <a:pt x="65" y="118"/>
                    <a:pt x="204" y="288"/>
                  </a:cubicBezTo>
                  <a:cubicBezTo>
                    <a:pt x="332" y="459"/>
                    <a:pt x="566" y="694"/>
                    <a:pt x="854" y="960"/>
                  </a:cubicBezTo>
                  <a:cubicBezTo>
                    <a:pt x="1142" y="1227"/>
                    <a:pt x="1505" y="1526"/>
                    <a:pt x="1793" y="1942"/>
                  </a:cubicBezTo>
                  <a:cubicBezTo>
                    <a:pt x="1932" y="2155"/>
                    <a:pt x="2060" y="2400"/>
                    <a:pt x="2102" y="2667"/>
                  </a:cubicBezTo>
                  <a:cubicBezTo>
                    <a:pt x="2156" y="2934"/>
                    <a:pt x="2124" y="3211"/>
                    <a:pt x="2081" y="3521"/>
                  </a:cubicBezTo>
                  <a:cubicBezTo>
                    <a:pt x="2070" y="3659"/>
                    <a:pt x="2060" y="3830"/>
                    <a:pt x="2070" y="3990"/>
                  </a:cubicBezTo>
                  <a:cubicBezTo>
                    <a:pt x="2081" y="4139"/>
                    <a:pt x="2145" y="4289"/>
                    <a:pt x="2230" y="4427"/>
                  </a:cubicBezTo>
                  <a:cubicBezTo>
                    <a:pt x="2390" y="4683"/>
                    <a:pt x="2614" y="4854"/>
                    <a:pt x="2796" y="5025"/>
                  </a:cubicBezTo>
                  <a:cubicBezTo>
                    <a:pt x="2988" y="5195"/>
                    <a:pt x="3148" y="5387"/>
                    <a:pt x="3223" y="5590"/>
                  </a:cubicBezTo>
                  <a:cubicBezTo>
                    <a:pt x="3319" y="5782"/>
                    <a:pt x="3361" y="5995"/>
                    <a:pt x="3372" y="6187"/>
                  </a:cubicBezTo>
                  <a:cubicBezTo>
                    <a:pt x="3415" y="6571"/>
                    <a:pt x="3361" y="6891"/>
                    <a:pt x="3351" y="7105"/>
                  </a:cubicBezTo>
                  <a:cubicBezTo>
                    <a:pt x="3351" y="7297"/>
                    <a:pt x="3340" y="7414"/>
                    <a:pt x="3340" y="7414"/>
                  </a:cubicBezTo>
                  <a:cubicBezTo>
                    <a:pt x="3351" y="7414"/>
                    <a:pt x="3372" y="7297"/>
                    <a:pt x="3415" y="7083"/>
                  </a:cubicBezTo>
                  <a:cubicBezTo>
                    <a:pt x="3457" y="6870"/>
                    <a:pt x="3511" y="6550"/>
                    <a:pt x="3500" y="6145"/>
                  </a:cubicBezTo>
                  <a:cubicBezTo>
                    <a:pt x="3479" y="5942"/>
                    <a:pt x="3447" y="5718"/>
                    <a:pt x="3351" y="5505"/>
                  </a:cubicBezTo>
                  <a:cubicBezTo>
                    <a:pt x="3255" y="5281"/>
                    <a:pt x="3095" y="5067"/>
                    <a:pt x="2892" y="4897"/>
                  </a:cubicBezTo>
                  <a:cubicBezTo>
                    <a:pt x="2710" y="4705"/>
                    <a:pt x="2497" y="4545"/>
                    <a:pt x="2348" y="4321"/>
                  </a:cubicBezTo>
                  <a:cubicBezTo>
                    <a:pt x="2284" y="4214"/>
                    <a:pt x="2230" y="4075"/>
                    <a:pt x="2220" y="3947"/>
                  </a:cubicBezTo>
                  <a:cubicBezTo>
                    <a:pt x="2198" y="3809"/>
                    <a:pt x="2220" y="3659"/>
                    <a:pt x="2230" y="3521"/>
                  </a:cubicBezTo>
                  <a:cubicBezTo>
                    <a:pt x="2241" y="3371"/>
                    <a:pt x="2273" y="3222"/>
                    <a:pt x="2284" y="3072"/>
                  </a:cubicBezTo>
                  <a:cubicBezTo>
                    <a:pt x="2294" y="2934"/>
                    <a:pt x="2284" y="2774"/>
                    <a:pt x="2252" y="2624"/>
                  </a:cubicBezTo>
                  <a:cubicBezTo>
                    <a:pt x="2198" y="2326"/>
                    <a:pt x="2060" y="2080"/>
                    <a:pt x="1910" y="1867"/>
                  </a:cubicBezTo>
                  <a:cubicBezTo>
                    <a:pt x="1601" y="1419"/>
                    <a:pt x="1228" y="1131"/>
                    <a:pt x="918" y="875"/>
                  </a:cubicBezTo>
                  <a:cubicBezTo>
                    <a:pt x="620" y="619"/>
                    <a:pt x="385" y="406"/>
                    <a:pt x="246" y="256"/>
                  </a:cubicBezTo>
                  <a:cubicBezTo>
                    <a:pt x="97" y="96"/>
                    <a:pt x="33" y="0"/>
                    <a:pt x="12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7"/>
            <p:cNvSpPr/>
            <p:nvPr/>
          </p:nvSpPr>
          <p:spPr>
            <a:xfrm>
              <a:off x="2117598" y="1690311"/>
              <a:ext cx="203849" cy="217764"/>
            </a:xfrm>
            <a:custGeom>
              <a:avLst/>
              <a:gdLst/>
              <a:ahLst/>
              <a:cxnLst/>
              <a:rect l="l" t="t" r="r" b="b"/>
              <a:pathLst>
                <a:path w="3340" h="3568" extrusionOk="0">
                  <a:moveTo>
                    <a:pt x="3314" y="1"/>
                  </a:moveTo>
                  <a:cubicBezTo>
                    <a:pt x="3248" y="1"/>
                    <a:pt x="2965" y="75"/>
                    <a:pt x="2539" y="207"/>
                  </a:cubicBezTo>
                  <a:cubicBezTo>
                    <a:pt x="2305" y="282"/>
                    <a:pt x="2006" y="356"/>
                    <a:pt x="1696" y="495"/>
                  </a:cubicBezTo>
                  <a:cubicBezTo>
                    <a:pt x="1558" y="570"/>
                    <a:pt x="1398" y="655"/>
                    <a:pt x="1248" y="794"/>
                  </a:cubicBezTo>
                  <a:cubicBezTo>
                    <a:pt x="1099" y="922"/>
                    <a:pt x="982" y="1082"/>
                    <a:pt x="928" y="1284"/>
                  </a:cubicBezTo>
                  <a:cubicBezTo>
                    <a:pt x="864" y="1487"/>
                    <a:pt x="875" y="1690"/>
                    <a:pt x="886" y="1871"/>
                  </a:cubicBezTo>
                  <a:cubicBezTo>
                    <a:pt x="918" y="2063"/>
                    <a:pt x="950" y="2234"/>
                    <a:pt x="982" y="2394"/>
                  </a:cubicBezTo>
                  <a:cubicBezTo>
                    <a:pt x="992" y="2469"/>
                    <a:pt x="992" y="2543"/>
                    <a:pt x="982" y="2597"/>
                  </a:cubicBezTo>
                  <a:cubicBezTo>
                    <a:pt x="950" y="2650"/>
                    <a:pt x="918" y="2703"/>
                    <a:pt x="864" y="2735"/>
                  </a:cubicBezTo>
                  <a:cubicBezTo>
                    <a:pt x="758" y="2821"/>
                    <a:pt x="619" y="2863"/>
                    <a:pt x="502" y="2927"/>
                  </a:cubicBezTo>
                  <a:cubicBezTo>
                    <a:pt x="278" y="3055"/>
                    <a:pt x="139" y="3237"/>
                    <a:pt x="75" y="3365"/>
                  </a:cubicBezTo>
                  <a:cubicBezTo>
                    <a:pt x="11" y="3493"/>
                    <a:pt x="0" y="3567"/>
                    <a:pt x="11" y="3567"/>
                  </a:cubicBezTo>
                  <a:cubicBezTo>
                    <a:pt x="22" y="3567"/>
                    <a:pt x="54" y="3503"/>
                    <a:pt x="128" y="3397"/>
                  </a:cubicBezTo>
                  <a:cubicBezTo>
                    <a:pt x="214" y="3290"/>
                    <a:pt x="342" y="3130"/>
                    <a:pt x="555" y="3023"/>
                  </a:cubicBezTo>
                  <a:cubicBezTo>
                    <a:pt x="662" y="2970"/>
                    <a:pt x="800" y="2927"/>
                    <a:pt x="928" y="2842"/>
                  </a:cubicBezTo>
                  <a:cubicBezTo>
                    <a:pt x="992" y="2810"/>
                    <a:pt x="1067" y="2735"/>
                    <a:pt x="1099" y="2650"/>
                  </a:cubicBezTo>
                  <a:cubicBezTo>
                    <a:pt x="1142" y="2554"/>
                    <a:pt x="1142" y="2458"/>
                    <a:pt x="1131" y="2362"/>
                  </a:cubicBezTo>
                  <a:cubicBezTo>
                    <a:pt x="1099" y="2191"/>
                    <a:pt x="1067" y="2031"/>
                    <a:pt x="1046" y="1861"/>
                  </a:cubicBezTo>
                  <a:cubicBezTo>
                    <a:pt x="1035" y="1690"/>
                    <a:pt x="1035" y="1508"/>
                    <a:pt x="1078" y="1338"/>
                  </a:cubicBezTo>
                  <a:cubicBezTo>
                    <a:pt x="1131" y="1167"/>
                    <a:pt x="1227" y="1028"/>
                    <a:pt x="1355" y="911"/>
                  </a:cubicBezTo>
                  <a:cubicBezTo>
                    <a:pt x="1472" y="794"/>
                    <a:pt x="1622" y="708"/>
                    <a:pt x="1771" y="634"/>
                  </a:cubicBezTo>
                  <a:cubicBezTo>
                    <a:pt x="2059" y="484"/>
                    <a:pt x="2347" y="410"/>
                    <a:pt x="2582" y="314"/>
                  </a:cubicBezTo>
                  <a:cubicBezTo>
                    <a:pt x="3051" y="143"/>
                    <a:pt x="3339" y="36"/>
                    <a:pt x="3329" y="4"/>
                  </a:cubicBezTo>
                  <a:cubicBezTo>
                    <a:pt x="3327" y="2"/>
                    <a:pt x="3323" y="1"/>
                    <a:pt x="3314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7"/>
            <p:cNvSpPr/>
            <p:nvPr/>
          </p:nvSpPr>
          <p:spPr>
            <a:xfrm>
              <a:off x="2120833" y="2025871"/>
              <a:ext cx="83431" cy="84225"/>
            </a:xfrm>
            <a:custGeom>
              <a:avLst/>
              <a:gdLst/>
              <a:ahLst/>
              <a:cxnLst/>
              <a:rect l="l" t="t" r="r" b="b"/>
              <a:pathLst>
                <a:path w="1367" h="1380" extrusionOk="0">
                  <a:moveTo>
                    <a:pt x="1355" y="0"/>
                  </a:moveTo>
                  <a:cubicBezTo>
                    <a:pt x="1334" y="0"/>
                    <a:pt x="1291" y="107"/>
                    <a:pt x="1174" y="235"/>
                  </a:cubicBezTo>
                  <a:cubicBezTo>
                    <a:pt x="1046" y="363"/>
                    <a:pt x="833" y="480"/>
                    <a:pt x="587" y="587"/>
                  </a:cubicBezTo>
                  <a:cubicBezTo>
                    <a:pt x="449" y="651"/>
                    <a:pt x="331" y="715"/>
                    <a:pt x="225" y="790"/>
                  </a:cubicBezTo>
                  <a:cubicBezTo>
                    <a:pt x="118" y="864"/>
                    <a:pt x="33" y="982"/>
                    <a:pt x="22" y="1078"/>
                  </a:cubicBezTo>
                  <a:cubicBezTo>
                    <a:pt x="1" y="1184"/>
                    <a:pt x="22" y="1270"/>
                    <a:pt x="54" y="1323"/>
                  </a:cubicBezTo>
                  <a:cubicBezTo>
                    <a:pt x="71" y="1364"/>
                    <a:pt x="100" y="1380"/>
                    <a:pt x="112" y="1380"/>
                  </a:cubicBezTo>
                  <a:cubicBezTo>
                    <a:pt x="116" y="1380"/>
                    <a:pt x="118" y="1379"/>
                    <a:pt x="118" y="1376"/>
                  </a:cubicBezTo>
                  <a:cubicBezTo>
                    <a:pt x="129" y="1366"/>
                    <a:pt x="65" y="1259"/>
                    <a:pt x="129" y="1110"/>
                  </a:cubicBezTo>
                  <a:cubicBezTo>
                    <a:pt x="150" y="1035"/>
                    <a:pt x="225" y="960"/>
                    <a:pt x="321" y="896"/>
                  </a:cubicBezTo>
                  <a:cubicBezTo>
                    <a:pt x="406" y="832"/>
                    <a:pt x="534" y="779"/>
                    <a:pt x="662" y="726"/>
                  </a:cubicBezTo>
                  <a:cubicBezTo>
                    <a:pt x="801" y="651"/>
                    <a:pt x="918" y="597"/>
                    <a:pt x="1025" y="523"/>
                  </a:cubicBezTo>
                  <a:cubicBezTo>
                    <a:pt x="1131" y="459"/>
                    <a:pt x="1206" y="363"/>
                    <a:pt x="1281" y="277"/>
                  </a:cubicBezTo>
                  <a:cubicBezTo>
                    <a:pt x="1366" y="139"/>
                    <a:pt x="1366" y="0"/>
                    <a:pt x="1355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5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AGENDA</a:t>
            </a:r>
            <a:endParaRPr dirty="0"/>
          </a:p>
        </p:txBody>
      </p:sp>
      <p:sp>
        <p:nvSpPr>
          <p:cNvPr id="2528" name="Google Shape;2528;p50"/>
          <p:cNvSpPr/>
          <p:nvPr/>
        </p:nvSpPr>
        <p:spPr>
          <a:xfrm>
            <a:off x="1023749" y="1757557"/>
            <a:ext cx="7285200" cy="79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9" name="Google Shape;2529;p50"/>
          <p:cNvSpPr/>
          <p:nvPr/>
        </p:nvSpPr>
        <p:spPr>
          <a:xfrm>
            <a:off x="1277097" y="1372507"/>
            <a:ext cx="849300" cy="84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2" name="Google Shape;2532;p50"/>
          <p:cNvSpPr txBox="1"/>
          <p:nvPr/>
        </p:nvSpPr>
        <p:spPr>
          <a:xfrm>
            <a:off x="673008" y="2355583"/>
            <a:ext cx="20094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ESCOPO E CONTEXTO</a:t>
            </a:r>
            <a:endParaRPr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2551" name="Google Shape;2551;p50"/>
          <p:cNvGrpSpPr/>
          <p:nvPr/>
        </p:nvGrpSpPr>
        <p:grpSpPr>
          <a:xfrm rot="-914551">
            <a:off x="7350267" y="520877"/>
            <a:ext cx="1104634" cy="721908"/>
            <a:chOff x="713225" y="901338"/>
            <a:chExt cx="1204537" cy="787197"/>
          </a:xfrm>
        </p:grpSpPr>
        <p:sp>
          <p:nvSpPr>
            <p:cNvPr id="2552" name="Google Shape;2552;p50"/>
            <p:cNvSpPr/>
            <p:nvPr/>
          </p:nvSpPr>
          <p:spPr>
            <a:xfrm>
              <a:off x="713225" y="901338"/>
              <a:ext cx="1204537" cy="787197"/>
            </a:xfrm>
            <a:custGeom>
              <a:avLst/>
              <a:gdLst/>
              <a:ahLst/>
              <a:cxnLst/>
              <a:rect l="l" t="t" r="r" b="b"/>
              <a:pathLst>
                <a:path w="19736" h="12898" extrusionOk="0">
                  <a:moveTo>
                    <a:pt x="8387" y="0"/>
                  </a:moveTo>
                  <a:cubicBezTo>
                    <a:pt x="7405" y="0"/>
                    <a:pt x="6377" y="208"/>
                    <a:pt x="5708" y="909"/>
                  </a:cubicBezTo>
                  <a:cubicBezTo>
                    <a:pt x="4673" y="1976"/>
                    <a:pt x="4054" y="3491"/>
                    <a:pt x="3702" y="5027"/>
                  </a:cubicBezTo>
                  <a:cubicBezTo>
                    <a:pt x="2984" y="5271"/>
                    <a:pt x="2231" y="5395"/>
                    <a:pt x="1480" y="5395"/>
                  </a:cubicBezTo>
                  <a:cubicBezTo>
                    <a:pt x="982" y="5395"/>
                    <a:pt x="485" y="5340"/>
                    <a:pt x="1" y="5229"/>
                  </a:cubicBezTo>
                  <a:lnTo>
                    <a:pt x="1" y="5229"/>
                  </a:lnTo>
                  <a:cubicBezTo>
                    <a:pt x="43" y="5645"/>
                    <a:pt x="459" y="5891"/>
                    <a:pt x="833" y="6051"/>
                  </a:cubicBezTo>
                  <a:cubicBezTo>
                    <a:pt x="1462" y="6316"/>
                    <a:pt x="2149" y="6446"/>
                    <a:pt x="2839" y="6446"/>
                  </a:cubicBezTo>
                  <a:cubicBezTo>
                    <a:pt x="3038" y="6446"/>
                    <a:pt x="3237" y="6435"/>
                    <a:pt x="3435" y="6414"/>
                  </a:cubicBezTo>
                  <a:lnTo>
                    <a:pt x="3435" y="6414"/>
                  </a:lnTo>
                  <a:cubicBezTo>
                    <a:pt x="3393" y="6659"/>
                    <a:pt x="3361" y="6894"/>
                    <a:pt x="3339" y="7139"/>
                  </a:cubicBezTo>
                  <a:cubicBezTo>
                    <a:pt x="3286" y="7640"/>
                    <a:pt x="3254" y="8163"/>
                    <a:pt x="3457" y="8632"/>
                  </a:cubicBezTo>
                  <a:cubicBezTo>
                    <a:pt x="3756" y="9326"/>
                    <a:pt x="4481" y="9710"/>
                    <a:pt x="5174" y="10019"/>
                  </a:cubicBezTo>
                  <a:cubicBezTo>
                    <a:pt x="8087" y="11310"/>
                    <a:pt x="11009" y="12281"/>
                    <a:pt x="14124" y="12857"/>
                  </a:cubicBezTo>
                  <a:cubicBezTo>
                    <a:pt x="14292" y="12887"/>
                    <a:pt x="14462" y="12897"/>
                    <a:pt x="14632" y="12897"/>
                  </a:cubicBezTo>
                  <a:cubicBezTo>
                    <a:pt x="14942" y="12897"/>
                    <a:pt x="15254" y="12864"/>
                    <a:pt x="15556" y="12864"/>
                  </a:cubicBezTo>
                  <a:cubicBezTo>
                    <a:pt x="15606" y="12864"/>
                    <a:pt x="15654" y="12865"/>
                    <a:pt x="15703" y="12867"/>
                  </a:cubicBezTo>
                  <a:cubicBezTo>
                    <a:pt x="15752" y="12870"/>
                    <a:pt x="15800" y="12872"/>
                    <a:pt x="15847" y="12872"/>
                  </a:cubicBezTo>
                  <a:cubicBezTo>
                    <a:pt x="16338" y="12872"/>
                    <a:pt x="16756" y="12719"/>
                    <a:pt x="17165" y="12398"/>
                  </a:cubicBezTo>
                  <a:cubicBezTo>
                    <a:pt x="18157" y="11619"/>
                    <a:pt x="18509" y="10670"/>
                    <a:pt x="18925" y="9539"/>
                  </a:cubicBezTo>
                  <a:cubicBezTo>
                    <a:pt x="19351" y="8334"/>
                    <a:pt x="19735" y="7118"/>
                    <a:pt x="19714" y="5859"/>
                  </a:cubicBezTo>
                  <a:cubicBezTo>
                    <a:pt x="19714" y="5784"/>
                    <a:pt x="19714" y="5731"/>
                    <a:pt x="19703" y="5667"/>
                  </a:cubicBezTo>
                  <a:cubicBezTo>
                    <a:pt x="19661" y="5037"/>
                    <a:pt x="19458" y="4408"/>
                    <a:pt x="19063" y="3949"/>
                  </a:cubicBezTo>
                  <a:cubicBezTo>
                    <a:pt x="18007" y="2733"/>
                    <a:pt x="16204" y="2147"/>
                    <a:pt x="14754" y="1624"/>
                  </a:cubicBezTo>
                  <a:cubicBezTo>
                    <a:pt x="12972" y="994"/>
                    <a:pt x="11201" y="269"/>
                    <a:pt x="9313" y="56"/>
                  </a:cubicBezTo>
                  <a:cubicBezTo>
                    <a:pt x="9018" y="22"/>
                    <a:pt x="8705" y="0"/>
                    <a:pt x="8387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0"/>
            <p:cNvSpPr/>
            <p:nvPr/>
          </p:nvSpPr>
          <p:spPr>
            <a:xfrm>
              <a:off x="1132523" y="1090845"/>
              <a:ext cx="552161" cy="474955"/>
            </a:xfrm>
            <a:custGeom>
              <a:avLst/>
              <a:gdLst/>
              <a:ahLst/>
              <a:cxnLst/>
              <a:rect l="l" t="t" r="r" b="b"/>
              <a:pathLst>
                <a:path w="9047" h="7782" extrusionOk="0">
                  <a:moveTo>
                    <a:pt x="4753" y="1002"/>
                  </a:moveTo>
                  <a:cubicBezTo>
                    <a:pt x="5254" y="1002"/>
                    <a:pt x="5753" y="1052"/>
                    <a:pt x="6241" y="1132"/>
                  </a:cubicBezTo>
                  <a:cubicBezTo>
                    <a:pt x="6892" y="1250"/>
                    <a:pt x="7681" y="1442"/>
                    <a:pt x="8182" y="1879"/>
                  </a:cubicBezTo>
                  <a:cubicBezTo>
                    <a:pt x="8513" y="2199"/>
                    <a:pt x="8417" y="2508"/>
                    <a:pt x="7916" y="2775"/>
                  </a:cubicBezTo>
                  <a:cubicBezTo>
                    <a:pt x="7857" y="2781"/>
                    <a:pt x="7798" y="2783"/>
                    <a:pt x="7740" y="2783"/>
                  </a:cubicBezTo>
                  <a:cubicBezTo>
                    <a:pt x="7681" y="2783"/>
                    <a:pt x="7622" y="2781"/>
                    <a:pt x="7564" y="2775"/>
                  </a:cubicBezTo>
                  <a:cubicBezTo>
                    <a:pt x="7190" y="2775"/>
                    <a:pt x="6817" y="2733"/>
                    <a:pt x="6444" y="2679"/>
                  </a:cubicBezTo>
                  <a:cubicBezTo>
                    <a:pt x="5868" y="2583"/>
                    <a:pt x="5291" y="2423"/>
                    <a:pt x="4747" y="2210"/>
                  </a:cubicBezTo>
                  <a:cubicBezTo>
                    <a:pt x="4105" y="1986"/>
                    <a:pt x="3503" y="1654"/>
                    <a:pt x="2952" y="1248"/>
                  </a:cubicBezTo>
                  <a:lnTo>
                    <a:pt x="2952" y="1248"/>
                  </a:lnTo>
                  <a:cubicBezTo>
                    <a:pt x="3316" y="1150"/>
                    <a:pt x="3689" y="1086"/>
                    <a:pt x="4054" y="1036"/>
                  </a:cubicBezTo>
                  <a:cubicBezTo>
                    <a:pt x="4287" y="1013"/>
                    <a:pt x="4520" y="1002"/>
                    <a:pt x="4753" y="1002"/>
                  </a:cubicBezTo>
                  <a:close/>
                  <a:moveTo>
                    <a:pt x="4767" y="4769"/>
                  </a:moveTo>
                  <a:cubicBezTo>
                    <a:pt x="4954" y="4769"/>
                    <a:pt x="5141" y="4786"/>
                    <a:pt x="5323" y="4813"/>
                  </a:cubicBezTo>
                  <a:cubicBezTo>
                    <a:pt x="5612" y="4866"/>
                    <a:pt x="6614" y="5218"/>
                    <a:pt x="5910" y="5463"/>
                  </a:cubicBezTo>
                  <a:cubicBezTo>
                    <a:pt x="5663" y="5549"/>
                    <a:pt x="5386" y="5579"/>
                    <a:pt x="5103" y="5579"/>
                  </a:cubicBezTo>
                  <a:cubicBezTo>
                    <a:pt x="4677" y="5579"/>
                    <a:pt x="4235" y="5510"/>
                    <a:pt x="3851" y="5453"/>
                  </a:cubicBezTo>
                  <a:cubicBezTo>
                    <a:pt x="3695" y="5429"/>
                    <a:pt x="3516" y="5395"/>
                    <a:pt x="3324" y="5348"/>
                  </a:cubicBezTo>
                  <a:lnTo>
                    <a:pt x="3324" y="5348"/>
                  </a:lnTo>
                  <a:cubicBezTo>
                    <a:pt x="3472" y="5196"/>
                    <a:pt x="3636" y="5068"/>
                    <a:pt x="3787" y="4983"/>
                  </a:cubicBezTo>
                  <a:cubicBezTo>
                    <a:pt x="4090" y="4825"/>
                    <a:pt x="4428" y="4769"/>
                    <a:pt x="4767" y="4769"/>
                  </a:cubicBezTo>
                  <a:close/>
                  <a:moveTo>
                    <a:pt x="1535" y="0"/>
                  </a:moveTo>
                  <a:cubicBezTo>
                    <a:pt x="1395" y="0"/>
                    <a:pt x="1263" y="190"/>
                    <a:pt x="1387" y="322"/>
                  </a:cubicBezTo>
                  <a:cubicBezTo>
                    <a:pt x="1642" y="611"/>
                    <a:pt x="1913" y="878"/>
                    <a:pt x="2200" y="1125"/>
                  </a:cubicBezTo>
                  <a:lnTo>
                    <a:pt x="2200" y="1125"/>
                  </a:lnTo>
                  <a:cubicBezTo>
                    <a:pt x="1872" y="1261"/>
                    <a:pt x="1556" y="1426"/>
                    <a:pt x="1259" y="1623"/>
                  </a:cubicBezTo>
                  <a:cubicBezTo>
                    <a:pt x="747" y="1975"/>
                    <a:pt x="320" y="2444"/>
                    <a:pt x="160" y="3042"/>
                  </a:cubicBezTo>
                  <a:cubicBezTo>
                    <a:pt x="0" y="3650"/>
                    <a:pt x="427" y="4183"/>
                    <a:pt x="864" y="4546"/>
                  </a:cubicBezTo>
                  <a:cubicBezTo>
                    <a:pt x="1402" y="5003"/>
                    <a:pt x="2030" y="5322"/>
                    <a:pt x="2695" y="5538"/>
                  </a:cubicBezTo>
                  <a:lnTo>
                    <a:pt x="2695" y="5538"/>
                  </a:lnTo>
                  <a:cubicBezTo>
                    <a:pt x="2567" y="5783"/>
                    <a:pt x="2494" y="6059"/>
                    <a:pt x="2497" y="6359"/>
                  </a:cubicBezTo>
                  <a:cubicBezTo>
                    <a:pt x="2507" y="7545"/>
                    <a:pt x="4424" y="7782"/>
                    <a:pt x="5390" y="7782"/>
                  </a:cubicBezTo>
                  <a:cubicBezTo>
                    <a:pt x="5458" y="7782"/>
                    <a:pt x="5522" y="7780"/>
                    <a:pt x="5580" y="7778"/>
                  </a:cubicBezTo>
                  <a:cubicBezTo>
                    <a:pt x="5814" y="7757"/>
                    <a:pt x="5814" y="7405"/>
                    <a:pt x="5580" y="7405"/>
                  </a:cubicBezTo>
                  <a:cubicBezTo>
                    <a:pt x="5524" y="7406"/>
                    <a:pt x="5469" y="7407"/>
                    <a:pt x="5414" y="7407"/>
                  </a:cubicBezTo>
                  <a:cubicBezTo>
                    <a:pt x="4685" y="7407"/>
                    <a:pt x="3994" y="7273"/>
                    <a:pt x="3339" y="6946"/>
                  </a:cubicBezTo>
                  <a:cubicBezTo>
                    <a:pt x="2697" y="6638"/>
                    <a:pt x="2775" y="6101"/>
                    <a:pt x="3077" y="5651"/>
                  </a:cubicBezTo>
                  <a:lnTo>
                    <a:pt x="3077" y="5651"/>
                  </a:lnTo>
                  <a:cubicBezTo>
                    <a:pt x="3536" y="5771"/>
                    <a:pt x="4006" y="5848"/>
                    <a:pt x="4470" y="5890"/>
                  </a:cubicBezTo>
                  <a:cubicBezTo>
                    <a:pt x="4665" y="5909"/>
                    <a:pt x="4947" y="5939"/>
                    <a:pt x="5241" y="5939"/>
                  </a:cubicBezTo>
                  <a:cubicBezTo>
                    <a:pt x="5787" y="5939"/>
                    <a:pt x="6373" y="5835"/>
                    <a:pt x="6518" y="5357"/>
                  </a:cubicBezTo>
                  <a:cubicBezTo>
                    <a:pt x="6764" y="4546"/>
                    <a:pt x="5206" y="4397"/>
                    <a:pt x="4737" y="4397"/>
                  </a:cubicBezTo>
                  <a:cubicBezTo>
                    <a:pt x="4729" y="4397"/>
                    <a:pt x="4722" y="4397"/>
                    <a:pt x="4715" y="4397"/>
                  </a:cubicBezTo>
                  <a:cubicBezTo>
                    <a:pt x="4023" y="4397"/>
                    <a:pt x="3322" y="4710"/>
                    <a:pt x="2898" y="5232"/>
                  </a:cubicBezTo>
                  <a:lnTo>
                    <a:pt x="2898" y="5232"/>
                  </a:lnTo>
                  <a:cubicBezTo>
                    <a:pt x="1831" y="4905"/>
                    <a:pt x="595" y="4260"/>
                    <a:pt x="523" y="3266"/>
                  </a:cubicBezTo>
                  <a:cubicBezTo>
                    <a:pt x="470" y="2519"/>
                    <a:pt x="1419" y="1932"/>
                    <a:pt x="1974" y="1623"/>
                  </a:cubicBezTo>
                  <a:cubicBezTo>
                    <a:pt x="2149" y="1530"/>
                    <a:pt x="2330" y="1451"/>
                    <a:pt x="2517" y="1384"/>
                  </a:cubicBezTo>
                  <a:lnTo>
                    <a:pt x="2517" y="1384"/>
                  </a:lnTo>
                  <a:cubicBezTo>
                    <a:pt x="3311" y="2001"/>
                    <a:pt x="4210" y="2468"/>
                    <a:pt x="5185" y="2786"/>
                  </a:cubicBezTo>
                  <a:cubicBezTo>
                    <a:pt x="5878" y="3021"/>
                    <a:pt x="6614" y="3127"/>
                    <a:pt x="7350" y="3159"/>
                  </a:cubicBezTo>
                  <a:cubicBezTo>
                    <a:pt x="7446" y="3166"/>
                    <a:pt x="7557" y="3173"/>
                    <a:pt x="7675" y="3173"/>
                  </a:cubicBezTo>
                  <a:cubicBezTo>
                    <a:pt x="8096" y="3173"/>
                    <a:pt x="8594" y="3089"/>
                    <a:pt x="8694" y="2647"/>
                  </a:cubicBezTo>
                  <a:cubicBezTo>
                    <a:pt x="9046" y="1218"/>
                    <a:pt x="6828" y="855"/>
                    <a:pt x="5878" y="716"/>
                  </a:cubicBezTo>
                  <a:cubicBezTo>
                    <a:pt x="5519" y="665"/>
                    <a:pt x="5152" y="638"/>
                    <a:pt x="4783" y="638"/>
                  </a:cubicBezTo>
                  <a:cubicBezTo>
                    <a:pt x="4046" y="638"/>
                    <a:pt x="3302" y="745"/>
                    <a:pt x="2604" y="976"/>
                  </a:cubicBezTo>
                  <a:lnTo>
                    <a:pt x="2604" y="976"/>
                  </a:lnTo>
                  <a:cubicBezTo>
                    <a:pt x="2264" y="694"/>
                    <a:pt x="1946" y="384"/>
                    <a:pt x="1654" y="55"/>
                  </a:cubicBezTo>
                  <a:cubicBezTo>
                    <a:pt x="1618" y="16"/>
                    <a:pt x="1576" y="0"/>
                    <a:pt x="1535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0"/>
            <p:cNvSpPr/>
            <p:nvPr/>
          </p:nvSpPr>
          <p:spPr>
            <a:xfrm>
              <a:off x="713225" y="902131"/>
              <a:ext cx="1141369" cy="786404"/>
            </a:xfrm>
            <a:custGeom>
              <a:avLst/>
              <a:gdLst/>
              <a:ahLst/>
              <a:cxnLst/>
              <a:rect l="l" t="t" r="r" b="b"/>
              <a:pathLst>
                <a:path w="18701" h="12885" extrusionOk="0">
                  <a:moveTo>
                    <a:pt x="7841" y="0"/>
                  </a:moveTo>
                  <a:cubicBezTo>
                    <a:pt x="7041" y="64"/>
                    <a:pt x="6252" y="320"/>
                    <a:pt x="5708" y="885"/>
                  </a:cubicBezTo>
                  <a:cubicBezTo>
                    <a:pt x="4673" y="1963"/>
                    <a:pt x="4054" y="3478"/>
                    <a:pt x="3702" y="5014"/>
                  </a:cubicBezTo>
                  <a:cubicBezTo>
                    <a:pt x="2984" y="5258"/>
                    <a:pt x="2231" y="5382"/>
                    <a:pt x="1480" y="5382"/>
                  </a:cubicBezTo>
                  <a:cubicBezTo>
                    <a:pt x="982" y="5382"/>
                    <a:pt x="485" y="5327"/>
                    <a:pt x="1" y="5216"/>
                  </a:cubicBezTo>
                  <a:lnTo>
                    <a:pt x="1" y="5216"/>
                  </a:lnTo>
                  <a:cubicBezTo>
                    <a:pt x="43" y="5632"/>
                    <a:pt x="459" y="5878"/>
                    <a:pt x="833" y="6038"/>
                  </a:cubicBezTo>
                  <a:cubicBezTo>
                    <a:pt x="1462" y="6303"/>
                    <a:pt x="2149" y="6433"/>
                    <a:pt x="2839" y="6433"/>
                  </a:cubicBezTo>
                  <a:cubicBezTo>
                    <a:pt x="3038" y="6433"/>
                    <a:pt x="3237" y="6422"/>
                    <a:pt x="3435" y="6401"/>
                  </a:cubicBezTo>
                  <a:lnTo>
                    <a:pt x="3435" y="6401"/>
                  </a:lnTo>
                  <a:cubicBezTo>
                    <a:pt x="3393" y="6646"/>
                    <a:pt x="3361" y="6881"/>
                    <a:pt x="3339" y="7126"/>
                  </a:cubicBezTo>
                  <a:cubicBezTo>
                    <a:pt x="3286" y="7627"/>
                    <a:pt x="3254" y="8150"/>
                    <a:pt x="3457" y="8619"/>
                  </a:cubicBezTo>
                  <a:cubicBezTo>
                    <a:pt x="3756" y="9313"/>
                    <a:pt x="4481" y="9697"/>
                    <a:pt x="5174" y="10006"/>
                  </a:cubicBezTo>
                  <a:cubicBezTo>
                    <a:pt x="8087" y="11297"/>
                    <a:pt x="11009" y="12268"/>
                    <a:pt x="14124" y="12844"/>
                  </a:cubicBezTo>
                  <a:cubicBezTo>
                    <a:pt x="14292" y="12874"/>
                    <a:pt x="14462" y="12884"/>
                    <a:pt x="14632" y="12884"/>
                  </a:cubicBezTo>
                  <a:cubicBezTo>
                    <a:pt x="14942" y="12884"/>
                    <a:pt x="15254" y="12851"/>
                    <a:pt x="15556" y="12851"/>
                  </a:cubicBezTo>
                  <a:cubicBezTo>
                    <a:pt x="15606" y="12851"/>
                    <a:pt x="15654" y="12852"/>
                    <a:pt x="15703" y="12854"/>
                  </a:cubicBezTo>
                  <a:cubicBezTo>
                    <a:pt x="15752" y="12857"/>
                    <a:pt x="15800" y="12859"/>
                    <a:pt x="15847" y="12859"/>
                  </a:cubicBezTo>
                  <a:cubicBezTo>
                    <a:pt x="16338" y="12859"/>
                    <a:pt x="16756" y="12706"/>
                    <a:pt x="17165" y="12385"/>
                  </a:cubicBezTo>
                  <a:cubicBezTo>
                    <a:pt x="17975" y="11745"/>
                    <a:pt x="18370" y="10998"/>
                    <a:pt x="18701" y="10123"/>
                  </a:cubicBezTo>
                  <a:cubicBezTo>
                    <a:pt x="17602" y="9931"/>
                    <a:pt x="16471" y="9931"/>
                    <a:pt x="15362" y="9857"/>
                  </a:cubicBezTo>
                  <a:cubicBezTo>
                    <a:pt x="14252" y="9761"/>
                    <a:pt x="13100" y="9579"/>
                    <a:pt x="12215" y="8886"/>
                  </a:cubicBezTo>
                  <a:cubicBezTo>
                    <a:pt x="11255" y="8118"/>
                    <a:pt x="10796" y="6913"/>
                    <a:pt x="10508" y="5718"/>
                  </a:cubicBezTo>
                  <a:cubicBezTo>
                    <a:pt x="10231" y="4523"/>
                    <a:pt x="10081" y="3286"/>
                    <a:pt x="9580" y="2166"/>
                  </a:cubicBezTo>
                  <a:cubicBezTo>
                    <a:pt x="9185" y="1312"/>
                    <a:pt x="8588" y="576"/>
                    <a:pt x="7841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5" name="Google Shape;2555;p50"/>
          <p:cNvGrpSpPr/>
          <p:nvPr/>
        </p:nvGrpSpPr>
        <p:grpSpPr>
          <a:xfrm rot="-914551" flipH="1">
            <a:off x="6379642" y="365823"/>
            <a:ext cx="852095" cy="695714"/>
            <a:chOff x="767239" y="2435280"/>
            <a:chExt cx="929159" cy="758634"/>
          </a:xfrm>
        </p:grpSpPr>
        <p:sp>
          <p:nvSpPr>
            <p:cNvPr id="2556" name="Google Shape;2556;p50"/>
            <p:cNvSpPr/>
            <p:nvPr/>
          </p:nvSpPr>
          <p:spPr>
            <a:xfrm>
              <a:off x="767239" y="2435280"/>
              <a:ext cx="929159" cy="758634"/>
            </a:xfrm>
            <a:custGeom>
              <a:avLst/>
              <a:gdLst/>
              <a:ahLst/>
              <a:cxnLst/>
              <a:rect l="l" t="t" r="r" b="b"/>
              <a:pathLst>
                <a:path w="15224" h="12430" extrusionOk="0">
                  <a:moveTo>
                    <a:pt x="8295" y="1"/>
                  </a:moveTo>
                  <a:cubicBezTo>
                    <a:pt x="7303" y="1"/>
                    <a:pt x="6312" y="86"/>
                    <a:pt x="5345" y="247"/>
                  </a:cubicBezTo>
                  <a:cubicBezTo>
                    <a:pt x="3905" y="471"/>
                    <a:pt x="2689" y="1282"/>
                    <a:pt x="2145" y="2701"/>
                  </a:cubicBezTo>
                  <a:cubicBezTo>
                    <a:pt x="1569" y="4194"/>
                    <a:pt x="1452" y="5816"/>
                    <a:pt x="1676" y="7394"/>
                  </a:cubicBezTo>
                  <a:cubicBezTo>
                    <a:pt x="1729" y="7725"/>
                    <a:pt x="1782" y="8067"/>
                    <a:pt x="1878" y="8408"/>
                  </a:cubicBezTo>
                  <a:cubicBezTo>
                    <a:pt x="1356" y="8835"/>
                    <a:pt x="897" y="9293"/>
                    <a:pt x="577" y="9869"/>
                  </a:cubicBezTo>
                  <a:cubicBezTo>
                    <a:pt x="129" y="10648"/>
                    <a:pt x="1" y="11661"/>
                    <a:pt x="438" y="12430"/>
                  </a:cubicBezTo>
                  <a:cubicBezTo>
                    <a:pt x="801" y="11320"/>
                    <a:pt x="1590" y="10349"/>
                    <a:pt x="2582" y="9752"/>
                  </a:cubicBezTo>
                  <a:cubicBezTo>
                    <a:pt x="2657" y="9827"/>
                    <a:pt x="2732" y="9901"/>
                    <a:pt x="2817" y="9965"/>
                  </a:cubicBezTo>
                  <a:cubicBezTo>
                    <a:pt x="4012" y="10936"/>
                    <a:pt x="5388" y="11480"/>
                    <a:pt x="6924" y="11640"/>
                  </a:cubicBezTo>
                  <a:cubicBezTo>
                    <a:pt x="7447" y="11698"/>
                    <a:pt x="7984" y="11727"/>
                    <a:pt x="8524" y="11727"/>
                  </a:cubicBezTo>
                  <a:cubicBezTo>
                    <a:pt x="9668" y="11727"/>
                    <a:pt x="10829" y="11599"/>
                    <a:pt x="11917" y="11352"/>
                  </a:cubicBezTo>
                  <a:cubicBezTo>
                    <a:pt x="14039" y="10872"/>
                    <a:pt x="14871" y="9261"/>
                    <a:pt x="15149" y="7256"/>
                  </a:cubicBezTo>
                  <a:cubicBezTo>
                    <a:pt x="15213" y="6808"/>
                    <a:pt x="15223" y="6338"/>
                    <a:pt x="15213" y="5869"/>
                  </a:cubicBezTo>
                  <a:cubicBezTo>
                    <a:pt x="15191" y="4994"/>
                    <a:pt x="15202" y="3874"/>
                    <a:pt x="14893" y="3042"/>
                  </a:cubicBezTo>
                  <a:cubicBezTo>
                    <a:pt x="14551" y="2114"/>
                    <a:pt x="13890" y="1293"/>
                    <a:pt x="13058" y="759"/>
                  </a:cubicBezTo>
                  <a:cubicBezTo>
                    <a:pt x="12205" y="215"/>
                    <a:pt x="10658" y="151"/>
                    <a:pt x="9655" y="55"/>
                  </a:cubicBezTo>
                  <a:cubicBezTo>
                    <a:pt x="9203" y="18"/>
                    <a:pt x="8749" y="1"/>
                    <a:pt x="8295" y="1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50"/>
            <p:cNvSpPr/>
            <p:nvPr/>
          </p:nvSpPr>
          <p:spPr>
            <a:xfrm>
              <a:off x="1025104" y="2552647"/>
              <a:ext cx="524025" cy="468974"/>
            </a:xfrm>
            <a:custGeom>
              <a:avLst/>
              <a:gdLst/>
              <a:ahLst/>
              <a:cxnLst/>
              <a:rect l="l" t="t" r="r" b="b"/>
              <a:pathLst>
                <a:path w="8586" h="7684" extrusionOk="0">
                  <a:moveTo>
                    <a:pt x="4368" y="1"/>
                  </a:moveTo>
                  <a:cubicBezTo>
                    <a:pt x="3721" y="1"/>
                    <a:pt x="3071" y="120"/>
                    <a:pt x="2518" y="319"/>
                  </a:cubicBezTo>
                  <a:cubicBezTo>
                    <a:pt x="1344" y="746"/>
                    <a:pt x="544" y="1599"/>
                    <a:pt x="203" y="2773"/>
                  </a:cubicBezTo>
                  <a:cubicBezTo>
                    <a:pt x="0" y="3455"/>
                    <a:pt x="54" y="4191"/>
                    <a:pt x="214" y="4885"/>
                  </a:cubicBezTo>
                  <a:cubicBezTo>
                    <a:pt x="310" y="5279"/>
                    <a:pt x="427" y="5685"/>
                    <a:pt x="640" y="6037"/>
                  </a:cubicBezTo>
                  <a:cubicBezTo>
                    <a:pt x="1003" y="6624"/>
                    <a:pt x="1590" y="7082"/>
                    <a:pt x="2230" y="7349"/>
                  </a:cubicBezTo>
                  <a:cubicBezTo>
                    <a:pt x="2765" y="7577"/>
                    <a:pt x="3330" y="7683"/>
                    <a:pt x="3889" y="7683"/>
                  </a:cubicBezTo>
                  <a:cubicBezTo>
                    <a:pt x="6283" y="7683"/>
                    <a:pt x="8585" y="5737"/>
                    <a:pt x="8118" y="3082"/>
                  </a:cubicBezTo>
                  <a:cubicBezTo>
                    <a:pt x="7948" y="2111"/>
                    <a:pt x="7361" y="1162"/>
                    <a:pt x="6518" y="586"/>
                  </a:cubicBezTo>
                  <a:cubicBezTo>
                    <a:pt x="5919" y="173"/>
                    <a:pt x="5145" y="1"/>
                    <a:pt x="4368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50"/>
            <p:cNvSpPr/>
            <p:nvPr/>
          </p:nvSpPr>
          <p:spPr>
            <a:xfrm>
              <a:off x="1133194" y="2746426"/>
              <a:ext cx="24108" cy="67990"/>
            </a:xfrm>
            <a:custGeom>
              <a:avLst/>
              <a:gdLst/>
              <a:ahLst/>
              <a:cxnLst/>
              <a:rect l="l" t="t" r="r" b="b"/>
              <a:pathLst>
                <a:path w="395" h="1114" extrusionOk="0">
                  <a:moveTo>
                    <a:pt x="78" y="0"/>
                  </a:moveTo>
                  <a:cubicBezTo>
                    <a:pt x="73" y="0"/>
                    <a:pt x="68" y="1"/>
                    <a:pt x="64" y="3"/>
                  </a:cubicBezTo>
                  <a:cubicBezTo>
                    <a:pt x="0" y="14"/>
                    <a:pt x="11" y="280"/>
                    <a:pt x="85" y="579"/>
                  </a:cubicBezTo>
                  <a:cubicBezTo>
                    <a:pt x="147" y="866"/>
                    <a:pt x="218" y="1114"/>
                    <a:pt x="290" y="1114"/>
                  </a:cubicBezTo>
                  <a:cubicBezTo>
                    <a:pt x="293" y="1114"/>
                    <a:pt x="296" y="1113"/>
                    <a:pt x="299" y="1112"/>
                  </a:cubicBezTo>
                  <a:cubicBezTo>
                    <a:pt x="363" y="1102"/>
                    <a:pt x="395" y="846"/>
                    <a:pt x="320" y="536"/>
                  </a:cubicBezTo>
                  <a:cubicBezTo>
                    <a:pt x="260" y="235"/>
                    <a:pt x="152" y="0"/>
                    <a:pt x="78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50"/>
            <p:cNvSpPr/>
            <p:nvPr/>
          </p:nvSpPr>
          <p:spPr>
            <a:xfrm>
              <a:off x="1368843" y="2708769"/>
              <a:ext cx="21544" cy="63962"/>
            </a:xfrm>
            <a:custGeom>
              <a:avLst/>
              <a:gdLst/>
              <a:ahLst/>
              <a:cxnLst/>
              <a:rect l="l" t="t" r="r" b="b"/>
              <a:pathLst>
                <a:path w="353" h="1048" extrusionOk="0">
                  <a:moveTo>
                    <a:pt x="69" y="1"/>
                  </a:moveTo>
                  <a:cubicBezTo>
                    <a:pt x="67" y="1"/>
                    <a:pt x="66" y="1"/>
                    <a:pt x="65" y="1"/>
                  </a:cubicBezTo>
                  <a:cubicBezTo>
                    <a:pt x="1" y="23"/>
                    <a:pt x="22" y="257"/>
                    <a:pt x="65" y="535"/>
                  </a:cubicBezTo>
                  <a:cubicBezTo>
                    <a:pt x="117" y="827"/>
                    <a:pt x="169" y="1047"/>
                    <a:pt x="241" y="1047"/>
                  </a:cubicBezTo>
                  <a:cubicBezTo>
                    <a:pt x="243" y="1047"/>
                    <a:pt x="244" y="1047"/>
                    <a:pt x="246" y="1047"/>
                  </a:cubicBezTo>
                  <a:cubicBezTo>
                    <a:pt x="321" y="1047"/>
                    <a:pt x="353" y="791"/>
                    <a:pt x="299" y="492"/>
                  </a:cubicBezTo>
                  <a:cubicBezTo>
                    <a:pt x="247" y="211"/>
                    <a:pt x="124" y="1"/>
                    <a:pt x="69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50"/>
            <p:cNvSpPr/>
            <p:nvPr/>
          </p:nvSpPr>
          <p:spPr>
            <a:xfrm>
              <a:off x="1094133" y="2691009"/>
              <a:ext cx="87948" cy="33568"/>
            </a:xfrm>
            <a:custGeom>
              <a:avLst/>
              <a:gdLst/>
              <a:ahLst/>
              <a:cxnLst/>
              <a:rect l="l" t="t" r="r" b="b"/>
              <a:pathLst>
                <a:path w="1441" h="550" extrusionOk="0">
                  <a:moveTo>
                    <a:pt x="111" y="1"/>
                  </a:moveTo>
                  <a:cubicBezTo>
                    <a:pt x="66" y="1"/>
                    <a:pt x="38" y="9"/>
                    <a:pt x="32" y="26"/>
                  </a:cubicBezTo>
                  <a:cubicBezTo>
                    <a:pt x="0" y="90"/>
                    <a:pt x="299" y="250"/>
                    <a:pt x="683" y="388"/>
                  </a:cubicBezTo>
                  <a:cubicBezTo>
                    <a:pt x="950" y="492"/>
                    <a:pt x="1187" y="550"/>
                    <a:pt x="1317" y="550"/>
                  </a:cubicBezTo>
                  <a:cubicBezTo>
                    <a:pt x="1373" y="550"/>
                    <a:pt x="1409" y="539"/>
                    <a:pt x="1419" y="516"/>
                  </a:cubicBezTo>
                  <a:cubicBezTo>
                    <a:pt x="1440" y="452"/>
                    <a:pt x="1152" y="292"/>
                    <a:pt x="768" y="164"/>
                  </a:cubicBezTo>
                  <a:cubicBezTo>
                    <a:pt x="494" y="62"/>
                    <a:pt x="236" y="1"/>
                    <a:pt x="111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50"/>
            <p:cNvSpPr/>
            <p:nvPr/>
          </p:nvSpPr>
          <p:spPr>
            <a:xfrm>
              <a:off x="1336984" y="2640107"/>
              <a:ext cx="44981" cy="64328"/>
            </a:xfrm>
            <a:custGeom>
              <a:avLst/>
              <a:gdLst/>
              <a:ahLst/>
              <a:cxnLst/>
              <a:rect l="l" t="t" r="r" b="b"/>
              <a:pathLst>
                <a:path w="737" h="1054" extrusionOk="0">
                  <a:moveTo>
                    <a:pt x="664" y="0"/>
                  </a:moveTo>
                  <a:cubicBezTo>
                    <a:pt x="590" y="0"/>
                    <a:pt x="399" y="182"/>
                    <a:pt x="235" y="444"/>
                  </a:cubicBezTo>
                  <a:cubicBezTo>
                    <a:pt x="64" y="742"/>
                    <a:pt x="0" y="1009"/>
                    <a:pt x="53" y="1052"/>
                  </a:cubicBezTo>
                  <a:cubicBezTo>
                    <a:pt x="56" y="1053"/>
                    <a:pt x="59" y="1053"/>
                    <a:pt x="63" y="1053"/>
                  </a:cubicBezTo>
                  <a:cubicBezTo>
                    <a:pt x="132" y="1053"/>
                    <a:pt x="285" y="847"/>
                    <a:pt x="437" y="582"/>
                  </a:cubicBezTo>
                  <a:cubicBezTo>
                    <a:pt x="608" y="284"/>
                    <a:pt x="736" y="49"/>
                    <a:pt x="683" y="6"/>
                  </a:cubicBezTo>
                  <a:cubicBezTo>
                    <a:pt x="678" y="2"/>
                    <a:pt x="671" y="0"/>
                    <a:pt x="664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50"/>
            <p:cNvSpPr/>
            <p:nvPr/>
          </p:nvSpPr>
          <p:spPr>
            <a:xfrm>
              <a:off x="1196974" y="2773281"/>
              <a:ext cx="169365" cy="119868"/>
            </a:xfrm>
            <a:custGeom>
              <a:avLst/>
              <a:gdLst/>
              <a:ahLst/>
              <a:cxnLst/>
              <a:rect l="l" t="t" r="r" b="b"/>
              <a:pathLst>
                <a:path w="2775" h="1964" extrusionOk="0">
                  <a:moveTo>
                    <a:pt x="1387" y="0"/>
                  </a:moveTo>
                  <a:cubicBezTo>
                    <a:pt x="630" y="0"/>
                    <a:pt x="0" y="662"/>
                    <a:pt x="0" y="1483"/>
                  </a:cubicBezTo>
                  <a:cubicBezTo>
                    <a:pt x="0" y="1654"/>
                    <a:pt x="22" y="1814"/>
                    <a:pt x="75" y="1963"/>
                  </a:cubicBezTo>
                  <a:cubicBezTo>
                    <a:pt x="107" y="1931"/>
                    <a:pt x="150" y="1921"/>
                    <a:pt x="171" y="1910"/>
                  </a:cubicBezTo>
                  <a:cubicBezTo>
                    <a:pt x="705" y="1536"/>
                    <a:pt x="1494" y="1408"/>
                    <a:pt x="2091" y="1376"/>
                  </a:cubicBezTo>
                  <a:cubicBezTo>
                    <a:pt x="2203" y="1366"/>
                    <a:pt x="2318" y="1360"/>
                    <a:pt x="2433" y="1360"/>
                  </a:cubicBezTo>
                  <a:cubicBezTo>
                    <a:pt x="2547" y="1360"/>
                    <a:pt x="2662" y="1366"/>
                    <a:pt x="2774" y="1376"/>
                  </a:cubicBezTo>
                  <a:cubicBezTo>
                    <a:pt x="2721" y="598"/>
                    <a:pt x="2123" y="0"/>
                    <a:pt x="1387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50"/>
            <p:cNvSpPr/>
            <p:nvPr/>
          </p:nvSpPr>
          <p:spPr>
            <a:xfrm>
              <a:off x="1213270" y="2810389"/>
              <a:ext cx="143915" cy="74948"/>
            </a:xfrm>
            <a:custGeom>
              <a:avLst/>
              <a:gdLst/>
              <a:ahLst/>
              <a:cxnLst/>
              <a:rect l="l" t="t" r="r" b="b"/>
              <a:pathLst>
                <a:path w="2358" h="1228" extrusionOk="0">
                  <a:moveTo>
                    <a:pt x="1227" y="0"/>
                  </a:moveTo>
                  <a:cubicBezTo>
                    <a:pt x="555" y="22"/>
                    <a:pt x="11" y="566"/>
                    <a:pt x="0" y="1227"/>
                  </a:cubicBezTo>
                  <a:cubicBezTo>
                    <a:pt x="523" y="907"/>
                    <a:pt x="1248" y="790"/>
                    <a:pt x="1824" y="747"/>
                  </a:cubicBezTo>
                  <a:cubicBezTo>
                    <a:pt x="1910" y="742"/>
                    <a:pt x="2000" y="739"/>
                    <a:pt x="2091" y="739"/>
                  </a:cubicBezTo>
                  <a:cubicBezTo>
                    <a:pt x="2182" y="739"/>
                    <a:pt x="2272" y="742"/>
                    <a:pt x="2358" y="747"/>
                  </a:cubicBezTo>
                  <a:cubicBezTo>
                    <a:pt x="2176" y="310"/>
                    <a:pt x="1728" y="0"/>
                    <a:pt x="1227" y="0"/>
                  </a:cubicBezTo>
                  <a:close/>
                </a:path>
              </a:pathLst>
            </a:custGeom>
            <a:solidFill>
              <a:srgbClr val="4C6F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50"/>
            <p:cNvSpPr/>
            <p:nvPr/>
          </p:nvSpPr>
          <p:spPr>
            <a:xfrm>
              <a:off x="767911" y="2497229"/>
              <a:ext cx="918051" cy="696686"/>
            </a:xfrm>
            <a:custGeom>
              <a:avLst/>
              <a:gdLst/>
              <a:ahLst/>
              <a:cxnLst/>
              <a:rect l="l" t="t" r="r" b="b"/>
              <a:pathLst>
                <a:path w="15042" h="11415" extrusionOk="0">
                  <a:moveTo>
                    <a:pt x="3425" y="0"/>
                  </a:moveTo>
                  <a:cubicBezTo>
                    <a:pt x="2870" y="416"/>
                    <a:pt x="2433" y="971"/>
                    <a:pt x="2145" y="1675"/>
                  </a:cubicBezTo>
                  <a:cubicBezTo>
                    <a:pt x="1579" y="3179"/>
                    <a:pt x="1451" y="4801"/>
                    <a:pt x="1686" y="6379"/>
                  </a:cubicBezTo>
                  <a:cubicBezTo>
                    <a:pt x="1739" y="6710"/>
                    <a:pt x="1793" y="7052"/>
                    <a:pt x="1878" y="7393"/>
                  </a:cubicBezTo>
                  <a:cubicBezTo>
                    <a:pt x="1366" y="7820"/>
                    <a:pt x="897" y="8278"/>
                    <a:pt x="577" y="8854"/>
                  </a:cubicBezTo>
                  <a:cubicBezTo>
                    <a:pt x="139" y="9633"/>
                    <a:pt x="1" y="10646"/>
                    <a:pt x="438" y="11415"/>
                  </a:cubicBezTo>
                  <a:cubicBezTo>
                    <a:pt x="801" y="10305"/>
                    <a:pt x="1590" y="9334"/>
                    <a:pt x="2593" y="8737"/>
                  </a:cubicBezTo>
                  <a:cubicBezTo>
                    <a:pt x="2657" y="8812"/>
                    <a:pt x="2731" y="8886"/>
                    <a:pt x="2817" y="8950"/>
                  </a:cubicBezTo>
                  <a:cubicBezTo>
                    <a:pt x="4012" y="9921"/>
                    <a:pt x="5388" y="10465"/>
                    <a:pt x="6924" y="10625"/>
                  </a:cubicBezTo>
                  <a:cubicBezTo>
                    <a:pt x="7450" y="10683"/>
                    <a:pt x="7989" y="10712"/>
                    <a:pt x="8531" y="10712"/>
                  </a:cubicBezTo>
                  <a:cubicBezTo>
                    <a:pt x="9679" y="10712"/>
                    <a:pt x="10840" y="10584"/>
                    <a:pt x="11927" y="10337"/>
                  </a:cubicBezTo>
                  <a:cubicBezTo>
                    <a:pt x="13826" y="9910"/>
                    <a:pt x="14700" y="8545"/>
                    <a:pt x="15042" y="6817"/>
                  </a:cubicBezTo>
                  <a:cubicBezTo>
                    <a:pt x="14251" y="6317"/>
                    <a:pt x="13312" y="6128"/>
                    <a:pt x="12349" y="6128"/>
                  </a:cubicBezTo>
                  <a:cubicBezTo>
                    <a:pt x="11543" y="6128"/>
                    <a:pt x="10721" y="6260"/>
                    <a:pt x="9953" y="6454"/>
                  </a:cubicBezTo>
                  <a:cubicBezTo>
                    <a:pt x="9489" y="6574"/>
                    <a:pt x="9004" y="6710"/>
                    <a:pt x="8534" y="6710"/>
                  </a:cubicBezTo>
                  <a:cubicBezTo>
                    <a:pt x="8335" y="6710"/>
                    <a:pt x="8139" y="6685"/>
                    <a:pt x="7948" y="6625"/>
                  </a:cubicBezTo>
                  <a:cubicBezTo>
                    <a:pt x="7393" y="6454"/>
                    <a:pt x="6945" y="6006"/>
                    <a:pt x="6668" y="5483"/>
                  </a:cubicBezTo>
                  <a:cubicBezTo>
                    <a:pt x="6390" y="4971"/>
                    <a:pt x="6230" y="4395"/>
                    <a:pt x="6060" y="3841"/>
                  </a:cubicBezTo>
                  <a:cubicBezTo>
                    <a:pt x="5793" y="2945"/>
                    <a:pt x="5452" y="2070"/>
                    <a:pt x="4908" y="1312"/>
                  </a:cubicBezTo>
                  <a:cubicBezTo>
                    <a:pt x="4513" y="779"/>
                    <a:pt x="4001" y="331"/>
                    <a:pt x="342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2529;p50">
            <a:extLst>
              <a:ext uri="{FF2B5EF4-FFF2-40B4-BE49-F238E27FC236}">
                <a16:creationId xmlns:a16="http://schemas.microsoft.com/office/drawing/2014/main" id="{6864F4CE-D7F9-45CF-84EB-B0F0CBAD36D1}"/>
              </a:ext>
            </a:extLst>
          </p:cNvPr>
          <p:cNvSpPr/>
          <p:nvPr/>
        </p:nvSpPr>
        <p:spPr>
          <a:xfrm>
            <a:off x="3280610" y="1332907"/>
            <a:ext cx="849300" cy="84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528;p50">
            <a:extLst>
              <a:ext uri="{FF2B5EF4-FFF2-40B4-BE49-F238E27FC236}">
                <a16:creationId xmlns:a16="http://schemas.microsoft.com/office/drawing/2014/main" id="{3721F799-B34F-4090-B92B-BD5B979A394F}"/>
              </a:ext>
            </a:extLst>
          </p:cNvPr>
          <p:cNvSpPr/>
          <p:nvPr/>
        </p:nvSpPr>
        <p:spPr>
          <a:xfrm>
            <a:off x="1023749" y="3692811"/>
            <a:ext cx="7285200" cy="792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529;p50">
            <a:extLst>
              <a:ext uri="{FF2B5EF4-FFF2-40B4-BE49-F238E27FC236}">
                <a16:creationId xmlns:a16="http://schemas.microsoft.com/office/drawing/2014/main" id="{2180115B-637F-48B0-9DA0-28D0BA5F6605}"/>
              </a:ext>
            </a:extLst>
          </p:cNvPr>
          <p:cNvSpPr/>
          <p:nvPr/>
        </p:nvSpPr>
        <p:spPr>
          <a:xfrm>
            <a:off x="1277097" y="3307761"/>
            <a:ext cx="849300" cy="84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530;p50">
            <a:extLst>
              <a:ext uri="{FF2B5EF4-FFF2-40B4-BE49-F238E27FC236}">
                <a16:creationId xmlns:a16="http://schemas.microsoft.com/office/drawing/2014/main" id="{5DC5722B-0AB2-442F-84B0-C90E9BD70527}"/>
              </a:ext>
            </a:extLst>
          </p:cNvPr>
          <p:cNvSpPr/>
          <p:nvPr/>
        </p:nvSpPr>
        <p:spPr>
          <a:xfrm>
            <a:off x="3179293" y="3304433"/>
            <a:ext cx="849300" cy="84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531;p50">
            <a:extLst>
              <a:ext uri="{FF2B5EF4-FFF2-40B4-BE49-F238E27FC236}">
                <a16:creationId xmlns:a16="http://schemas.microsoft.com/office/drawing/2014/main" id="{BDF211AA-024D-496F-99F0-2A974DD50F7E}"/>
              </a:ext>
            </a:extLst>
          </p:cNvPr>
          <p:cNvSpPr/>
          <p:nvPr/>
        </p:nvSpPr>
        <p:spPr>
          <a:xfrm>
            <a:off x="7249773" y="3279309"/>
            <a:ext cx="849300" cy="84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" name="Google Shape;2533;p50">
            <a:extLst>
              <a:ext uri="{FF2B5EF4-FFF2-40B4-BE49-F238E27FC236}">
                <a16:creationId xmlns:a16="http://schemas.microsoft.com/office/drawing/2014/main" id="{F2A08E44-D6BB-4851-B6F3-8D4C12FD0B23}"/>
              </a:ext>
            </a:extLst>
          </p:cNvPr>
          <p:cNvSpPr txBox="1"/>
          <p:nvPr/>
        </p:nvSpPr>
        <p:spPr>
          <a:xfrm>
            <a:off x="755624" y="5125275"/>
            <a:ext cx="23973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47" name="Google Shape;2534;p50">
            <a:extLst>
              <a:ext uri="{FF2B5EF4-FFF2-40B4-BE49-F238E27FC236}">
                <a16:creationId xmlns:a16="http://schemas.microsoft.com/office/drawing/2014/main" id="{21616CE1-D631-44BF-9B51-635ED7B3763A}"/>
              </a:ext>
            </a:extLst>
          </p:cNvPr>
          <p:cNvSpPr txBox="1"/>
          <p:nvPr/>
        </p:nvSpPr>
        <p:spPr>
          <a:xfrm>
            <a:off x="2606445" y="4317758"/>
            <a:ext cx="20094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C</a:t>
            </a:r>
            <a:r>
              <a:rPr lang="pt-BR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ÓDIGOS</a:t>
            </a:r>
            <a:endParaRPr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48" name="Google Shape;2536;p50">
            <a:extLst>
              <a:ext uri="{FF2B5EF4-FFF2-40B4-BE49-F238E27FC236}">
                <a16:creationId xmlns:a16="http://schemas.microsoft.com/office/drawing/2014/main" id="{3D130D92-DFBF-41C5-B890-73D3DD0B93B1}"/>
              </a:ext>
            </a:extLst>
          </p:cNvPr>
          <p:cNvSpPr txBox="1"/>
          <p:nvPr/>
        </p:nvSpPr>
        <p:spPr>
          <a:xfrm>
            <a:off x="4664957" y="4317758"/>
            <a:ext cx="20094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DASHBOARD</a:t>
            </a:r>
            <a:endParaRPr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63" name="Google Shape;9196;p88">
            <a:extLst>
              <a:ext uri="{FF2B5EF4-FFF2-40B4-BE49-F238E27FC236}">
                <a16:creationId xmlns:a16="http://schemas.microsoft.com/office/drawing/2014/main" id="{82C02DCC-2CC1-495E-AA82-4C0B37B5A102}"/>
              </a:ext>
            </a:extLst>
          </p:cNvPr>
          <p:cNvGrpSpPr/>
          <p:nvPr/>
        </p:nvGrpSpPr>
        <p:grpSpPr>
          <a:xfrm>
            <a:off x="3516797" y="1577175"/>
            <a:ext cx="376926" cy="370324"/>
            <a:chOff x="-40748275" y="3238700"/>
            <a:chExt cx="322600" cy="316950"/>
          </a:xfrm>
          <a:solidFill>
            <a:schemeClr val="accent6">
              <a:lumMod val="50000"/>
            </a:schemeClr>
          </a:solidFill>
        </p:grpSpPr>
        <p:sp>
          <p:nvSpPr>
            <p:cNvPr id="64" name="Google Shape;9197;p88">
              <a:extLst>
                <a:ext uri="{FF2B5EF4-FFF2-40B4-BE49-F238E27FC236}">
                  <a16:creationId xmlns:a16="http://schemas.microsoft.com/office/drawing/2014/main" id="{A803A681-8967-4AFD-A9AA-9B087565F004}"/>
                </a:ext>
              </a:extLst>
            </p:cNvPr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198;p88">
              <a:extLst>
                <a:ext uri="{FF2B5EF4-FFF2-40B4-BE49-F238E27FC236}">
                  <a16:creationId xmlns:a16="http://schemas.microsoft.com/office/drawing/2014/main" id="{F655322D-74E7-4365-B842-503A7C542E3F}"/>
                </a:ext>
              </a:extLst>
            </p:cNvPr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199;p88">
              <a:extLst>
                <a:ext uri="{FF2B5EF4-FFF2-40B4-BE49-F238E27FC236}">
                  <a16:creationId xmlns:a16="http://schemas.microsoft.com/office/drawing/2014/main" id="{18F47ABF-F23F-4A59-940B-A3AD9CE14ED5}"/>
                </a:ext>
              </a:extLst>
            </p:cNvPr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200;p88">
              <a:extLst>
                <a:ext uri="{FF2B5EF4-FFF2-40B4-BE49-F238E27FC236}">
                  <a16:creationId xmlns:a16="http://schemas.microsoft.com/office/drawing/2014/main" id="{022F56B5-F81E-4580-BCDD-15B8D6F5F8FE}"/>
                </a:ext>
              </a:extLst>
            </p:cNvPr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201;p88">
              <a:extLst>
                <a:ext uri="{FF2B5EF4-FFF2-40B4-BE49-F238E27FC236}">
                  <a16:creationId xmlns:a16="http://schemas.microsoft.com/office/drawing/2014/main" id="{8E3FC96F-CE49-4A47-86A4-2AE3D09DA3E8}"/>
                </a:ext>
              </a:extLst>
            </p:cNvPr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202;p88">
              <a:extLst>
                <a:ext uri="{FF2B5EF4-FFF2-40B4-BE49-F238E27FC236}">
                  <a16:creationId xmlns:a16="http://schemas.microsoft.com/office/drawing/2014/main" id="{26CC53E8-DC9D-4B66-9448-70091C20CEB7}"/>
                </a:ext>
              </a:extLst>
            </p:cNvPr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2532;p50">
            <a:extLst>
              <a:ext uri="{FF2B5EF4-FFF2-40B4-BE49-F238E27FC236}">
                <a16:creationId xmlns:a16="http://schemas.microsoft.com/office/drawing/2014/main" id="{C7EC6183-726C-4F8C-97A7-BA13312C2094}"/>
              </a:ext>
            </a:extLst>
          </p:cNvPr>
          <p:cNvSpPr txBox="1"/>
          <p:nvPr/>
        </p:nvSpPr>
        <p:spPr>
          <a:xfrm>
            <a:off x="2680313" y="2314131"/>
            <a:ext cx="20094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ARQUITETURA</a:t>
            </a:r>
            <a:r>
              <a:rPr lang="pt-BR" sz="1800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 </a:t>
            </a:r>
            <a:endParaRPr sz="1800"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76" name="Google Shape;2531;p50">
            <a:extLst>
              <a:ext uri="{FF2B5EF4-FFF2-40B4-BE49-F238E27FC236}">
                <a16:creationId xmlns:a16="http://schemas.microsoft.com/office/drawing/2014/main" id="{01A6B288-3752-462C-9BB1-559373E8BD2F}"/>
              </a:ext>
            </a:extLst>
          </p:cNvPr>
          <p:cNvSpPr/>
          <p:nvPr/>
        </p:nvSpPr>
        <p:spPr>
          <a:xfrm>
            <a:off x="5284124" y="1356047"/>
            <a:ext cx="849300" cy="84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2534;p50">
            <a:extLst>
              <a:ext uri="{FF2B5EF4-FFF2-40B4-BE49-F238E27FC236}">
                <a16:creationId xmlns:a16="http://schemas.microsoft.com/office/drawing/2014/main" id="{8F27B3B9-08E2-4885-81E6-C12C97234B90}"/>
              </a:ext>
            </a:extLst>
          </p:cNvPr>
          <p:cNvSpPr txBox="1"/>
          <p:nvPr/>
        </p:nvSpPr>
        <p:spPr>
          <a:xfrm>
            <a:off x="6862855" y="2430463"/>
            <a:ext cx="1672432" cy="38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REGRAS DE NÉGOCIO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86" name="Google Shape;2530;p50">
            <a:extLst>
              <a:ext uri="{FF2B5EF4-FFF2-40B4-BE49-F238E27FC236}">
                <a16:creationId xmlns:a16="http://schemas.microsoft.com/office/drawing/2014/main" id="{BA638913-B5B9-48BE-A738-8D3C32D6A748}"/>
              </a:ext>
            </a:extLst>
          </p:cNvPr>
          <p:cNvSpPr/>
          <p:nvPr/>
        </p:nvSpPr>
        <p:spPr>
          <a:xfrm>
            <a:off x="7249773" y="1350411"/>
            <a:ext cx="849300" cy="84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2532;p50">
            <a:extLst>
              <a:ext uri="{FF2B5EF4-FFF2-40B4-BE49-F238E27FC236}">
                <a16:creationId xmlns:a16="http://schemas.microsoft.com/office/drawing/2014/main" id="{28230E40-566E-45D4-92AD-68177F14A3C4}"/>
              </a:ext>
            </a:extLst>
          </p:cNvPr>
          <p:cNvSpPr txBox="1"/>
          <p:nvPr/>
        </p:nvSpPr>
        <p:spPr>
          <a:xfrm>
            <a:off x="4710257" y="2331523"/>
            <a:ext cx="20094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DESCRIÇÃO DAS ATIVIDADES </a:t>
            </a:r>
            <a:endParaRPr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93" name="Google Shape;10731;p91">
            <a:extLst>
              <a:ext uri="{FF2B5EF4-FFF2-40B4-BE49-F238E27FC236}">
                <a16:creationId xmlns:a16="http://schemas.microsoft.com/office/drawing/2014/main" id="{B774F159-D3A3-43C5-8FD5-4FC0AEA8319D}"/>
              </a:ext>
            </a:extLst>
          </p:cNvPr>
          <p:cNvGrpSpPr/>
          <p:nvPr/>
        </p:nvGrpSpPr>
        <p:grpSpPr>
          <a:xfrm>
            <a:off x="1552557" y="1599978"/>
            <a:ext cx="298377" cy="354519"/>
            <a:chOff x="-48233050" y="3569725"/>
            <a:chExt cx="252050" cy="299475"/>
          </a:xfrm>
          <a:solidFill>
            <a:schemeClr val="accent6">
              <a:lumMod val="50000"/>
            </a:schemeClr>
          </a:solidFill>
        </p:grpSpPr>
        <p:sp>
          <p:nvSpPr>
            <p:cNvPr id="94" name="Google Shape;10732;p91">
              <a:extLst>
                <a:ext uri="{FF2B5EF4-FFF2-40B4-BE49-F238E27FC236}">
                  <a16:creationId xmlns:a16="http://schemas.microsoft.com/office/drawing/2014/main" id="{AC06A6F5-620A-430F-BC6C-966E39F1EBBD}"/>
                </a:ext>
              </a:extLst>
            </p:cNvPr>
            <p:cNvSpPr/>
            <p:nvPr/>
          </p:nvSpPr>
          <p:spPr>
            <a:xfrm>
              <a:off x="-48233050" y="3569725"/>
              <a:ext cx="252050" cy="299475"/>
            </a:xfrm>
            <a:custGeom>
              <a:avLst/>
              <a:gdLst/>
              <a:ahLst/>
              <a:cxnLst/>
              <a:rect l="l" t="t" r="r" b="b"/>
              <a:pathLst>
                <a:path w="10082" h="11979" extrusionOk="0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0733;p91">
              <a:extLst>
                <a:ext uri="{FF2B5EF4-FFF2-40B4-BE49-F238E27FC236}">
                  <a16:creationId xmlns:a16="http://schemas.microsoft.com/office/drawing/2014/main" id="{97E498BC-F40F-474B-9527-20DC1F8C1E86}"/>
                </a:ext>
              </a:extLst>
            </p:cNvPr>
            <p:cNvSpPr/>
            <p:nvPr/>
          </p:nvSpPr>
          <p:spPr>
            <a:xfrm>
              <a:off x="-48170050" y="3622650"/>
              <a:ext cx="100050" cy="103225"/>
            </a:xfrm>
            <a:custGeom>
              <a:avLst/>
              <a:gdLst/>
              <a:ahLst/>
              <a:cxnLst/>
              <a:rect l="l" t="t" r="r" b="b"/>
              <a:pathLst>
                <a:path w="4002" h="4129" extrusionOk="0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0734;p91">
              <a:extLst>
                <a:ext uri="{FF2B5EF4-FFF2-40B4-BE49-F238E27FC236}">
                  <a16:creationId xmlns:a16="http://schemas.microsoft.com/office/drawing/2014/main" id="{2AE1D0D6-961F-4738-86DC-12077F8DF76F}"/>
                </a:ext>
              </a:extLst>
            </p:cNvPr>
            <p:cNvSpPr/>
            <p:nvPr/>
          </p:nvSpPr>
          <p:spPr>
            <a:xfrm>
              <a:off x="-48129100" y="36652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31;p89">
            <a:extLst>
              <a:ext uri="{FF2B5EF4-FFF2-40B4-BE49-F238E27FC236}">
                <a16:creationId xmlns:a16="http://schemas.microsoft.com/office/drawing/2014/main" id="{EC685F33-46EF-4EF9-8956-5CFAB904832E}"/>
              </a:ext>
            </a:extLst>
          </p:cNvPr>
          <p:cNvGrpSpPr/>
          <p:nvPr/>
        </p:nvGrpSpPr>
        <p:grpSpPr>
          <a:xfrm>
            <a:off x="5550433" y="1582517"/>
            <a:ext cx="350079" cy="350079"/>
            <a:chOff x="583100" y="3982600"/>
            <a:chExt cx="296175" cy="296175"/>
          </a:xfrm>
          <a:solidFill>
            <a:schemeClr val="accent6">
              <a:lumMod val="50000"/>
            </a:schemeClr>
          </a:solidFill>
        </p:grpSpPr>
        <p:sp>
          <p:nvSpPr>
            <p:cNvPr id="98" name="Google Shape;9732;p89">
              <a:extLst>
                <a:ext uri="{FF2B5EF4-FFF2-40B4-BE49-F238E27FC236}">
                  <a16:creationId xmlns:a16="http://schemas.microsoft.com/office/drawing/2014/main" id="{326D63D3-77CA-481F-9C56-AB1EDB17D573}"/>
                </a:ext>
              </a:extLst>
            </p:cNvPr>
            <p:cNvSpPr/>
            <p:nvPr/>
          </p:nvSpPr>
          <p:spPr>
            <a:xfrm>
              <a:off x="694925" y="3982600"/>
              <a:ext cx="70925" cy="68550"/>
            </a:xfrm>
            <a:custGeom>
              <a:avLst/>
              <a:gdLst/>
              <a:ahLst/>
              <a:cxnLst/>
              <a:rect l="l" t="t" r="r" b="b"/>
              <a:pathLst>
                <a:path w="2837" h="2742" extrusionOk="0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733;p89">
              <a:extLst>
                <a:ext uri="{FF2B5EF4-FFF2-40B4-BE49-F238E27FC236}">
                  <a16:creationId xmlns:a16="http://schemas.microsoft.com/office/drawing/2014/main" id="{F03871E6-1BE3-4B20-A248-E67626DA5E4F}"/>
                </a:ext>
              </a:extLst>
            </p:cNvPr>
            <p:cNvSpPr/>
            <p:nvPr/>
          </p:nvSpPr>
          <p:spPr>
            <a:xfrm>
              <a:off x="609075" y="4139350"/>
              <a:ext cx="69350" cy="68525"/>
            </a:xfrm>
            <a:custGeom>
              <a:avLst/>
              <a:gdLst/>
              <a:ahLst/>
              <a:cxnLst/>
              <a:rect l="l" t="t" r="r" b="b"/>
              <a:pathLst>
                <a:path w="2774" h="2741" extrusionOk="0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734;p89">
              <a:extLst>
                <a:ext uri="{FF2B5EF4-FFF2-40B4-BE49-F238E27FC236}">
                  <a16:creationId xmlns:a16="http://schemas.microsoft.com/office/drawing/2014/main" id="{D8228485-4A8E-40AA-AFB9-31298E9557CB}"/>
                </a:ext>
              </a:extLst>
            </p:cNvPr>
            <p:cNvSpPr/>
            <p:nvPr/>
          </p:nvSpPr>
          <p:spPr>
            <a:xfrm>
              <a:off x="783925" y="41401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735;p89">
              <a:extLst>
                <a:ext uri="{FF2B5EF4-FFF2-40B4-BE49-F238E27FC236}">
                  <a16:creationId xmlns:a16="http://schemas.microsoft.com/office/drawing/2014/main" id="{C6C0D537-007D-4727-A4CA-F910940429B1}"/>
                </a:ext>
              </a:extLst>
            </p:cNvPr>
            <p:cNvSpPr/>
            <p:nvPr/>
          </p:nvSpPr>
          <p:spPr>
            <a:xfrm>
              <a:off x="583100" y="4207075"/>
              <a:ext cx="122100" cy="71700"/>
            </a:xfrm>
            <a:custGeom>
              <a:avLst/>
              <a:gdLst/>
              <a:ahLst/>
              <a:cxnLst/>
              <a:rect l="l" t="t" r="r" b="b"/>
              <a:pathLst>
                <a:path w="4884" h="2868" extrusionOk="0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736;p89">
              <a:extLst>
                <a:ext uri="{FF2B5EF4-FFF2-40B4-BE49-F238E27FC236}">
                  <a16:creationId xmlns:a16="http://schemas.microsoft.com/office/drawing/2014/main" id="{5986A864-62FF-450E-A3F3-A6722FDC0BA3}"/>
                </a:ext>
              </a:extLst>
            </p:cNvPr>
            <p:cNvSpPr/>
            <p:nvPr/>
          </p:nvSpPr>
          <p:spPr>
            <a:xfrm>
              <a:off x="669725" y="4049550"/>
              <a:ext cx="122900" cy="72475"/>
            </a:xfrm>
            <a:custGeom>
              <a:avLst/>
              <a:gdLst/>
              <a:ahLst/>
              <a:cxnLst/>
              <a:rect l="l" t="t" r="r" b="b"/>
              <a:pathLst>
                <a:path w="4916" h="2899" extrusionOk="0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737;p89">
              <a:extLst>
                <a:ext uri="{FF2B5EF4-FFF2-40B4-BE49-F238E27FC236}">
                  <a16:creationId xmlns:a16="http://schemas.microsoft.com/office/drawing/2014/main" id="{FD1559DA-9172-485F-BB9B-C3EE24B3FE14}"/>
                </a:ext>
              </a:extLst>
            </p:cNvPr>
            <p:cNvSpPr/>
            <p:nvPr/>
          </p:nvSpPr>
          <p:spPr>
            <a:xfrm>
              <a:off x="757150" y="42070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738;p89">
              <a:extLst>
                <a:ext uri="{FF2B5EF4-FFF2-40B4-BE49-F238E27FC236}">
                  <a16:creationId xmlns:a16="http://schemas.microsoft.com/office/drawing/2014/main" id="{D5156CE2-A2D5-4BAD-ACE9-D7DA4E076DA0}"/>
                </a:ext>
              </a:extLst>
            </p:cNvPr>
            <p:cNvSpPr/>
            <p:nvPr/>
          </p:nvSpPr>
          <p:spPr>
            <a:xfrm>
              <a:off x="691775" y="4139350"/>
              <a:ext cx="77225" cy="64600"/>
            </a:xfrm>
            <a:custGeom>
              <a:avLst/>
              <a:gdLst/>
              <a:ahLst/>
              <a:cxnLst/>
              <a:rect l="l" t="t" r="r" b="b"/>
              <a:pathLst>
                <a:path w="3089" h="2584" extrusionOk="0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2532;p50">
            <a:extLst>
              <a:ext uri="{FF2B5EF4-FFF2-40B4-BE49-F238E27FC236}">
                <a16:creationId xmlns:a16="http://schemas.microsoft.com/office/drawing/2014/main" id="{0224D3C2-DD22-40FD-B902-B29A0127163E}"/>
              </a:ext>
            </a:extLst>
          </p:cNvPr>
          <p:cNvSpPr txBox="1"/>
          <p:nvPr/>
        </p:nvSpPr>
        <p:spPr>
          <a:xfrm>
            <a:off x="692398" y="4309846"/>
            <a:ext cx="20094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PLANEJAMENTO</a:t>
            </a:r>
            <a:endParaRPr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10" name="Google Shape;2530;p50">
            <a:extLst>
              <a:ext uri="{FF2B5EF4-FFF2-40B4-BE49-F238E27FC236}">
                <a16:creationId xmlns:a16="http://schemas.microsoft.com/office/drawing/2014/main" id="{CDA09082-0844-4730-BD3C-B3B107A46E27}"/>
              </a:ext>
            </a:extLst>
          </p:cNvPr>
          <p:cNvSpPr/>
          <p:nvPr/>
        </p:nvSpPr>
        <p:spPr>
          <a:xfrm>
            <a:off x="5238457" y="3299853"/>
            <a:ext cx="849300" cy="849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2536;p50">
            <a:extLst>
              <a:ext uri="{FF2B5EF4-FFF2-40B4-BE49-F238E27FC236}">
                <a16:creationId xmlns:a16="http://schemas.microsoft.com/office/drawing/2014/main" id="{382AA501-3A06-4512-90D1-406A4C6A7346}"/>
              </a:ext>
            </a:extLst>
          </p:cNvPr>
          <p:cNvSpPr txBox="1"/>
          <p:nvPr/>
        </p:nvSpPr>
        <p:spPr>
          <a:xfrm>
            <a:off x="6665326" y="4309846"/>
            <a:ext cx="20094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CONCLUSÃO</a:t>
            </a:r>
            <a:endParaRPr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117" name="Google Shape;9821;p89">
            <a:extLst>
              <a:ext uri="{FF2B5EF4-FFF2-40B4-BE49-F238E27FC236}">
                <a16:creationId xmlns:a16="http://schemas.microsoft.com/office/drawing/2014/main" id="{2ACE305B-FF5D-4863-BB5B-FCA1F27CFD79}"/>
              </a:ext>
            </a:extLst>
          </p:cNvPr>
          <p:cNvGrpSpPr/>
          <p:nvPr/>
        </p:nvGrpSpPr>
        <p:grpSpPr>
          <a:xfrm>
            <a:off x="7490490" y="1587077"/>
            <a:ext cx="349163" cy="349133"/>
            <a:chOff x="4628325" y="3599825"/>
            <a:chExt cx="295400" cy="295375"/>
          </a:xfrm>
          <a:solidFill>
            <a:schemeClr val="accent6">
              <a:lumMod val="50000"/>
            </a:schemeClr>
          </a:solidFill>
        </p:grpSpPr>
        <p:sp>
          <p:nvSpPr>
            <p:cNvPr id="118" name="Google Shape;9822;p89">
              <a:extLst>
                <a:ext uri="{FF2B5EF4-FFF2-40B4-BE49-F238E27FC236}">
                  <a16:creationId xmlns:a16="http://schemas.microsoft.com/office/drawing/2014/main" id="{8856EB13-AA9D-4A47-A97C-64804EF6A92C}"/>
                </a:ext>
              </a:extLst>
            </p:cNvPr>
            <p:cNvSpPr/>
            <p:nvPr/>
          </p:nvSpPr>
          <p:spPr>
            <a:xfrm>
              <a:off x="4679525" y="3686450"/>
              <a:ext cx="17350" cy="86675"/>
            </a:xfrm>
            <a:custGeom>
              <a:avLst/>
              <a:gdLst/>
              <a:ahLst/>
              <a:cxnLst/>
              <a:rect l="l" t="t" r="r" b="b"/>
              <a:pathLst>
                <a:path w="694" h="3467" extrusionOk="0">
                  <a:moveTo>
                    <a:pt x="0" y="1"/>
                  </a:moveTo>
                  <a:lnTo>
                    <a:pt x="0" y="3466"/>
                  </a:lnTo>
                  <a:lnTo>
                    <a:pt x="694" y="3466"/>
                  </a:lnTo>
                  <a:lnTo>
                    <a:pt x="6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9823;p89">
              <a:extLst>
                <a:ext uri="{FF2B5EF4-FFF2-40B4-BE49-F238E27FC236}">
                  <a16:creationId xmlns:a16="http://schemas.microsoft.com/office/drawing/2014/main" id="{C1477E37-9110-4A1F-A056-CBA21B852DB3}"/>
                </a:ext>
              </a:extLst>
            </p:cNvPr>
            <p:cNvSpPr/>
            <p:nvPr/>
          </p:nvSpPr>
          <p:spPr>
            <a:xfrm>
              <a:off x="4854375" y="3686450"/>
              <a:ext cx="18150" cy="86675"/>
            </a:xfrm>
            <a:custGeom>
              <a:avLst/>
              <a:gdLst/>
              <a:ahLst/>
              <a:cxnLst/>
              <a:rect l="l" t="t" r="r" b="b"/>
              <a:pathLst>
                <a:path w="726" h="3467" extrusionOk="0">
                  <a:moveTo>
                    <a:pt x="1" y="1"/>
                  </a:moveTo>
                  <a:lnTo>
                    <a:pt x="1" y="3466"/>
                  </a:lnTo>
                  <a:lnTo>
                    <a:pt x="725" y="3466"/>
                  </a:ln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9824;p89">
              <a:extLst>
                <a:ext uri="{FF2B5EF4-FFF2-40B4-BE49-F238E27FC236}">
                  <a16:creationId xmlns:a16="http://schemas.microsoft.com/office/drawing/2014/main" id="{784BBD8F-BF25-4606-B482-55D494781F2B}"/>
                </a:ext>
              </a:extLst>
            </p:cNvPr>
            <p:cNvSpPr/>
            <p:nvPr/>
          </p:nvSpPr>
          <p:spPr>
            <a:xfrm>
              <a:off x="4679525" y="3790425"/>
              <a:ext cx="17350" cy="104000"/>
            </a:xfrm>
            <a:custGeom>
              <a:avLst/>
              <a:gdLst/>
              <a:ahLst/>
              <a:cxnLst/>
              <a:rect l="l" t="t" r="r" b="b"/>
              <a:pathLst>
                <a:path w="694" h="4160" extrusionOk="0">
                  <a:moveTo>
                    <a:pt x="0" y="0"/>
                  </a:moveTo>
                  <a:lnTo>
                    <a:pt x="0" y="4159"/>
                  </a:lnTo>
                  <a:lnTo>
                    <a:pt x="694" y="4159"/>
                  </a:ln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9825;p89">
              <a:extLst>
                <a:ext uri="{FF2B5EF4-FFF2-40B4-BE49-F238E27FC236}">
                  <a16:creationId xmlns:a16="http://schemas.microsoft.com/office/drawing/2014/main" id="{1D13773C-D987-4980-9550-4254E51657C5}"/>
                </a:ext>
              </a:extLst>
            </p:cNvPr>
            <p:cNvSpPr/>
            <p:nvPr/>
          </p:nvSpPr>
          <p:spPr>
            <a:xfrm>
              <a:off x="4854375" y="3790425"/>
              <a:ext cx="18150" cy="104000"/>
            </a:xfrm>
            <a:custGeom>
              <a:avLst/>
              <a:gdLst/>
              <a:ahLst/>
              <a:cxnLst/>
              <a:rect l="l" t="t" r="r" b="b"/>
              <a:pathLst>
                <a:path w="726" h="4160" extrusionOk="0">
                  <a:moveTo>
                    <a:pt x="1" y="0"/>
                  </a:moveTo>
                  <a:lnTo>
                    <a:pt x="1" y="4159"/>
                  </a:lnTo>
                  <a:lnTo>
                    <a:pt x="725" y="4159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9826;p89">
              <a:extLst>
                <a:ext uri="{FF2B5EF4-FFF2-40B4-BE49-F238E27FC236}">
                  <a16:creationId xmlns:a16="http://schemas.microsoft.com/office/drawing/2014/main" id="{F928D63A-B6F8-4F81-8DAA-BBB08FB43EE9}"/>
                </a:ext>
              </a:extLst>
            </p:cNvPr>
            <p:cNvSpPr/>
            <p:nvPr/>
          </p:nvSpPr>
          <p:spPr>
            <a:xfrm>
              <a:off x="4628325" y="3686450"/>
              <a:ext cx="34675" cy="86675"/>
            </a:xfrm>
            <a:custGeom>
              <a:avLst/>
              <a:gdLst/>
              <a:ahLst/>
              <a:cxnLst/>
              <a:rect l="l" t="t" r="r" b="b"/>
              <a:pathLst>
                <a:path w="1387" h="3467" extrusionOk="0">
                  <a:moveTo>
                    <a:pt x="1009" y="1"/>
                  </a:moveTo>
                  <a:cubicBezTo>
                    <a:pt x="442" y="1"/>
                    <a:pt x="1" y="442"/>
                    <a:pt x="1" y="1009"/>
                  </a:cubicBezTo>
                  <a:lnTo>
                    <a:pt x="1" y="2049"/>
                  </a:lnTo>
                  <a:cubicBezTo>
                    <a:pt x="1" y="2427"/>
                    <a:pt x="158" y="2773"/>
                    <a:pt x="442" y="3025"/>
                  </a:cubicBezTo>
                  <a:cubicBezTo>
                    <a:pt x="662" y="3340"/>
                    <a:pt x="1009" y="3466"/>
                    <a:pt x="1387" y="3466"/>
                  </a:cubicBezTo>
                  <a:lnTo>
                    <a:pt x="13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9827;p89">
              <a:extLst>
                <a:ext uri="{FF2B5EF4-FFF2-40B4-BE49-F238E27FC236}">
                  <a16:creationId xmlns:a16="http://schemas.microsoft.com/office/drawing/2014/main" id="{B12C4F8A-1389-4446-8E95-FE8B3FDFD8D5}"/>
                </a:ext>
              </a:extLst>
            </p:cNvPr>
            <p:cNvSpPr/>
            <p:nvPr/>
          </p:nvSpPr>
          <p:spPr>
            <a:xfrm>
              <a:off x="4714975" y="3686450"/>
              <a:ext cx="122100" cy="86675"/>
            </a:xfrm>
            <a:custGeom>
              <a:avLst/>
              <a:gdLst/>
              <a:ahLst/>
              <a:cxnLst/>
              <a:rect l="l" t="t" r="r" b="b"/>
              <a:pathLst>
                <a:path w="4884" h="3467" extrusionOk="0">
                  <a:moveTo>
                    <a:pt x="0" y="1"/>
                  </a:moveTo>
                  <a:lnTo>
                    <a:pt x="0" y="3466"/>
                  </a:lnTo>
                  <a:lnTo>
                    <a:pt x="4883" y="3466"/>
                  </a:lnTo>
                  <a:lnTo>
                    <a:pt x="4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9828;p89">
              <a:extLst>
                <a:ext uri="{FF2B5EF4-FFF2-40B4-BE49-F238E27FC236}">
                  <a16:creationId xmlns:a16="http://schemas.microsoft.com/office/drawing/2014/main" id="{93BDC30B-1B49-48F8-9943-4F3F239CC71F}"/>
                </a:ext>
              </a:extLst>
            </p:cNvPr>
            <p:cNvSpPr/>
            <p:nvPr/>
          </p:nvSpPr>
          <p:spPr>
            <a:xfrm>
              <a:off x="4889025" y="3777825"/>
              <a:ext cx="34700" cy="117375"/>
            </a:xfrm>
            <a:custGeom>
              <a:avLst/>
              <a:gdLst/>
              <a:ahLst/>
              <a:cxnLst/>
              <a:rect l="l" t="t" r="r" b="b"/>
              <a:pathLst>
                <a:path w="1388" h="4695" extrusionOk="0">
                  <a:moveTo>
                    <a:pt x="1387" y="0"/>
                  </a:moveTo>
                  <a:cubicBezTo>
                    <a:pt x="977" y="315"/>
                    <a:pt x="505" y="504"/>
                    <a:pt x="1" y="504"/>
                  </a:cubicBezTo>
                  <a:lnTo>
                    <a:pt x="1" y="4695"/>
                  </a:lnTo>
                  <a:lnTo>
                    <a:pt x="347" y="4695"/>
                  </a:lnTo>
                  <a:cubicBezTo>
                    <a:pt x="946" y="4695"/>
                    <a:pt x="1387" y="4222"/>
                    <a:pt x="1387" y="3655"/>
                  </a:cubicBezTo>
                  <a:lnTo>
                    <a:pt x="138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9829;p89">
              <a:extLst>
                <a:ext uri="{FF2B5EF4-FFF2-40B4-BE49-F238E27FC236}">
                  <a16:creationId xmlns:a16="http://schemas.microsoft.com/office/drawing/2014/main" id="{D59180DA-E61F-4B6A-82CF-E90B98C585CA}"/>
                </a:ext>
              </a:extLst>
            </p:cNvPr>
            <p:cNvSpPr/>
            <p:nvPr/>
          </p:nvSpPr>
          <p:spPr>
            <a:xfrm>
              <a:off x="4628325" y="3777825"/>
              <a:ext cx="34675" cy="116600"/>
            </a:xfrm>
            <a:custGeom>
              <a:avLst/>
              <a:gdLst/>
              <a:ahLst/>
              <a:cxnLst/>
              <a:rect l="l" t="t" r="r" b="b"/>
              <a:pathLst>
                <a:path w="1387" h="4664" extrusionOk="0">
                  <a:moveTo>
                    <a:pt x="1" y="0"/>
                  </a:moveTo>
                  <a:lnTo>
                    <a:pt x="1" y="3655"/>
                  </a:lnTo>
                  <a:cubicBezTo>
                    <a:pt x="1" y="4222"/>
                    <a:pt x="442" y="4663"/>
                    <a:pt x="1009" y="4663"/>
                  </a:cubicBezTo>
                  <a:lnTo>
                    <a:pt x="1387" y="4663"/>
                  </a:lnTo>
                  <a:lnTo>
                    <a:pt x="1387" y="504"/>
                  </a:lnTo>
                  <a:cubicBezTo>
                    <a:pt x="851" y="504"/>
                    <a:pt x="379" y="315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9830;p89">
              <a:extLst>
                <a:ext uri="{FF2B5EF4-FFF2-40B4-BE49-F238E27FC236}">
                  <a16:creationId xmlns:a16="http://schemas.microsoft.com/office/drawing/2014/main" id="{FDC01F56-4BC9-4FE7-9503-CEA6905B9C8E}"/>
                </a:ext>
              </a:extLst>
            </p:cNvPr>
            <p:cNvSpPr/>
            <p:nvPr/>
          </p:nvSpPr>
          <p:spPr>
            <a:xfrm>
              <a:off x="4766950" y="37904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694" y="568"/>
                    <a:pt x="694" y="347"/>
                  </a:cubicBez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9831;p89">
              <a:extLst>
                <a:ext uri="{FF2B5EF4-FFF2-40B4-BE49-F238E27FC236}">
                  <a16:creationId xmlns:a16="http://schemas.microsoft.com/office/drawing/2014/main" id="{71F9A126-D581-42A7-9E21-3BF99782377A}"/>
                </a:ext>
              </a:extLst>
            </p:cNvPr>
            <p:cNvSpPr/>
            <p:nvPr/>
          </p:nvSpPr>
          <p:spPr>
            <a:xfrm>
              <a:off x="4889025" y="3686450"/>
              <a:ext cx="34700" cy="86675"/>
            </a:xfrm>
            <a:custGeom>
              <a:avLst/>
              <a:gdLst/>
              <a:ahLst/>
              <a:cxnLst/>
              <a:rect l="l" t="t" r="r" b="b"/>
              <a:pathLst>
                <a:path w="1388" h="3467" extrusionOk="0">
                  <a:moveTo>
                    <a:pt x="1" y="1"/>
                  </a:moveTo>
                  <a:lnTo>
                    <a:pt x="1" y="3466"/>
                  </a:lnTo>
                  <a:cubicBezTo>
                    <a:pt x="347" y="3466"/>
                    <a:pt x="662" y="3340"/>
                    <a:pt x="946" y="3088"/>
                  </a:cubicBezTo>
                  <a:cubicBezTo>
                    <a:pt x="1229" y="2836"/>
                    <a:pt x="1387" y="2458"/>
                    <a:pt x="1387" y="2080"/>
                  </a:cubicBezTo>
                  <a:lnTo>
                    <a:pt x="1387" y="1040"/>
                  </a:lnTo>
                  <a:cubicBezTo>
                    <a:pt x="1387" y="442"/>
                    <a:pt x="914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832;p89">
              <a:extLst>
                <a:ext uri="{FF2B5EF4-FFF2-40B4-BE49-F238E27FC236}">
                  <a16:creationId xmlns:a16="http://schemas.microsoft.com/office/drawing/2014/main" id="{CCEF0388-CA1F-423A-91C0-641209ED249B}"/>
                </a:ext>
              </a:extLst>
            </p:cNvPr>
            <p:cNvSpPr/>
            <p:nvPr/>
          </p:nvSpPr>
          <p:spPr>
            <a:xfrm>
              <a:off x="4714975" y="3790425"/>
              <a:ext cx="122100" cy="104000"/>
            </a:xfrm>
            <a:custGeom>
              <a:avLst/>
              <a:gdLst/>
              <a:ahLst/>
              <a:cxnLst/>
              <a:rect l="l" t="t" r="r" b="b"/>
              <a:pathLst>
                <a:path w="4884" h="4160" extrusionOk="0">
                  <a:moveTo>
                    <a:pt x="0" y="0"/>
                  </a:moveTo>
                  <a:lnTo>
                    <a:pt x="0" y="4159"/>
                  </a:lnTo>
                  <a:lnTo>
                    <a:pt x="4883" y="4159"/>
                  </a:lnTo>
                  <a:lnTo>
                    <a:pt x="4883" y="0"/>
                  </a:lnTo>
                  <a:lnTo>
                    <a:pt x="3466" y="0"/>
                  </a:lnTo>
                  <a:lnTo>
                    <a:pt x="3466" y="347"/>
                  </a:lnTo>
                  <a:cubicBezTo>
                    <a:pt x="3466" y="946"/>
                    <a:pt x="2993" y="1387"/>
                    <a:pt x="2426" y="1387"/>
                  </a:cubicBezTo>
                  <a:cubicBezTo>
                    <a:pt x="1827" y="1387"/>
                    <a:pt x="1418" y="914"/>
                    <a:pt x="1418" y="347"/>
                  </a:cubicBezTo>
                  <a:lnTo>
                    <a:pt x="14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833;p89">
              <a:extLst>
                <a:ext uri="{FF2B5EF4-FFF2-40B4-BE49-F238E27FC236}">
                  <a16:creationId xmlns:a16="http://schemas.microsoft.com/office/drawing/2014/main" id="{34A7E635-BC7B-4F0F-B610-92A17600F9AC}"/>
                </a:ext>
              </a:extLst>
            </p:cNvPr>
            <p:cNvSpPr/>
            <p:nvPr/>
          </p:nvSpPr>
          <p:spPr>
            <a:xfrm>
              <a:off x="4714175" y="3599825"/>
              <a:ext cx="122100" cy="69325"/>
            </a:xfrm>
            <a:custGeom>
              <a:avLst/>
              <a:gdLst/>
              <a:ahLst/>
              <a:cxnLst/>
              <a:rect l="l" t="t" r="r" b="b"/>
              <a:pathLst>
                <a:path w="4884" h="277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lnTo>
                    <a:pt x="1" y="2773"/>
                  </a:lnTo>
                  <a:lnTo>
                    <a:pt x="1355" y="2773"/>
                  </a:lnTo>
                  <a:lnTo>
                    <a:pt x="1355" y="2426"/>
                  </a:lnTo>
                  <a:cubicBezTo>
                    <a:pt x="1355" y="1828"/>
                    <a:pt x="1828" y="1418"/>
                    <a:pt x="2395" y="1418"/>
                  </a:cubicBezTo>
                  <a:cubicBezTo>
                    <a:pt x="2994" y="1418"/>
                    <a:pt x="3403" y="1891"/>
                    <a:pt x="3403" y="2426"/>
                  </a:cubicBezTo>
                  <a:lnTo>
                    <a:pt x="3403" y="2773"/>
                  </a:lnTo>
                  <a:lnTo>
                    <a:pt x="4884" y="2773"/>
                  </a:lnTo>
                  <a:lnTo>
                    <a:pt x="4884" y="2426"/>
                  </a:ln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9702;p89">
            <a:extLst>
              <a:ext uri="{FF2B5EF4-FFF2-40B4-BE49-F238E27FC236}">
                <a16:creationId xmlns:a16="http://schemas.microsoft.com/office/drawing/2014/main" id="{BCFBAEC4-C814-4C10-9732-6ACBD9AF1E5F}"/>
              </a:ext>
            </a:extLst>
          </p:cNvPr>
          <p:cNvGrpSpPr/>
          <p:nvPr/>
        </p:nvGrpSpPr>
        <p:grpSpPr>
          <a:xfrm>
            <a:off x="5469642" y="3532167"/>
            <a:ext cx="366364" cy="367290"/>
            <a:chOff x="-61783350" y="3743950"/>
            <a:chExt cx="316650" cy="317450"/>
          </a:xfrm>
          <a:solidFill>
            <a:schemeClr val="accent6">
              <a:lumMod val="50000"/>
            </a:schemeClr>
          </a:solidFill>
        </p:grpSpPr>
        <p:sp>
          <p:nvSpPr>
            <p:cNvPr id="131" name="Google Shape;9703;p89">
              <a:extLst>
                <a:ext uri="{FF2B5EF4-FFF2-40B4-BE49-F238E27FC236}">
                  <a16:creationId xmlns:a16="http://schemas.microsoft.com/office/drawing/2014/main" id="{26DC601C-27F9-4AFC-B9AC-46A456CBFF59}"/>
                </a:ext>
              </a:extLst>
            </p:cNvPr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704;p89">
              <a:extLst>
                <a:ext uri="{FF2B5EF4-FFF2-40B4-BE49-F238E27FC236}">
                  <a16:creationId xmlns:a16="http://schemas.microsoft.com/office/drawing/2014/main" id="{6B4791A4-D54B-4A47-8EA0-5672B87557F5}"/>
                </a:ext>
              </a:extLst>
            </p:cNvPr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8950;p87">
            <a:extLst>
              <a:ext uri="{FF2B5EF4-FFF2-40B4-BE49-F238E27FC236}">
                <a16:creationId xmlns:a16="http://schemas.microsoft.com/office/drawing/2014/main" id="{53637D27-2171-4498-8801-CA2581550244}"/>
              </a:ext>
            </a:extLst>
          </p:cNvPr>
          <p:cNvGrpSpPr/>
          <p:nvPr/>
        </p:nvGrpSpPr>
        <p:grpSpPr>
          <a:xfrm>
            <a:off x="3429075" y="3581415"/>
            <a:ext cx="339253" cy="318042"/>
            <a:chOff x="5049725" y="2635825"/>
            <a:chExt cx="481825" cy="451700"/>
          </a:xfrm>
          <a:solidFill>
            <a:schemeClr val="accent6">
              <a:lumMod val="50000"/>
            </a:schemeClr>
          </a:solidFill>
        </p:grpSpPr>
        <p:sp>
          <p:nvSpPr>
            <p:cNvPr id="134" name="Google Shape;8951;p87">
              <a:extLst>
                <a:ext uri="{FF2B5EF4-FFF2-40B4-BE49-F238E27FC236}">
                  <a16:creationId xmlns:a16="http://schemas.microsoft.com/office/drawing/2014/main" id="{3D6105FC-1CE9-471F-9999-468151DEB372}"/>
                </a:ext>
              </a:extLst>
            </p:cNvPr>
            <p:cNvSpPr/>
            <p:nvPr/>
          </p:nvSpPr>
          <p:spPr>
            <a:xfrm>
              <a:off x="5135325" y="3031050"/>
              <a:ext cx="310550" cy="56475"/>
            </a:xfrm>
            <a:custGeom>
              <a:avLst/>
              <a:gdLst/>
              <a:ahLst/>
              <a:cxnLst/>
              <a:rect l="l" t="t" r="r" b="b"/>
              <a:pathLst>
                <a:path w="12422" h="2259" extrusionOk="0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5" name="Google Shape;8952;p87">
              <a:extLst>
                <a:ext uri="{FF2B5EF4-FFF2-40B4-BE49-F238E27FC236}">
                  <a16:creationId xmlns:a16="http://schemas.microsoft.com/office/drawing/2014/main" id="{FDB6BACC-D498-416B-BF00-B6106A09E88A}"/>
                </a:ext>
              </a:extLst>
            </p:cNvPr>
            <p:cNvSpPr/>
            <p:nvPr/>
          </p:nvSpPr>
          <p:spPr>
            <a:xfrm>
              <a:off x="5049725" y="2946350"/>
              <a:ext cx="481825" cy="56500"/>
            </a:xfrm>
            <a:custGeom>
              <a:avLst/>
              <a:gdLst/>
              <a:ahLst/>
              <a:cxnLst/>
              <a:rect l="l" t="t" r="r" b="b"/>
              <a:pathLst>
                <a:path w="19273" h="2260" extrusionOk="0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6" name="Google Shape;8953;p87">
              <a:extLst>
                <a:ext uri="{FF2B5EF4-FFF2-40B4-BE49-F238E27FC236}">
                  <a16:creationId xmlns:a16="http://schemas.microsoft.com/office/drawing/2014/main" id="{D50D44FA-DEB5-4308-BE9A-4BD93A403E73}"/>
                </a:ext>
              </a:extLst>
            </p:cNvPr>
            <p:cNvSpPr/>
            <p:nvPr/>
          </p:nvSpPr>
          <p:spPr>
            <a:xfrm>
              <a:off x="504972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37" name="Google Shape;9095;p87">
            <a:extLst>
              <a:ext uri="{FF2B5EF4-FFF2-40B4-BE49-F238E27FC236}">
                <a16:creationId xmlns:a16="http://schemas.microsoft.com/office/drawing/2014/main" id="{02D47475-3597-4A29-88F0-6B5CB347FD19}"/>
              </a:ext>
            </a:extLst>
          </p:cNvPr>
          <p:cNvGrpSpPr/>
          <p:nvPr/>
        </p:nvGrpSpPr>
        <p:grpSpPr>
          <a:xfrm>
            <a:off x="7500400" y="3560204"/>
            <a:ext cx="339253" cy="339253"/>
            <a:chOff x="1492675" y="4992125"/>
            <a:chExt cx="481825" cy="481825"/>
          </a:xfrm>
          <a:solidFill>
            <a:schemeClr val="accent6">
              <a:lumMod val="50000"/>
            </a:schemeClr>
          </a:solidFill>
        </p:grpSpPr>
        <p:sp>
          <p:nvSpPr>
            <p:cNvPr id="138" name="Google Shape;9096;p87">
              <a:extLst>
                <a:ext uri="{FF2B5EF4-FFF2-40B4-BE49-F238E27FC236}">
                  <a16:creationId xmlns:a16="http://schemas.microsoft.com/office/drawing/2014/main" id="{07A2DE30-D4FD-429D-A33B-F979583AB773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9" name="Google Shape;9097;p87">
              <a:extLst>
                <a:ext uri="{FF2B5EF4-FFF2-40B4-BE49-F238E27FC236}">
                  <a16:creationId xmlns:a16="http://schemas.microsoft.com/office/drawing/2014/main" id="{5A39C385-B0A6-41DB-BB99-A31415C68339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3" name="Google Shape;2536;p50">
            <a:extLst>
              <a:ext uri="{FF2B5EF4-FFF2-40B4-BE49-F238E27FC236}">
                <a16:creationId xmlns:a16="http://schemas.microsoft.com/office/drawing/2014/main" id="{C13E8E1F-5724-4008-B79B-C2731CD3BA7B}"/>
              </a:ext>
            </a:extLst>
          </p:cNvPr>
          <p:cNvSpPr txBox="1"/>
          <p:nvPr/>
        </p:nvSpPr>
        <p:spPr>
          <a:xfrm>
            <a:off x="8856388" y="4907039"/>
            <a:ext cx="287612" cy="24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2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84" name="Google Shape;8767;p87">
            <a:extLst>
              <a:ext uri="{FF2B5EF4-FFF2-40B4-BE49-F238E27FC236}">
                <a16:creationId xmlns:a16="http://schemas.microsoft.com/office/drawing/2014/main" id="{845D14A2-27F4-4438-97B7-FA7932E27BB1}"/>
              </a:ext>
            </a:extLst>
          </p:cNvPr>
          <p:cNvGrpSpPr/>
          <p:nvPr/>
        </p:nvGrpSpPr>
        <p:grpSpPr>
          <a:xfrm>
            <a:off x="1527472" y="3546185"/>
            <a:ext cx="339253" cy="339253"/>
            <a:chOff x="5660400" y="238125"/>
            <a:chExt cx="481825" cy="481825"/>
          </a:xfrm>
          <a:solidFill>
            <a:schemeClr val="accent6">
              <a:lumMod val="50000"/>
            </a:schemeClr>
          </a:solidFill>
        </p:grpSpPr>
        <p:sp>
          <p:nvSpPr>
            <p:cNvPr id="87" name="Google Shape;8768;p87">
              <a:extLst>
                <a:ext uri="{FF2B5EF4-FFF2-40B4-BE49-F238E27FC236}">
                  <a16:creationId xmlns:a16="http://schemas.microsoft.com/office/drawing/2014/main" id="{D84831DB-5429-4612-9410-09A59F10FCE7}"/>
                </a:ext>
              </a:extLst>
            </p:cNvPr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" name="Google Shape;8769;p87">
              <a:extLst>
                <a:ext uri="{FF2B5EF4-FFF2-40B4-BE49-F238E27FC236}">
                  <a16:creationId xmlns:a16="http://schemas.microsoft.com/office/drawing/2014/main" id="{C7095417-1D5F-42AA-AB0D-D7ED1FF812FE}"/>
                </a:ext>
              </a:extLst>
            </p:cNvPr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44"/>
          <p:cNvSpPr/>
          <p:nvPr/>
        </p:nvSpPr>
        <p:spPr>
          <a:xfrm>
            <a:off x="3962700" y="802875"/>
            <a:ext cx="1218600" cy="1218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8" name="Google Shape;2168;p44"/>
          <p:cNvSpPr txBox="1">
            <a:spLocks noGrp="1"/>
          </p:cNvSpPr>
          <p:nvPr>
            <p:ph type="title"/>
          </p:nvPr>
        </p:nvSpPr>
        <p:spPr>
          <a:xfrm>
            <a:off x="1546499" y="2100875"/>
            <a:ext cx="6578169" cy="17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ESCOPO E CONTEXTO</a:t>
            </a:r>
            <a:endParaRPr dirty="0"/>
          </a:p>
        </p:txBody>
      </p:sp>
      <p:grpSp>
        <p:nvGrpSpPr>
          <p:cNvPr id="8" name="Google Shape;10731;p91">
            <a:extLst>
              <a:ext uri="{FF2B5EF4-FFF2-40B4-BE49-F238E27FC236}">
                <a16:creationId xmlns:a16="http://schemas.microsoft.com/office/drawing/2014/main" id="{1B5D04DF-7624-4BD1-8034-F5F7FCB488AC}"/>
              </a:ext>
            </a:extLst>
          </p:cNvPr>
          <p:cNvGrpSpPr/>
          <p:nvPr/>
        </p:nvGrpSpPr>
        <p:grpSpPr>
          <a:xfrm>
            <a:off x="4298786" y="1129984"/>
            <a:ext cx="546428" cy="563905"/>
            <a:chOff x="-48233050" y="3569725"/>
            <a:chExt cx="252050" cy="299475"/>
          </a:xfrm>
          <a:solidFill>
            <a:schemeClr val="accent6">
              <a:lumMod val="50000"/>
            </a:schemeClr>
          </a:solidFill>
        </p:grpSpPr>
        <p:sp>
          <p:nvSpPr>
            <p:cNvPr id="9" name="Google Shape;10732;p91">
              <a:extLst>
                <a:ext uri="{FF2B5EF4-FFF2-40B4-BE49-F238E27FC236}">
                  <a16:creationId xmlns:a16="http://schemas.microsoft.com/office/drawing/2014/main" id="{AF5B5635-55E9-4F1B-BF6B-55F8C2923F3F}"/>
                </a:ext>
              </a:extLst>
            </p:cNvPr>
            <p:cNvSpPr/>
            <p:nvPr/>
          </p:nvSpPr>
          <p:spPr>
            <a:xfrm>
              <a:off x="-48233050" y="3569725"/>
              <a:ext cx="252050" cy="299475"/>
            </a:xfrm>
            <a:custGeom>
              <a:avLst/>
              <a:gdLst/>
              <a:ahLst/>
              <a:cxnLst/>
              <a:rect l="l" t="t" r="r" b="b"/>
              <a:pathLst>
                <a:path w="10082" h="11979" extrusionOk="0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733;p91">
              <a:extLst>
                <a:ext uri="{FF2B5EF4-FFF2-40B4-BE49-F238E27FC236}">
                  <a16:creationId xmlns:a16="http://schemas.microsoft.com/office/drawing/2014/main" id="{12B87AE1-6AA4-401F-89D0-39897DBD8D02}"/>
                </a:ext>
              </a:extLst>
            </p:cNvPr>
            <p:cNvSpPr/>
            <p:nvPr/>
          </p:nvSpPr>
          <p:spPr>
            <a:xfrm>
              <a:off x="-48170050" y="3622650"/>
              <a:ext cx="100050" cy="103225"/>
            </a:xfrm>
            <a:custGeom>
              <a:avLst/>
              <a:gdLst/>
              <a:ahLst/>
              <a:cxnLst/>
              <a:rect l="l" t="t" r="r" b="b"/>
              <a:pathLst>
                <a:path w="4002" h="4129" extrusionOk="0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734;p91">
              <a:extLst>
                <a:ext uri="{FF2B5EF4-FFF2-40B4-BE49-F238E27FC236}">
                  <a16:creationId xmlns:a16="http://schemas.microsoft.com/office/drawing/2014/main" id="{3B704670-1D60-4C52-B3F0-D321C5D789A0}"/>
                </a:ext>
              </a:extLst>
            </p:cNvPr>
            <p:cNvSpPr/>
            <p:nvPr/>
          </p:nvSpPr>
          <p:spPr>
            <a:xfrm>
              <a:off x="-48129100" y="36652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2536;p50">
            <a:extLst>
              <a:ext uri="{FF2B5EF4-FFF2-40B4-BE49-F238E27FC236}">
                <a16:creationId xmlns:a16="http://schemas.microsoft.com/office/drawing/2014/main" id="{21B1A91B-EB2A-45C7-BB16-0FA0AFB48B80}"/>
              </a:ext>
            </a:extLst>
          </p:cNvPr>
          <p:cNvSpPr txBox="1"/>
          <p:nvPr/>
        </p:nvSpPr>
        <p:spPr>
          <a:xfrm>
            <a:off x="8856388" y="4907039"/>
            <a:ext cx="287612" cy="24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3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4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ESCOPO E CONTEXTO</a:t>
            </a:r>
            <a:endParaRPr dirty="0"/>
          </a:p>
        </p:txBody>
      </p:sp>
      <p:sp>
        <p:nvSpPr>
          <p:cNvPr id="2175" name="Google Shape;2175;p45"/>
          <p:cNvSpPr txBox="1"/>
          <p:nvPr/>
        </p:nvSpPr>
        <p:spPr>
          <a:xfrm>
            <a:off x="834462" y="3913859"/>
            <a:ext cx="4197031" cy="45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A importância de falar sobre o assunto</a:t>
            </a:r>
            <a:endParaRPr sz="1800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177" name="Google Shape;2177;p45"/>
          <p:cNvSpPr txBox="1"/>
          <p:nvPr/>
        </p:nvSpPr>
        <p:spPr>
          <a:xfrm>
            <a:off x="889915" y="1626462"/>
            <a:ext cx="3286500" cy="45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O mal do século XXI</a:t>
            </a:r>
            <a:endParaRPr sz="1800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178" name="Google Shape;2178;p45"/>
          <p:cNvSpPr txBox="1"/>
          <p:nvPr/>
        </p:nvSpPr>
        <p:spPr>
          <a:xfrm>
            <a:off x="853823" y="2761627"/>
            <a:ext cx="3286500" cy="49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Contato com a doença</a:t>
            </a:r>
            <a:endParaRPr sz="1800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2181" name="Google Shape;2181;p45"/>
          <p:cNvGrpSpPr/>
          <p:nvPr/>
        </p:nvGrpSpPr>
        <p:grpSpPr>
          <a:xfrm>
            <a:off x="722488" y="1785091"/>
            <a:ext cx="140400" cy="2426400"/>
            <a:chOff x="3977688" y="1682866"/>
            <a:chExt cx="140400" cy="2426400"/>
          </a:xfrm>
        </p:grpSpPr>
        <p:cxnSp>
          <p:nvCxnSpPr>
            <p:cNvPr id="2182" name="Google Shape;2182;p45"/>
            <p:cNvCxnSpPr>
              <a:stCxn id="2183" idx="4"/>
              <a:endCxn id="2184" idx="4"/>
            </p:cNvCxnSpPr>
            <p:nvPr/>
          </p:nvCxnSpPr>
          <p:spPr>
            <a:xfrm>
              <a:off x="4047888" y="1823266"/>
              <a:ext cx="0" cy="228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83" name="Google Shape;2183;p45"/>
            <p:cNvSpPr/>
            <p:nvPr/>
          </p:nvSpPr>
          <p:spPr>
            <a:xfrm>
              <a:off x="3977688" y="1682866"/>
              <a:ext cx="140400" cy="140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5"/>
            <p:cNvSpPr/>
            <p:nvPr/>
          </p:nvSpPr>
          <p:spPr>
            <a:xfrm>
              <a:off x="3977688" y="2825850"/>
              <a:ext cx="140400" cy="140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5"/>
            <p:cNvSpPr/>
            <p:nvPr/>
          </p:nvSpPr>
          <p:spPr>
            <a:xfrm>
              <a:off x="3977688" y="3968833"/>
              <a:ext cx="140400" cy="140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6" name="Google Shape;2186;p45"/>
          <p:cNvSpPr/>
          <p:nvPr/>
        </p:nvSpPr>
        <p:spPr>
          <a:xfrm>
            <a:off x="5359825" y="1668775"/>
            <a:ext cx="3143845" cy="2595263"/>
          </a:xfrm>
          <a:custGeom>
            <a:avLst/>
            <a:gdLst/>
            <a:ahLst/>
            <a:cxnLst/>
            <a:rect l="l" t="t" r="r" b="b"/>
            <a:pathLst>
              <a:path w="95052" h="78466" extrusionOk="0">
                <a:moveTo>
                  <a:pt x="60002" y="0"/>
                </a:moveTo>
                <a:cubicBezTo>
                  <a:pt x="56106" y="0"/>
                  <a:pt x="52187" y="681"/>
                  <a:pt x="48440" y="2121"/>
                </a:cubicBezTo>
                <a:cubicBezTo>
                  <a:pt x="43837" y="3899"/>
                  <a:pt x="40297" y="7737"/>
                  <a:pt x="35412" y="8951"/>
                </a:cubicBezTo>
                <a:cubicBezTo>
                  <a:pt x="33786" y="9367"/>
                  <a:pt x="32103" y="9451"/>
                  <a:pt x="30410" y="9451"/>
                </a:cubicBezTo>
                <a:cubicBezTo>
                  <a:pt x="29252" y="9451"/>
                  <a:pt x="28091" y="9412"/>
                  <a:pt x="26940" y="9412"/>
                </a:cubicBezTo>
                <a:cubicBezTo>
                  <a:pt x="26281" y="9412"/>
                  <a:pt x="25625" y="9425"/>
                  <a:pt x="24976" y="9466"/>
                </a:cubicBezTo>
                <a:cubicBezTo>
                  <a:pt x="17764" y="9914"/>
                  <a:pt x="11450" y="12623"/>
                  <a:pt x="6880" y="18223"/>
                </a:cubicBezTo>
                <a:cubicBezTo>
                  <a:pt x="2992" y="22959"/>
                  <a:pt x="998" y="29024"/>
                  <a:pt x="499" y="34973"/>
                </a:cubicBezTo>
                <a:cubicBezTo>
                  <a:pt x="1" y="41088"/>
                  <a:pt x="582" y="47419"/>
                  <a:pt x="3390" y="52936"/>
                </a:cubicBezTo>
                <a:cubicBezTo>
                  <a:pt x="6166" y="58420"/>
                  <a:pt x="11400" y="62940"/>
                  <a:pt x="17582" y="63854"/>
                </a:cubicBezTo>
                <a:cubicBezTo>
                  <a:pt x="18571" y="64006"/>
                  <a:pt x="19552" y="64070"/>
                  <a:pt x="20529" y="64070"/>
                </a:cubicBezTo>
                <a:cubicBezTo>
                  <a:pt x="23603" y="64070"/>
                  <a:pt x="26627" y="63432"/>
                  <a:pt x="29679" y="62890"/>
                </a:cubicBezTo>
                <a:cubicBezTo>
                  <a:pt x="31164" y="62618"/>
                  <a:pt x="32700" y="62412"/>
                  <a:pt x="34216" y="62412"/>
                </a:cubicBezTo>
                <a:cubicBezTo>
                  <a:pt x="35669" y="62412"/>
                  <a:pt x="37103" y="62602"/>
                  <a:pt x="38453" y="63106"/>
                </a:cubicBezTo>
                <a:cubicBezTo>
                  <a:pt x="44701" y="65466"/>
                  <a:pt x="48540" y="71614"/>
                  <a:pt x="54405" y="74622"/>
                </a:cubicBezTo>
                <a:cubicBezTo>
                  <a:pt x="57745" y="76317"/>
                  <a:pt x="60720" y="77862"/>
                  <a:pt x="64542" y="78294"/>
                </a:cubicBezTo>
                <a:cubicBezTo>
                  <a:pt x="65516" y="78409"/>
                  <a:pt x="66490" y="78466"/>
                  <a:pt x="67460" y="78466"/>
                </a:cubicBezTo>
                <a:cubicBezTo>
                  <a:pt x="74055" y="78466"/>
                  <a:pt x="80440" y="75837"/>
                  <a:pt x="84931" y="70999"/>
                </a:cubicBezTo>
                <a:cubicBezTo>
                  <a:pt x="85097" y="70800"/>
                  <a:pt x="85297" y="70584"/>
                  <a:pt x="85463" y="70384"/>
                </a:cubicBezTo>
                <a:cubicBezTo>
                  <a:pt x="92060" y="62740"/>
                  <a:pt x="93954" y="51607"/>
                  <a:pt x="94486" y="41886"/>
                </a:cubicBezTo>
                <a:cubicBezTo>
                  <a:pt x="94719" y="37648"/>
                  <a:pt x="95051" y="33112"/>
                  <a:pt x="94071" y="28991"/>
                </a:cubicBezTo>
                <a:cubicBezTo>
                  <a:pt x="92991" y="24421"/>
                  <a:pt x="91545" y="20151"/>
                  <a:pt x="89086" y="16113"/>
                </a:cubicBezTo>
                <a:cubicBezTo>
                  <a:pt x="83038" y="6057"/>
                  <a:pt x="71621" y="0"/>
                  <a:pt x="60002" y="0"/>
                </a:cubicBezTo>
                <a:close/>
              </a:path>
            </a:pathLst>
          </a:custGeom>
          <a:solidFill>
            <a:srgbClr val="6FA0A4">
              <a:alpha val="342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7" name="Google Shape;2187;p45"/>
          <p:cNvSpPr/>
          <p:nvPr/>
        </p:nvSpPr>
        <p:spPr>
          <a:xfrm>
            <a:off x="6541469" y="2355561"/>
            <a:ext cx="505121" cy="398951"/>
          </a:xfrm>
          <a:custGeom>
            <a:avLst/>
            <a:gdLst/>
            <a:ahLst/>
            <a:cxnLst/>
            <a:rect l="l" t="t" r="r" b="b"/>
            <a:pathLst>
              <a:path w="15272" h="12062" extrusionOk="0">
                <a:moveTo>
                  <a:pt x="3557" y="0"/>
                </a:moveTo>
                <a:cubicBezTo>
                  <a:pt x="1596" y="0"/>
                  <a:pt x="1" y="1579"/>
                  <a:pt x="1" y="3540"/>
                </a:cubicBezTo>
                <a:lnTo>
                  <a:pt x="1" y="6730"/>
                </a:lnTo>
                <a:cubicBezTo>
                  <a:pt x="1" y="8675"/>
                  <a:pt x="1579" y="10270"/>
                  <a:pt x="3557" y="10270"/>
                </a:cubicBezTo>
                <a:lnTo>
                  <a:pt x="3590" y="10270"/>
                </a:lnTo>
                <a:cubicBezTo>
                  <a:pt x="3723" y="10735"/>
                  <a:pt x="3872" y="11167"/>
                  <a:pt x="4055" y="11583"/>
                </a:cubicBezTo>
                <a:cubicBezTo>
                  <a:pt x="4138" y="11765"/>
                  <a:pt x="4255" y="11998"/>
                  <a:pt x="4471" y="12048"/>
                </a:cubicBezTo>
                <a:cubicBezTo>
                  <a:pt x="4504" y="12057"/>
                  <a:pt x="4536" y="12062"/>
                  <a:pt x="4568" y="12062"/>
                </a:cubicBezTo>
                <a:cubicBezTo>
                  <a:pt x="4814" y="12062"/>
                  <a:pt x="5040" y="11803"/>
                  <a:pt x="5202" y="11583"/>
                </a:cubicBezTo>
                <a:cubicBezTo>
                  <a:pt x="5434" y="11167"/>
                  <a:pt x="5667" y="10735"/>
                  <a:pt x="5833" y="10270"/>
                </a:cubicBezTo>
                <a:lnTo>
                  <a:pt x="11716" y="10270"/>
                </a:lnTo>
                <a:cubicBezTo>
                  <a:pt x="13677" y="10270"/>
                  <a:pt x="15272" y="8691"/>
                  <a:pt x="15272" y="6730"/>
                </a:cubicBezTo>
                <a:lnTo>
                  <a:pt x="15272" y="3540"/>
                </a:lnTo>
                <a:cubicBezTo>
                  <a:pt x="15272" y="1596"/>
                  <a:pt x="13693" y="0"/>
                  <a:pt x="11716" y="0"/>
                </a:cubicBezTo>
                <a:close/>
              </a:path>
            </a:pathLst>
          </a:custGeom>
          <a:solidFill>
            <a:srgbClr val="73A0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8" name="Google Shape;2188;p45"/>
          <p:cNvSpPr/>
          <p:nvPr/>
        </p:nvSpPr>
        <p:spPr>
          <a:xfrm>
            <a:off x="5389493" y="2325893"/>
            <a:ext cx="533169" cy="509289"/>
          </a:xfrm>
          <a:custGeom>
            <a:avLst/>
            <a:gdLst/>
            <a:ahLst/>
            <a:cxnLst/>
            <a:rect l="l" t="t" r="r" b="b"/>
            <a:pathLst>
              <a:path w="16120" h="15398" extrusionOk="0">
                <a:moveTo>
                  <a:pt x="3557" y="0"/>
                </a:moveTo>
                <a:cubicBezTo>
                  <a:pt x="1596" y="0"/>
                  <a:pt x="1" y="1579"/>
                  <a:pt x="1" y="3556"/>
                </a:cubicBezTo>
                <a:lnTo>
                  <a:pt x="1" y="9206"/>
                </a:lnTo>
                <a:cubicBezTo>
                  <a:pt x="1" y="11150"/>
                  <a:pt x="1580" y="12745"/>
                  <a:pt x="3557" y="12745"/>
                </a:cubicBezTo>
                <a:lnTo>
                  <a:pt x="9772" y="12745"/>
                </a:lnTo>
                <a:cubicBezTo>
                  <a:pt x="9971" y="13393"/>
                  <a:pt x="10220" y="14042"/>
                  <a:pt x="10486" y="14656"/>
                </a:cubicBezTo>
                <a:cubicBezTo>
                  <a:pt x="10586" y="14889"/>
                  <a:pt x="10752" y="15271"/>
                  <a:pt x="11002" y="15371"/>
                </a:cubicBezTo>
                <a:cubicBezTo>
                  <a:pt x="11041" y="15389"/>
                  <a:pt x="11079" y="15397"/>
                  <a:pt x="11114" y="15397"/>
                </a:cubicBezTo>
                <a:cubicBezTo>
                  <a:pt x="11436" y="15397"/>
                  <a:pt x="11591" y="14713"/>
                  <a:pt x="11666" y="14474"/>
                </a:cubicBezTo>
                <a:cubicBezTo>
                  <a:pt x="11832" y="13909"/>
                  <a:pt x="11965" y="13327"/>
                  <a:pt x="12048" y="12745"/>
                </a:cubicBezTo>
                <a:lnTo>
                  <a:pt x="12564" y="12745"/>
                </a:lnTo>
                <a:cubicBezTo>
                  <a:pt x="14524" y="12745"/>
                  <a:pt x="16120" y="11167"/>
                  <a:pt x="16120" y="9189"/>
                </a:cubicBezTo>
                <a:lnTo>
                  <a:pt x="16120" y="3573"/>
                </a:lnTo>
                <a:cubicBezTo>
                  <a:pt x="16120" y="1595"/>
                  <a:pt x="14541" y="0"/>
                  <a:pt x="12580" y="0"/>
                </a:cubicBezTo>
                <a:close/>
              </a:path>
            </a:pathLst>
          </a:custGeom>
          <a:solidFill>
            <a:srgbClr val="73A0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9" name="Google Shape;2189;p45"/>
          <p:cNvSpPr/>
          <p:nvPr/>
        </p:nvSpPr>
        <p:spPr>
          <a:xfrm>
            <a:off x="5462058" y="2369220"/>
            <a:ext cx="386944" cy="340706"/>
          </a:xfrm>
          <a:custGeom>
            <a:avLst/>
            <a:gdLst/>
            <a:ahLst/>
            <a:cxnLst/>
            <a:rect l="l" t="t" r="r" b="b"/>
            <a:pathLst>
              <a:path w="11699" h="10301" extrusionOk="0">
                <a:moveTo>
                  <a:pt x="5866" y="0"/>
                </a:moveTo>
                <a:cubicBezTo>
                  <a:pt x="3851" y="0"/>
                  <a:pt x="1934" y="1182"/>
                  <a:pt x="1097" y="3143"/>
                </a:cubicBezTo>
                <a:cubicBezTo>
                  <a:pt x="0" y="5769"/>
                  <a:pt x="1230" y="8793"/>
                  <a:pt x="3856" y="9890"/>
                </a:cubicBezTo>
                <a:cubicBezTo>
                  <a:pt x="4508" y="10169"/>
                  <a:pt x="5187" y="10300"/>
                  <a:pt x="5856" y="10300"/>
                </a:cubicBezTo>
                <a:cubicBezTo>
                  <a:pt x="7858" y="10300"/>
                  <a:pt x="9767" y="9117"/>
                  <a:pt x="10602" y="7148"/>
                </a:cubicBezTo>
                <a:cubicBezTo>
                  <a:pt x="11699" y="4523"/>
                  <a:pt x="10469" y="1515"/>
                  <a:pt x="7860" y="402"/>
                </a:cubicBezTo>
                <a:cubicBezTo>
                  <a:pt x="7209" y="129"/>
                  <a:pt x="6532" y="0"/>
                  <a:pt x="5866" y="0"/>
                </a:cubicBezTo>
                <a:close/>
              </a:path>
            </a:pathLst>
          </a:custGeom>
          <a:solidFill>
            <a:srgbClr val="F2C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0" name="Google Shape;2190;p45"/>
          <p:cNvSpPr/>
          <p:nvPr/>
        </p:nvSpPr>
        <p:spPr>
          <a:xfrm>
            <a:off x="5585160" y="2520436"/>
            <a:ext cx="142950" cy="79711"/>
          </a:xfrm>
          <a:custGeom>
            <a:avLst/>
            <a:gdLst/>
            <a:ahLst/>
            <a:cxnLst/>
            <a:rect l="l" t="t" r="r" b="b"/>
            <a:pathLst>
              <a:path w="4322" h="2410" extrusionOk="0">
                <a:moveTo>
                  <a:pt x="1" y="0"/>
                </a:moveTo>
                <a:lnTo>
                  <a:pt x="1" y="183"/>
                </a:lnTo>
                <a:cubicBezTo>
                  <a:pt x="1" y="1596"/>
                  <a:pt x="964" y="2410"/>
                  <a:pt x="2161" y="2410"/>
                </a:cubicBezTo>
                <a:cubicBezTo>
                  <a:pt x="3341" y="2410"/>
                  <a:pt x="4321" y="1596"/>
                  <a:pt x="4321" y="183"/>
                </a:cubicBezTo>
                <a:lnTo>
                  <a:pt x="4321" y="0"/>
                </a:lnTo>
                <a:close/>
              </a:path>
            </a:pathLst>
          </a:custGeom>
          <a:solidFill>
            <a:srgbClr val="3A393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1" name="Google Shape;2191;p45"/>
          <p:cNvSpPr/>
          <p:nvPr/>
        </p:nvSpPr>
        <p:spPr>
          <a:xfrm>
            <a:off x="5607154" y="2553411"/>
            <a:ext cx="97869" cy="46735"/>
          </a:xfrm>
          <a:custGeom>
            <a:avLst/>
            <a:gdLst/>
            <a:ahLst/>
            <a:cxnLst/>
            <a:rect l="l" t="t" r="r" b="b"/>
            <a:pathLst>
              <a:path w="2959" h="1413" extrusionOk="0">
                <a:moveTo>
                  <a:pt x="1479" y="1"/>
                </a:moveTo>
                <a:cubicBezTo>
                  <a:pt x="831" y="1"/>
                  <a:pt x="299" y="349"/>
                  <a:pt x="0" y="865"/>
                </a:cubicBezTo>
                <a:cubicBezTo>
                  <a:pt x="399" y="1214"/>
                  <a:pt x="914" y="1413"/>
                  <a:pt x="1479" y="1413"/>
                </a:cubicBezTo>
                <a:cubicBezTo>
                  <a:pt x="2061" y="1413"/>
                  <a:pt x="2576" y="1214"/>
                  <a:pt x="2958" y="865"/>
                </a:cubicBezTo>
                <a:cubicBezTo>
                  <a:pt x="2659" y="349"/>
                  <a:pt x="2094" y="1"/>
                  <a:pt x="1479" y="1"/>
                </a:cubicBezTo>
                <a:close/>
              </a:path>
            </a:pathLst>
          </a:custGeom>
          <a:solidFill>
            <a:srgbClr val="455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2" name="Google Shape;2192;p45"/>
          <p:cNvSpPr/>
          <p:nvPr/>
        </p:nvSpPr>
        <p:spPr>
          <a:xfrm>
            <a:off x="5544479" y="2496788"/>
            <a:ext cx="22028" cy="38532"/>
          </a:xfrm>
          <a:custGeom>
            <a:avLst/>
            <a:gdLst/>
            <a:ahLst/>
            <a:cxnLst/>
            <a:rect l="l" t="t" r="r" b="b"/>
            <a:pathLst>
              <a:path w="666" h="1165" extrusionOk="0">
                <a:moveTo>
                  <a:pt x="333" y="1"/>
                </a:moveTo>
                <a:cubicBezTo>
                  <a:pt x="151" y="1"/>
                  <a:pt x="1" y="267"/>
                  <a:pt x="1" y="583"/>
                </a:cubicBezTo>
                <a:cubicBezTo>
                  <a:pt x="1" y="898"/>
                  <a:pt x="151" y="1164"/>
                  <a:pt x="333" y="1164"/>
                </a:cubicBezTo>
                <a:cubicBezTo>
                  <a:pt x="516" y="1164"/>
                  <a:pt x="666" y="898"/>
                  <a:pt x="666" y="583"/>
                </a:cubicBezTo>
                <a:cubicBezTo>
                  <a:pt x="666" y="267"/>
                  <a:pt x="516" y="1"/>
                  <a:pt x="333" y="1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3" name="Google Shape;2193;p45"/>
          <p:cNvSpPr/>
          <p:nvPr/>
        </p:nvSpPr>
        <p:spPr>
          <a:xfrm>
            <a:off x="5745107" y="2496788"/>
            <a:ext cx="21995" cy="38532"/>
          </a:xfrm>
          <a:custGeom>
            <a:avLst/>
            <a:gdLst/>
            <a:ahLst/>
            <a:cxnLst/>
            <a:rect l="l" t="t" r="r" b="b"/>
            <a:pathLst>
              <a:path w="665" h="1165" extrusionOk="0">
                <a:moveTo>
                  <a:pt x="333" y="1"/>
                </a:moveTo>
                <a:cubicBezTo>
                  <a:pt x="150" y="1"/>
                  <a:pt x="0" y="267"/>
                  <a:pt x="0" y="583"/>
                </a:cubicBezTo>
                <a:cubicBezTo>
                  <a:pt x="0" y="898"/>
                  <a:pt x="150" y="1164"/>
                  <a:pt x="333" y="1164"/>
                </a:cubicBezTo>
                <a:cubicBezTo>
                  <a:pt x="515" y="1164"/>
                  <a:pt x="665" y="898"/>
                  <a:pt x="665" y="583"/>
                </a:cubicBezTo>
                <a:cubicBezTo>
                  <a:pt x="665" y="267"/>
                  <a:pt x="515" y="1"/>
                  <a:pt x="333" y="1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4" name="Google Shape;2194;p45"/>
          <p:cNvSpPr/>
          <p:nvPr/>
        </p:nvSpPr>
        <p:spPr>
          <a:xfrm>
            <a:off x="5551623" y="2446581"/>
            <a:ext cx="55566" cy="37276"/>
          </a:xfrm>
          <a:custGeom>
            <a:avLst/>
            <a:gdLst/>
            <a:ahLst/>
            <a:cxnLst/>
            <a:rect l="l" t="t" r="r" b="b"/>
            <a:pathLst>
              <a:path w="1680" h="1127" extrusionOk="0">
                <a:moveTo>
                  <a:pt x="415" y="0"/>
                </a:moveTo>
                <a:cubicBezTo>
                  <a:pt x="273" y="0"/>
                  <a:pt x="159" y="42"/>
                  <a:pt x="101" y="123"/>
                </a:cubicBezTo>
                <a:cubicBezTo>
                  <a:pt x="1" y="323"/>
                  <a:pt x="234" y="671"/>
                  <a:pt x="616" y="921"/>
                </a:cubicBezTo>
                <a:cubicBezTo>
                  <a:pt x="838" y="1060"/>
                  <a:pt x="1066" y="1126"/>
                  <a:pt x="1247" y="1126"/>
                </a:cubicBezTo>
                <a:cubicBezTo>
                  <a:pt x="1390" y="1126"/>
                  <a:pt x="1504" y="1085"/>
                  <a:pt x="1563" y="1004"/>
                </a:cubicBezTo>
                <a:cubicBezTo>
                  <a:pt x="1679" y="821"/>
                  <a:pt x="1447" y="455"/>
                  <a:pt x="1031" y="206"/>
                </a:cubicBezTo>
                <a:cubicBezTo>
                  <a:pt x="818" y="67"/>
                  <a:pt x="594" y="0"/>
                  <a:pt x="415" y="0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5" name="Google Shape;2195;p45"/>
          <p:cNvSpPr/>
          <p:nvPr/>
        </p:nvSpPr>
        <p:spPr>
          <a:xfrm>
            <a:off x="5704988" y="2446581"/>
            <a:ext cx="55533" cy="37276"/>
          </a:xfrm>
          <a:custGeom>
            <a:avLst/>
            <a:gdLst/>
            <a:ahLst/>
            <a:cxnLst/>
            <a:rect l="l" t="t" r="r" b="b"/>
            <a:pathLst>
              <a:path w="1679" h="1127" extrusionOk="0">
                <a:moveTo>
                  <a:pt x="1263" y="0"/>
                </a:moveTo>
                <a:cubicBezTo>
                  <a:pt x="1082" y="0"/>
                  <a:pt x="854" y="67"/>
                  <a:pt x="632" y="206"/>
                </a:cubicBezTo>
                <a:cubicBezTo>
                  <a:pt x="216" y="455"/>
                  <a:pt x="0" y="821"/>
                  <a:pt x="117" y="1004"/>
                </a:cubicBezTo>
                <a:cubicBezTo>
                  <a:pt x="168" y="1085"/>
                  <a:pt x="278" y="1126"/>
                  <a:pt x="419" y="1126"/>
                </a:cubicBezTo>
                <a:cubicBezTo>
                  <a:pt x="597" y="1126"/>
                  <a:pt x="825" y="1060"/>
                  <a:pt x="1047" y="921"/>
                </a:cubicBezTo>
                <a:cubicBezTo>
                  <a:pt x="1446" y="671"/>
                  <a:pt x="1679" y="323"/>
                  <a:pt x="1579" y="123"/>
                </a:cubicBezTo>
                <a:cubicBezTo>
                  <a:pt x="1520" y="42"/>
                  <a:pt x="1406" y="0"/>
                  <a:pt x="1263" y="0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45"/>
          <p:cNvSpPr/>
          <p:nvPr/>
        </p:nvSpPr>
        <p:spPr>
          <a:xfrm>
            <a:off x="5494470" y="3032656"/>
            <a:ext cx="544712" cy="504592"/>
          </a:xfrm>
          <a:custGeom>
            <a:avLst/>
            <a:gdLst/>
            <a:ahLst/>
            <a:cxnLst/>
            <a:rect l="l" t="t" r="r" b="b"/>
            <a:pathLst>
              <a:path w="16469" h="15256" extrusionOk="0">
                <a:moveTo>
                  <a:pt x="7628" y="1"/>
                </a:moveTo>
                <a:cubicBezTo>
                  <a:pt x="3407" y="1"/>
                  <a:pt x="1" y="3407"/>
                  <a:pt x="1" y="7628"/>
                </a:cubicBezTo>
                <a:cubicBezTo>
                  <a:pt x="1" y="11849"/>
                  <a:pt x="3407" y="15255"/>
                  <a:pt x="7628" y="15255"/>
                </a:cubicBezTo>
                <a:cubicBezTo>
                  <a:pt x="10536" y="15255"/>
                  <a:pt x="13045" y="13627"/>
                  <a:pt x="14341" y="11234"/>
                </a:cubicBezTo>
                <a:cubicBezTo>
                  <a:pt x="14840" y="11201"/>
                  <a:pt x="15305" y="11134"/>
                  <a:pt x="15804" y="11034"/>
                </a:cubicBezTo>
                <a:cubicBezTo>
                  <a:pt x="16070" y="10968"/>
                  <a:pt x="16419" y="10868"/>
                  <a:pt x="16435" y="10586"/>
                </a:cubicBezTo>
                <a:cubicBezTo>
                  <a:pt x="16468" y="10337"/>
                  <a:pt x="16286" y="10154"/>
                  <a:pt x="16103" y="10021"/>
                </a:cubicBezTo>
                <a:cubicBezTo>
                  <a:pt x="15771" y="9738"/>
                  <a:pt x="15422" y="9489"/>
                  <a:pt x="15056" y="9273"/>
                </a:cubicBezTo>
                <a:cubicBezTo>
                  <a:pt x="15189" y="8725"/>
                  <a:pt x="15255" y="8193"/>
                  <a:pt x="15255" y="7628"/>
                </a:cubicBezTo>
                <a:cubicBezTo>
                  <a:pt x="15255" y="3407"/>
                  <a:pt x="11849" y="1"/>
                  <a:pt x="7628" y="1"/>
                </a:cubicBezTo>
                <a:close/>
              </a:path>
            </a:pathLst>
          </a:custGeom>
          <a:solidFill>
            <a:srgbClr val="455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7" name="Google Shape;2197;p45"/>
          <p:cNvSpPr/>
          <p:nvPr/>
        </p:nvSpPr>
        <p:spPr>
          <a:xfrm>
            <a:off x="5574179" y="3114547"/>
            <a:ext cx="340772" cy="340805"/>
          </a:xfrm>
          <a:custGeom>
            <a:avLst/>
            <a:gdLst/>
            <a:ahLst/>
            <a:cxnLst/>
            <a:rect l="l" t="t" r="r" b="b"/>
            <a:pathLst>
              <a:path w="10303" h="10304" extrusionOk="0">
                <a:moveTo>
                  <a:pt x="5152" y="1"/>
                </a:moveTo>
                <a:cubicBezTo>
                  <a:pt x="2310" y="1"/>
                  <a:pt x="0" y="2310"/>
                  <a:pt x="0" y="5152"/>
                </a:cubicBezTo>
                <a:cubicBezTo>
                  <a:pt x="0" y="7993"/>
                  <a:pt x="2310" y="10303"/>
                  <a:pt x="5152" y="10303"/>
                </a:cubicBezTo>
                <a:cubicBezTo>
                  <a:pt x="7993" y="10303"/>
                  <a:pt x="10303" y="7993"/>
                  <a:pt x="10303" y="5152"/>
                </a:cubicBezTo>
                <a:cubicBezTo>
                  <a:pt x="10303" y="2310"/>
                  <a:pt x="7993" y="1"/>
                  <a:pt x="5152" y="1"/>
                </a:cubicBezTo>
                <a:close/>
              </a:path>
            </a:pathLst>
          </a:custGeom>
          <a:solidFill>
            <a:srgbClr val="F2C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8" name="Google Shape;2198;p45"/>
          <p:cNvSpPr/>
          <p:nvPr/>
        </p:nvSpPr>
        <p:spPr>
          <a:xfrm>
            <a:off x="5643966" y="3235467"/>
            <a:ext cx="22028" cy="38499"/>
          </a:xfrm>
          <a:custGeom>
            <a:avLst/>
            <a:gdLst/>
            <a:ahLst/>
            <a:cxnLst/>
            <a:rect l="l" t="t" r="r" b="b"/>
            <a:pathLst>
              <a:path w="666" h="1164" extrusionOk="0">
                <a:moveTo>
                  <a:pt x="333" y="0"/>
                </a:moveTo>
                <a:cubicBezTo>
                  <a:pt x="150" y="0"/>
                  <a:pt x="1" y="250"/>
                  <a:pt x="1" y="582"/>
                </a:cubicBezTo>
                <a:cubicBezTo>
                  <a:pt x="1" y="898"/>
                  <a:pt x="150" y="1164"/>
                  <a:pt x="333" y="1164"/>
                </a:cubicBezTo>
                <a:cubicBezTo>
                  <a:pt x="532" y="1164"/>
                  <a:pt x="665" y="898"/>
                  <a:pt x="665" y="582"/>
                </a:cubicBezTo>
                <a:cubicBezTo>
                  <a:pt x="665" y="250"/>
                  <a:pt x="532" y="0"/>
                  <a:pt x="333" y="0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9" name="Google Shape;2199;p45"/>
          <p:cNvSpPr/>
          <p:nvPr/>
        </p:nvSpPr>
        <p:spPr>
          <a:xfrm>
            <a:off x="5823692" y="3235467"/>
            <a:ext cx="22028" cy="38499"/>
          </a:xfrm>
          <a:custGeom>
            <a:avLst/>
            <a:gdLst/>
            <a:ahLst/>
            <a:cxnLst/>
            <a:rect l="l" t="t" r="r" b="b"/>
            <a:pathLst>
              <a:path w="666" h="1164" extrusionOk="0">
                <a:moveTo>
                  <a:pt x="333" y="0"/>
                </a:moveTo>
                <a:cubicBezTo>
                  <a:pt x="150" y="0"/>
                  <a:pt x="1" y="250"/>
                  <a:pt x="1" y="582"/>
                </a:cubicBezTo>
                <a:cubicBezTo>
                  <a:pt x="1" y="898"/>
                  <a:pt x="150" y="1164"/>
                  <a:pt x="333" y="1164"/>
                </a:cubicBezTo>
                <a:cubicBezTo>
                  <a:pt x="516" y="1164"/>
                  <a:pt x="665" y="898"/>
                  <a:pt x="665" y="582"/>
                </a:cubicBezTo>
                <a:cubicBezTo>
                  <a:pt x="665" y="250"/>
                  <a:pt x="516" y="0"/>
                  <a:pt x="333" y="0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0" name="Google Shape;2200;p45"/>
          <p:cNvSpPr/>
          <p:nvPr/>
        </p:nvSpPr>
        <p:spPr>
          <a:xfrm>
            <a:off x="5696190" y="3248663"/>
            <a:ext cx="99523" cy="53879"/>
          </a:xfrm>
          <a:custGeom>
            <a:avLst/>
            <a:gdLst/>
            <a:ahLst/>
            <a:cxnLst/>
            <a:rect l="l" t="t" r="r" b="b"/>
            <a:pathLst>
              <a:path w="3009" h="1629" extrusionOk="0">
                <a:moveTo>
                  <a:pt x="1496" y="0"/>
                </a:moveTo>
                <a:cubicBezTo>
                  <a:pt x="665" y="0"/>
                  <a:pt x="0" y="665"/>
                  <a:pt x="0" y="1496"/>
                </a:cubicBezTo>
                <a:cubicBezTo>
                  <a:pt x="0" y="1562"/>
                  <a:pt x="67" y="1629"/>
                  <a:pt x="150" y="1629"/>
                </a:cubicBezTo>
                <a:cubicBezTo>
                  <a:pt x="233" y="1629"/>
                  <a:pt x="299" y="1562"/>
                  <a:pt x="299" y="1496"/>
                </a:cubicBezTo>
                <a:cubicBezTo>
                  <a:pt x="299" y="848"/>
                  <a:pt x="815" y="299"/>
                  <a:pt x="1479" y="299"/>
                </a:cubicBezTo>
                <a:cubicBezTo>
                  <a:pt x="2127" y="299"/>
                  <a:pt x="2676" y="831"/>
                  <a:pt x="2676" y="1496"/>
                </a:cubicBezTo>
                <a:cubicBezTo>
                  <a:pt x="2676" y="1562"/>
                  <a:pt x="2726" y="1629"/>
                  <a:pt x="2809" y="1629"/>
                </a:cubicBezTo>
                <a:cubicBezTo>
                  <a:pt x="2892" y="1629"/>
                  <a:pt x="2958" y="1579"/>
                  <a:pt x="3008" y="1496"/>
                </a:cubicBezTo>
                <a:cubicBezTo>
                  <a:pt x="3008" y="665"/>
                  <a:pt x="2327" y="0"/>
                  <a:pt x="1496" y="0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1" name="Google Shape;2201;p45"/>
          <p:cNvSpPr/>
          <p:nvPr/>
        </p:nvSpPr>
        <p:spPr>
          <a:xfrm>
            <a:off x="5640659" y="3170939"/>
            <a:ext cx="55004" cy="36746"/>
          </a:xfrm>
          <a:custGeom>
            <a:avLst/>
            <a:gdLst/>
            <a:ahLst/>
            <a:cxnLst/>
            <a:rect l="l" t="t" r="r" b="b"/>
            <a:pathLst>
              <a:path w="1663" h="1111" extrusionOk="0">
                <a:moveTo>
                  <a:pt x="417" y="1"/>
                </a:moveTo>
                <a:cubicBezTo>
                  <a:pt x="273" y="1"/>
                  <a:pt x="159" y="43"/>
                  <a:pt x="101" y="124"/>
                </a:cubicBezTo>
                <a:cubicBezTo>
                  <a:pt x="1" y="306"/>
                  <a:pt x="234" y="655"/>
                  <a:pt x="632" y="905"/>
                </a:cubicBezTo>
                <a:cubicBezTo>
                  <a:pt x="855" y="1044"/>
                  <a:pt x="1083" y="1110"/>
                  <a:pt x="1261" y="1110"/>
                </a:cubicBezTo>
                <a:cubicBezTo>
                  <a:pt x="1402" y="1110"/>
                  <a:pt x="1512" y="1068"/>
                  <a:pt x="1563" y="988"/>
                </a:cubicBezTo>
                <a:cubicBezTo>
                  <a:pt x="1663" y="805"/>
                  <a:pt x="1447" y="456"/>
                  <a:pt x="1048" y="207"/>
                </a:cubicBezTo>
                <a:cubicBezTo>
                  <a:pt x="825" y="68"/>
                  <a:pt x="598" y="1"/>
                  <a:pt x="417" y="1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2" name="Google Shape;2202;p45"/>
          <p:cNvSpPr/>
          <p:nvPr/>
        </p:nvSpPr>
        <p:spPr>
          <a:xfrm>
            <a:off x="5793462" y="3170939"/>
            <a:ext cx="55533" cy="36746"/>
          </a:xfrm>
          <a:custGeom>
            <a:avLst/>
            <a:gdLst/>
            <a:ahLst/>
            <a:cxnLst/>
            <a:rect l="l" t="t" r="r" b="b"/>
            <a:pathLst>
              <a:path w="1679" h="1111" extrusionOk="0">
                <a:moveTo>
                  <a:pt x="1265" y="1"/>
                </a:moveTo>
                <a:cubicBezTo>
                  <a:pt x="1085" y="1"/>
                  <a:pt x="862" y="68"/>
                  <a:pt x="649" y="207"/>
                </a:cubicBezTo>
                <a:cubicBezTo>
                  <a:pt x="233" y="456"/>
                  <a:pt x="1" y="805"/>
                  <a:pt x="117" y="988"/>
                </a:cubicBezTo>
                <a:cubicBezTo>
                  <a:pt x="176" y="1068"/>
                  <a:pt x="290" y="1110"/>
                  <a:pt x="433" y="1110"/>
                </a:cubicBezTo>
                <a:cubicBezTo>
                  <a:pt x="614" y="1110"/>
                  <a:pt x="842" y="1044"/>
                  <a:pt x="1064" y="905"/>
                </a:cubicBezTo>
                <a:cubicBezTo>
                  <a:pt x="1446" y="655"/>
                  <a:pt x="1679" y="306"/>
                  <a:pt x="1579" y="124"/>
                </a:cubicBezTo>
                <a:cubicBezTo>
                  <a:pt x="1520" y="43"/>
                  <a:pt x="1406" y="1"/>
                  <a:pt x="1265" y="1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3" name="Google Shape;2203;p45"/>
          <p:cNvSpPr/>
          <p:nvPr/>
        </p:nvSpPr>
        <p:spPr>
          <a:xfrm>
            <a:off x="6121591" y="2559992"/>
            <a:ext cx="92908" cy="161638"/>
          </a:xfrm>
          <a:custGeom>
            <a:avLst/>
            <a:gdLst/>
            <a:ahLst/>
            <a:cxnLst/>
            <a:rect l="l" t="t" r="r" b="b"/>
            <a:pathLst>
              <a:path w="2809" h="4887" extrusionOk="0">
                <a:moveTo>
                  <a:pt x="2808" y="1"/>
                </a:moveTo>
                <a:lnTo>
                  <a:pt x="0" y="882"/>
                </a:lnTo>
                <a:lnTo>
                  <a:pt x="2725" y="4886"/>
                </a:lnTo>
                <a:lnTo>
                  <a:pt x="2808" y="1"/>
                </a:lnTo>
                <a:close/>
              </a:path>
            </a:pathLst>
          </a:custGeom>
          <a:solidFill>
            <a:srgbClr val="F2C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4" name="Google Shape;2204;p45"/>
          <p:cNvSpPr/>
          <p:nvPr/>
        </p:nvSpPr>
        <p:spPr>
          <a:xfrm>
            <a:off x="5959428" y="2689147"/>
            <a:ext cx="128099" cy="115465"/>
          </a:xfrm>
          <a:custGeom>
            <a:avLst/>
            <a:gdLst/>
            <a:ahLst/>
            <a:cxnLst/>
            <a:rect l="l" t="t" r="r" b="b"/>
            <a:pathLst>
              <a:path w="3873" h="3491" extrusionOk="0">
                <a:moveTo>
                  <a:pt x="1912" y="1"/>
                </a:moveTo>
                <a:lnTo>
                  <a:pt x="1" y="2244"/>
                </a:lnTo>
                <a:lnTo>
                  <a:pt x="3873" y="3491"/>
                </a:lnTo>
                <a:lnTo>
                  <a:pt x="1912" y="1"/>
                </a:lnTo>
                <a:close/>
              </a:path>
            </a:pathLst>
          </a:custGeom>
          <a:solidFill>
            <a:srgbClr val="73A0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5" name="Google Shape;2205;p45"/>
          <p:cNvSpPr/>
          <p:nvPr/>
        </p:nvSpPr>
        <p:spPr>
          <a:xfrm>
            <a:off x="6329331" y="2557809"/>
            <a:ext cx="93999" cy="133590"/>
          </a:xfrm>
          <a:custGeom>
            <a:avLst/>
            <a:gdLst/>
            <a:ahLst/>
            <a:cxnLst/>
            <a:rect l="l" t="t" r="r" b="b"/>
            <a:pathLst>
              <a:path w="2842" h="4039" extrusionOk="0">
                <a:moveTo>
                  <a:pt x="0" y="0"/>
                </a:moveTo>
                <a:lnTo>
                  <a:pt x="416" y="4038"/>
                </a:lnTo>
                <a:lnTo>
                  <a:pt x="2842" y="865"/>
                </a:lnTo>
                <a:lnTo>
                  <a:pt x="0" y="0"/>
                </a:lnTo>
                <a:close/>
              </a:path>
            </a:pathLst>
          </a:custGeom>
          <a:solidFill>
            <a:srgbClr val="6FA0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45"/>
          <p:cNvSpPr/>
          <p:nvPr/>
        </p:nvSpPr>
        <p:spPr>
          <a:xfrm>
            <a:off x="6989394" y="1905884"/>
            <a:ext cx="1439490" cy="1794253"/>
          </a:xfrm>
          <a:custGeom>
            <a:avLst/>
            <a:gdLst/>
            <a:ahLst/>
            <a:cxnLst/>
            <a:rect l="l" t="t" r="r" b="b"/>
            <a:pathLst>
              <a:path w="43522" h="54248" extrusionOk="0">
                <a:moveTo>
                  <a:pt x="18736" y="1"/>
                </a:moveTo>
                <a:cubicBezTo>
                  <a:pt x="17292" y="1"/>
                  <a:pt x="15848" y="176"/>
                  <a:pt x="14474" y="535"/>
                </a:cubicBezTo>
                <a:cubicBezTo>
                  <a:pt x="13560" y="785"/>
                  <a:pt x="12663" y="1100"/>
                  <a:pt x="11832" y="1582"/>
                </a:cubicBezTo>
                <a:cubicBezTo>
                  <a:pt x="11533" y="1765"/>
                  <a:pt x="11217" y="1981"/>
                  <a:pt x="10868" y="2064"/>
                </a:cubicBezTo>
                <a:cubicBezTo>
                  <a:pt x="10586" y="2147"/>
                  <a:pt x="10320" y="2147"/>
                  <a:pt x="10037" y="2164"/>
                </a:cubicBezTo>
                <a:cubicBezTo>
                  <a:pt x="6880" y="2413"/>
                  <a:pt x="4487" y="5055"/>
                  <a:pt x="3457" y="7897"/>
                </a:cubicBezTo>
                <a:cubicBezTo>
                  <a:pt x="2211" y="11336"/>
                  <a:pt x="2693" y="15657"/>
                  <a:pt x="3723" y="19097"/>
                </a:cubicBezTo>
                <a:cubicBezTo>
                  <a:pt x="4039" y="20177"/>
                  <a:pt x="4421" y="21240"/>
                  <a:pt x="4620" y="22337"/>
                </a:cubicBezTo>
                <a:cubicBezTo>
                  <a:pt x="4803" y="23434"/>
                  <a:pt x="4753" y="24614"/>
                  <a:pt x="4288" y="25627"/>
                </a:cubicBezTo>
                <a:cubicBezTo>
                  <a:pt x="3839" y="26541"/>
                  <a:pt x="3058" y="27239"/>
                  <a:pt x="2410" y="28003"/>
                </a:cubicBezTo>
                <a:cubicBezTo>
                  <a:pt x="964" y="29732"/>
                  <a:pt x="100" y="31925"/>
                  <a:pt x="51" y="34168"/>
                </a:cubicBezTo>
                <a:cubicBezTo>
                  <a:pt x="1" y="35548"/>
                  <a:pt x="267" y="36993"/>
                  <a:pt x="1180" y="38007"/>
                </a:cubicBezTo>
                <a:cubicBezTo>
                  <a:pt x="1912" y="38805"/>
                  <a:pt x="2925" y="39237"/>
                  <a:pt x="3956" y="39602"/>
                </a:cubicBezTo>
                <a:cubicBezTo>
                  <a:pt x="4287" y="39716"/>
                  <a:pt x="4650" y="39818"/>
                  <a:pt x="4994" y="39818"/>
                </a:cubicBezTo>
                <a:cubicBezTo>
                  <a:pt x="5254" y="39818"/>
                  <a:pt x="5502" y="39760"/>
                  <a:pt x="5717" y="39602"/>
                </a:cubicBezTo>
                <a:lnTo>
                  <a:pt x="30992" y="53910"/>
                </a:lnTo>
                <a:cubicBezTo>
                  <a:pt x="31540" y="54144"/>
                  <a:pt x="32119" y="54247"/>
                  <a:pt x="32706" y="54247"/>
                </a:cubicBezTo>
                <a:cubicBezTo>
                  <a:pt x="33863" y="54247"/>
                  <a:pt x="35046" y="53846"/>
                  <a:pt x="36060" y="53262"/>
                </a:cubicBezTo>
                <a:cubicBezTo>
                  <a:pt x="37190" y="52613"/>
                  <a:pt x="38237" y="51733"/>
                  <a:pt x="38652" y="50503"/>
                </a:cubicBezTo>
                <a:cubicBezTo>
                  <a:pt x="39068" y="49273"/>
                  <a:pt x="38652" y="47711"/>
                  <a:pt x="37489" y="47146"/>
                </a:cubicBezTo>
                <a:lnTo>
                  <a:pt x="37489" y="47146"/>
                </a:lnTo>
                <a:cubicBezTo>
                  <a:pt x="37637" y="47164"/>
                  <a:pt x="37784" y="47173"/>
                  <a:pt x="37930" y="47173"/>
                </a:cubicBezTo>
                <a:cubicBezTo>
                  <a:pt x="40247" y="47173"/>
                  <a:pt x="42291" y="45004"/>
                  <a:pt x="42541" y="42660"/>
                </a:cubicBezTo>
                <a:cubicBezTo>
                  <a:pt x="42807" y="40167"/>
                  <a:pt x="41477" y="37724"/>
                  <a:pt x="39633" y="36013"/>
                </a:cubicBezTo>
                <a:cubicBezTo>
                  <a:pt x="41976" y="33986"/>
                  <a:pt x="43521" y="29266"/>
                  <a:pt x="40962" y="26840"/>
                </a:cubicBezTo>
                <a:cubicBezTo>
                  <a:pt x="39035" y="24996"/>
                  <a:pt x="35977" y="24697"/>
                  <a:pt x="34166" y="22752"/>
                </a:cubicBezTo>
                <a:cubicBezTo>
                  <a:pt x="32537" y="20974"/>
                  <a:pt x="32454" y="18548"/>
                  <a:pt x="32205" y="16305"/>
                </a:cubicBezTo>
                <a:cubicBezTo>
                  <a:pt x="31573" y="10539"/>
                  <a:pt x="29878" y="2363"/>
                  <a:pt x="23331" y="602"/>
                </a:cubicBezTo>
                <a:cubicBezTo>
                  <a:pt x="21856" y="205"/>
                  <a:pt x="20295" y="1"/>
                  <a:pt x="18736" y="1"/>
                </a:cubicBezTo>
                <a:close/>
              </a:path>
            </a:pathLst>
          </a:custGeom>
          <a:solidFill>
            <a:srgbClr val="98C4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45"/>
          <p:cNvSpPr/>
          <p:nvPr/>
        </p:nvSpPr>
        <p:spPr>
          <a:xfrm>
            <a:off x="7296621" y="3642709"/>
            <a:ext cx="844802" cy="401696"/>
          </a:xfrm>
          <a:custGeom>
            <a:avLst/>
            <a:gdLst/>
            <a:ahLst/>
            <a:cxnLst/>
            <a:rect l="l" t="t" r="r" b="b"/>
            <a:pathLst>
              <a:path w="25542" h="12145" extrusionOk="0">
                <a:moveTo>
                  <a:pt x="2011" y="1"/>
                </a:moveTo>
                <a:cubicBezTo>
                  <a:pt x="1280" y="2560"/>
                  <a:pt x="532" y="5119"/>
                  <a:pt x="1" y="7694"/>
                </a:cubicBezTo>
                <a:cubicBezTo>
                  <a:pt x="4083" y="9370"/>
                  <a:pt x="11671" y="12145"/>
                  <a:pt x="17253" y="12145"/>
                </a:cubicBezTo>
                <a:cubicBezTo>
                  <a:pt x="18147" y="12145"/>
                  <a:pt x="18990" y="12074"/>
                  <a:pt x="19759" y="11915"/>
                </a:cubicBezTo>
                <a:cubicBezTo>
                  <a:pt x="23348" y="11167"/>
                  <a:pt x="24910" y="6897"/>
                  <a:pt x="25541" y="2560"/>
                </a:cubicBezTo>
                <a:cubicBezTo>
                  <a:pt x="23630" y="2510"/>
                  <a:pt x="21719" y="2261"/>
                  <a:pt x="19842" y="1912"/>
                </a:cubicBezTo>
                <a:cubicBezTo>
                  <a:pt x="17399" y="1480"/>
                  <a:pt x="14956" y="1064"/>
                  <a:pt x="12646" y="233"/>
                </a:cubicBezTo>
                <a:lnTo>
                  <a:pt x="2011" y="1"/>
                </a:lnTo>
                <a:close/>
              </a:path>
            </a:pathLst>
          </a:custGeom>
          <a:solidFill>
            <a:srgbClr val="FF92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8" name="Google Shape;2208;p45"/>
          <p:cNvSpPr/>
          <p:nvPr/>
        </p:nvSpPr>
        <p:spPr>
          <a:xfrm>
            <a:off x="7591213" y="2462159"/>
            <a:ext cx="678269" cy="1089391"/>
          </a:xfrm>
          <a:custGeom>
            <a:avLst/>
            <a:gdLst/>
            <a:ahLst/>
            <a:cxnLst/>
            <a:rect l="l" t="t" r="r" b="b"/>
            <a:pathLst>
              <a:path w="20507" h="32937" extrusionOk="0">
                <a:moveTo>
                  <a:pt x="10868" y="0"/>
                </a:moveTo>
                <a:cubicBezTo>
                  <a:pt x="10752" y="0"/>
                  <a:pt x="10645" y="51"/>
                  <a:pt x="10519" y="101"/>
                </a:cubicBezTo>
                <a:cubicBezTo>
                  <a:pt x="9755" y="350"/>
                  <a:pt x="8957" y="367"/>
                  <a:pt x="8160" y="483"/>
                </a:cubicBezTo>
                <a:cubicBezTo>
                  <a:pt x="5534" y="882"/>
                  <a:pt x="3075" y="2460"/>
                  <a:pt x="1679" y="4754"/>
                </a:cubicBezTo>
                <a:cubicBezTo>
                  <a:pt x="300" y="7030"/>
                  <a:pt x="1" y="9955"/>
                  <a:pt x="964" y="12447"/>
                </a:cubicBezTo>
                <a:cubicBezTo>
                  <a:pt x="1928" y="14940"/>
                  <a:pt x="4138" y="16917"/>
                  <a:pt x="6731" y="17565"/>
                </a:cubicBezTo>
                <a:lnTo>
                  <a:pt x="13627" y="32936"/>
                </a:lnTo>
                <a:cubicBezTo>
                  <a:pt x="14856" y="32587"/>
                  <a:pt x="16136" y="32189"/>
                  <a:pt x="17050" y="31308"/>
                </a:cubicBezTo>
                <a:cubicBezTo>
                  <a:pt x="17964" y="30444"/>
                  <a:pt x="18412" y="28932"/>
                  <a:pt x="17698" y="27868"/>
                </a:cubicBezTo>
                <a:cubicBezTo>
                  <a:pt x="18628" y="27785"/>
                  <a:pt x="19459" y="27137"/>
                  <a:pt x="19925" y="26306"/>
                </a:cubicBezTo>
                <a:cubicBezTo>
                  <a:pt x="20373" y="25475"/>
                  <a:pt x="20506" y="24495"/>
                  <a:pt x="20440" y="23564"/>
                </a:cubicBezTo>
                <a:cubicBezTo>
                  <a:pt x="20307" y="21736"/>
                  <a:pt x="19459" y="19992"/>
                  <a:pt x="18130" y="18762"/>
                </a:cubicBezTo>
                <a:cubicBezTo>
                  <a:pt x="19260" y="16967"/>
                  <a:pt x="20240" y="14009"/>
                  <a:pt x="18928" y="12082"/>
                </a:cubicBezTo>
                <a:cubicBezTo>
                  <a:pt x="17631" y="10187"/>
                  <a:pt x="15139" y="10005"/>
                  <a:pt x="13876" y="8177"/>
                </a:cubicBezTo>
                <a:cubicBezTo>
                  <a:pt x="12414" y="6100"/>
                  <a:pt x="11583" y="3607"/>
                  <a:pt x="11516" y="1065"/>
                </a:cubicBezTo>
                <a:cubicBezTo>
                  <a:pt x="11516" y="633"/>
                  <a:pt x="11400" y="68"/>
                  <a:pt x="10985" y="18"/>
                </a:cubicBezTo>
                <a:cubicBezTo>
                  <a:pt x="10944" y="6"/>
                  <a:pt x="10905" y="0"/>
                  <a:pt x="10868" y="0"/>
                </a:cubicBezTo>
                <a:close/>
              </a:path>
            </a:pathLst>
          </a:custGeom>
          <a:solidFill>
            <a:srgbClr val="455E70">
              <a:alpha val="40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9" name="Google Shape;2209;p45"/>
          <p:cNvSpPr/>
          <p:nvPr/>
        </p:nvSpPr>
        <p:spPr>
          <a:xfrm>
            <a:off x="7113621" y="2222007"/>
            <a:ext cx="637024" cy="950840"/>
          </a:xfrm>
          <a:custGeom>
            <a:avLst/>
            <a:gdLst/>
            <a:ahLst/>
            <a:cxnLst/>
            <a:rect l="l" t="t" r="r" b="b"/>
            <a:pathLst>
              <a:path w="19260" h="28748" extrusionOk="0">
                <a:moveTo>
                  <a:pt x="2526" y="0"/>
                </a:moveTo>
                <a:cubicBezTo>
                  <a:pt x="482" y="2476"/>
                  <a:pt x="316" y="6049"/>
                  <a:pt x="1114" y="9140"/>
                </a:cubicBezTo>
                <a:cubicBezTo>
                  <a:pt x="1712" y="11483"/>
                  <a:pt x="2792" y="13793"/>
                  <a:pt x="2559" y="16202"/>
                </a:cubicBezTo>
                <a:cubicBezTo>
                  <a:pt x="2443" y="17531"/>
                  <a:pt x="1895" y="18794"/>
                  <a:pt x="1379" y="20024"/>
                </a:cubicBezTo>
                <a:cubicBezTo>
                  <a:pt x="864" y="21254"/>
                  <a:pt x="316" y="22517"/>
                  <a:pt x="150" y="23846"/>
                </a:cubicBezTo>
                <a:cubicBezTo>
                  <a:pt x="0" y="25175"/>
                  <a:pt x="299" y="26621"/>
                  <a:pt x="1246" y="27585"/>
                </a:cubicBezTo>
                <a:cubicBezTo>
                  <a:pt x="2080" y="28418"/>
                  <a:pt x="3279" y="28747"/>
                  <a:pt x="4470" y="28747"/>
                </a:cubicBezTo>
                <a:cubicBezTo>
                  <a:pt x="4823" y="28747"/>
                  <a:pt x="5175" y="28718"/>
                  <a:pt x="5517" y="28665"/>
                </a:cubicBezTo>
                <a:cubicBezTo>
                  <a:pt x="7013" y="28432"/>
                  <a:pt x="8425" y="27784"/>
                  <a:pt x="9887" y="27369"/>
                </a:cubicBezTo>
                <a:cubicBezTo>
                  <a:pt x="11362" y="26946"/>
                  <a:pt x="12905" y="26730"/>
                  <a:pt x="14450" y="26730"/>
                </a:cubicBezTo>
                <a:cubicBezTo>
                  <a:pt x="14907" y="26730"/>
                  <a:pt x="15364" y="26749"/>
                  <a:pt x="15820" y="26787"/>
                </a:cubicBezTo>
                <a:cubicBezTo>
                  <a:pt x="16091" y="26811"/>
                  <a:pt x="16375" y="26838"/>
                  <a:pt x="16654" y="26838"/>
                </a:cubicBezTo>
                <a:cubicBezTo>
                  <a:pt x="17147" y="26838"/>
                  <a:pt x="17626" y="26756"/>
                  <a:pt x="17997" y="26438"/>
                </a:cubicBezTo>
                <a:cubicBezTo>
                  <a:pt x="18362" y="26106"/>
                  <a:pt x="18512" y="25607"/>
                  <a:pt x="18611" y="25126"/>
                </a:cubicBezTo>
                <a:cubicBezTo>
                  <a:pt x="19260" y="22301"/>
                  <a:pt x="19027" y="19293"/>
                  <a:pt x="17930" y="16601"/>
                </a:cubicBezTo>
                <a:lnTo>
                  <a:pt x="2526" y="0"/>
                </a:lnTo>
                <a:close/>
              </a:path>
            </a:pathLst>
          </a:custGeom>
          <a:solidFill>
            <a:srgbClr val="455E70">
              <a:alpha val="40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0" name="Google Shape;2210;p45"/>
          <p:cNvSpPr/>
          <p:nvPr/>
        </p:nvSpPr>
        <p:spPr>
          <a:xfrm>
            <a:off x="6544214" y="3194785"/>
            <a:ext cx="822278" cy="544481"/>
          </a:xfrm>
          <a:custGeom>
            <a:avLst/>
            <a:gdLst/>
            <a:ahLst/>
            <a:cxnLst/>
            <a:rect l="l" t="t" r="r" b="b"/>
            <a:pathLst>
              <a:path w="24861" h="16462" extrusionOk="0">
                <a:moveTo>
                  <a:pt x="5468" y="1"/>
                </a:moveTo>
                <a:lnTo>
                  <a:pt x="1" y="5019"/>
                </a:lnTo>
                <a:cubicBezTo>
                  <a:pt x="1" y="5019"/>
                  <a:pt x="5252" y="15671"/>
                  <a:pt x="12032" y="16435"/>
                </a:cubicBezTo>
                <a:cubicBezTo>
                  <a:pt x="12187" y="16453"/>
                  <a:pt x="12341" y="16461"/>
                  <a:pt x="12496" y="16461"/>
                </a:cubicBezTo>
                <a:cubicBezTo>
                  <a:pt x="19070" y="16461"/>
                  <a:pt x="24860" y="915"/>
                  <a:pt x="24860" y="915"/>
                </a:cubicBezTo>
                <a:lnTo>
                  <a:pt x="15870" y="1"/>
                </a:lnTo>
                <a:lnTo>
                  <a:pt x="11184" y="4753"/>
                </a:lnTo>
                <a:lnTo>
                  <a:pt x="5468" y="1"/>
                </a:lnTo>
                <a:close/>
              </a:path>
            </a:pathLst>
          </a:custGeom>
          <a:solidFill>
            <a:srgbClr val="F895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1" name="Google Shape;2211;p45"/>
          <p:cNvSpPr/>
          <p:nvPr/>
        </p:nvSpPr>
        <p:spPr>
          <a:xfrm>
            <a:off x="7491726" y="2681474"/>
            <a:ext cx="314411" cy="309119"/>
          </a:xfrm>
          <a:custGeom>
            <a:avLst/>
            <a:gdLst/>
            <a:ahLst/>
            <a:cxnLst/>
            <a:rect l="l" t="t" r="r" b="b"/>
            <a:pathLst>
              <a:path w="9506" h="9346" extrusionOk="0">
                <a:moveTo>
                  <a:pt x="7844" y="0"/>
                </a:moveTo>
                <a:lnTo>
                  <a:pt x="350" y="2809"/>
                </a:lnTo>
                <a:lnTo>
                  <a:pt x="782" y="5866"/>
                </a:lnTo>
                <a:cubicBezTo>
                  <a:pt x="865" y="6415"/>
                  <a:pt x="499" y="6896"/>
                  <a:pt x="1" y="7013"/>
                </a:cubicBezTo>
                <a:cubicBezTo>
                  <a:pt x="848" y="8176"/>
                  <a:pt x="2178" y="9007"/>
                  <a:pt x="3607" y="9256"/>
                </a:cubicBezTo>
                <a:cubicBezTo>
                  <a:pt x="3943" y="9317"/>
                  <a:pt x="4283" y="9346"/>
                  <a:pt x="4624" y="9346"/>
                </a:cubicBezTo>
                <a:cubicBezTo>
                  <a:pt x="6154" y="9346"/>
                  <a:pt x="7692" y="8759"/>
                  <a:pt x="8874" y="7794"/>
                </a:cubicBezTo>
                <a:cubicBezTo>
                  <a:pt x="9090" y="7611"/>
                  <a:pt x="9306" y="7395"/>
                  <a:pt x="9506" y="7179"/>
                </a:cubicBezTo>
                <a:cubicBezTo>
                  <a:pt x="9090" y="7096"/>
                  <a:pt x="8758" y="6730"/>
                  <a:pt x="8708" y="6298"/>
                </a:cubicBezTo>
                <a:lnTo>
                  <a:pt x="7844" y="0"/>
                </a:lnTo>
                <a:close/>
              </a:path>
            </a:pathLst>
          </a:custGeom>
          <a:solidFill>
            <a:srgbClr val="F895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2" name="Google Shape;2212;p45"/>
          <p:cNvSpPr/>
          <p:nvPr/>
        </p:nvSpPr>
        <p:spPr>
          <a:xfrm>
            <a:off x="6019888" y="1866956"/>
            <a:ext cx="522188" cy="570246"/>
          </a:xfrm>
          <a:custGeom>
            <a:avLst/>
            <a:gdLst/>
            <a:ahLst/>
            <a:cxnLst/>
            <a:rect l="l" t="t" r="r" b="b"/>
            <a:pathLst>
              <a:path w="15788" h="17241" extrusionOk="0">
                <a:moveTo>
                  <a:pt x="7894" y="1"/>
                </a:moveTo>
                <a:cubicBezTo>
                  <a:pt x="3540" y="1"/>
                  <a:pt x="1" y="3524"/>
                  <a:pt x="1" y="7894"/>
                </a:cubicBezTo>
                <a:cubicBezTo>
                  <a:pt x="1" y="10835"/>
                  <a:pt x="1629" y="13411"/>
                  <a:pt x="4039" y="14773"/>
                </a:cubicBezTo>
                <a:cubicBezTo>
                  <a:pt x="3889" y="15388"/>
                  <a:pt x="3773" y="16036"/>
                  <a:pt x="3723" y="16684"/>
                </a:cubicBezTo>
                <a:cubicBezTo>
                  <a:pt x="3707" y="16867"/>
                  <a:pt x="3707" y="17067"/>
                  <a:pt x="3856" y="17183"/>
                </a:cubicBezTo>
                <a:cubicBezTo>
                  <a:pt x="3905" y="17225"/>
                  <a:pt x="3972" y="17240"/>
                  <a:pt x="4043" y="17240"/>
                </a:cubicBezTo>
                <a:cubicBezTo>
                  <a:pt x="4140" y="17240"/>
                  <a:pt x="4245" y="17212"/>
                  <a:pt x="4321" y="17183"/>
                </a:cubicBezTo>
                <a:cubicBezTo>
                  <a:pt x="4654" y="17033"/>
                  <a:pt x="4936" y="16734"/>
                  <a:pt x="5185" y="16468"/>
                </a:cubicBezTo>
                <a:cubicBezTo>
                  <a:pt x="5451" y="16153"/>
                  <a:pt x="5717" y="15870"/>
                  <a:pt x="5966" y="15538"/>
                </a:cubicBezTo>
                <a:cubicBezTo>
                  <a:pt x="6598" y="15704"/>
                  <a:pt x="7229" y="15787"/>
                  <a:pt x="7894" y="15787"/>
                </a:cubicBezTo>
                <a:cubicBezTo>
                  <a:pt x="12264" y="15787"/>
                  <a:pt x="15787" y="12248"/>
                  <a:pt x="15787" y="7894"/>
                </a:cubicBezTo>
                <a:cubicBezTo>
                  <a:pt x="15787" y="3524"/>
                  <a:pt x="12264" y="1"/>
                  <a:pt x="7894" y="1"/>
                </a:cubicBezTo>
                <a:close/>
              </a:path>
            </a:pathLst>
          </a:custGeom>
          <a:solidFill>
            <a:srgbClr val="455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3" name="Google Shape;2213;p45"/>
          <p:cNvSpPr/>
          <p:nvPr/>
        </p:nvSpPr>
        <p:spPr>
          <a:xfrm>
            <a:off x="6189162" y="2015360"/>
            <a:ext cx="250113" cy="277565"/>
          </a:xfrm>
          <a:custGeom>
            <a:avLst/>
            <a:gdLst/>
            <a:ahLst/>
            <a:cxnLst/>
            <a:rect l="l" t="t" r="r" b="b"/>
            <a:pathLst>
              <a:path w="7562" h="8392" extrusionOk="0">
                <a:moveTo>
                  <a:pt x="1" y="0"/>
                </a:moveTo>
                <a:lnTo>
                  <a:pt x="1" y="5667"/>
                </a:lnTo>
                <a:lnTo>
                  <a:pt x="3108" y="5667"/>
                </a:lnTo>
                <a:lnTo>
                  <a:pt x="3108" y="7561"/>
                </a:lnTo>
                <a:cubicBezTo>
                  <a:pt x="3108" y="8010"/>
                  <a:pt x="3491" y="8392"/>
                  <a:pt x="3939" y="8392"/>
                </a:cubicBezTo>
                <a:cubicBezTo>
                  <a:pt x="4405" y="8392"/>
                  <a:pt x="4770" y="8010"/>
                  <a:pt x="4770" y="7561"/>
                </a:cubicBezTo>
                <a:lnTo>
                  <a:pt x="4770" y="5667"/>
                </a:lnTo>
                <a:lnTo>
                  <a:pt x="4903" y="5667"/>
                </a:lnTo>
                <a:cubicBezTo>
                  <a:pt x="4970" y="5683"/>
                  <a:pt x="5036" y="5717"/>
                  <a:pt x="5102" y="5717"/>
                </a:cubicBezTo>
                <a:lnTo>
                  <a:pt x="6831" y="5717"/>
                </a:lnTo>
                <a:cubicBezTo>
                  <a:pt x="7229" y="5717"/>
                  <a:pt x="7562" y="5384"/>
                  <a:pt x="7562" y="4985"/>
                </a:cubicBezTo>
                <a:cubicBezTo>
                  <a:pt x="7562" y="4587"/>
                  <a:pt x="7229" y="4254"/>
                  <a:pt x="6831" y="4254"/>
                </a:cubicBezTo>
                <a:cubicBezTo>
                  <a:pt x="7229" y="4254"/>
                  <a:pt x="7562" y="3922"/>
                  <a:pt x="7562" y="3523"/>
                </a:cubicBezTo>
                <a:cubicBezTo>
                  <a:pt x="7562" y="3141"/>
                  <a:pt x="7229" y="2809"/>
                  <a:pt x="6831" y="2809"/>
                </a:cubicBezTo>
                <a:cubicBezTo>
                  <a:pt x="7229" y="2809"/>
                  <a:pt x="7562" y="2476"/>
                  <a:pt x="7562" y="2077"/>
                </a:cubicBezTo>
                <a:cubicBezTo>
                  <a:pt x="7562" y="1689"/>
                  <a:pt x="7246" y="1364"/>
                  <a:pt x="6861" y="1347"/>
                </a:cubicBezTo>
                <a:lnTo>
                  <a:pt x="6861" y="1347"/>
                </a:lnTo>
                <a:cubicBezTo>
                  <a:pt x="7231" y="1347"/>
                  <a:pt x="7545" y="1053"/>
                  <a:pt x="7545" y="648"/>
                </a:cubicBezTo>
                <a:cubicBezTo>
                  <a:pt x="7545" y="349"/>
                  <a:pt x="7362" y="117"/>
                  <a:pt x="7146" y="0"/>
                </a:cubicBezTo>
                <a:close/>
              </a:path>
            </a:pathLst>
          </a:custGeom>
          <a:solidFill>
            <a:srgbClr val="F895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4" name="Google Shape;2214;p45"/>
          <p:cNvSpPr/>
          <p:nvPr/>
        </p:nvSpPr>
        <p:spPr>
          <a:xfrm>
            <a:off x="6291957" y="2232459"/>
            <a:ext cx="20903" cy="54971"/>
          </a:xfrm>
          <a:custGeom>
            <a:avLst/>
            <a:gdLst/>
            <a:ahLst/>
            <a:cxnLst/>
            <a:rect l="l" t="t" r="r" b="b"/>
            <a:pathLst>
              <a:path w="632" h="1662" extrusionOk="0">
                <a:moveTo>
                  <a:pt x="0" y="0"/>
                </a:moveTo>
                <a:lnTo>
                  <a:pt x="0" y="100"/>
                </a:lnTo>
                <a:cubicBezTo>
                  <a:pt x="216" y="216"/>
                  <a:pt x="466" y="482"/>
                  <a:pt x="482" y="831"/>
                </a:cubicBezTo>
                <a:cubicBezTo>
                  <a:pt x="499" y="1147"/>
                  <a:pt x="383" y="1413"/>
                  <a:pt x="250" y="1595"/>
                </a:cubicBezTo>
                <a:cubicBezTo>
                  <a:pt x="283" y="1612"/>
                  <a:pt x="316" y="1629"/>
                  <a:pt x="333" y="1662"/>
                </a:cubicBezTo>
                <a:cubicBezTo>
                  <a:pt x="482" y="1446"/>
                  <a:pt x="632" y="1163"/>
                  <a:pt x="615" y="814"/>
                </a:cubicBezTo>
                <a:cubicBezTo>
                  <a:pt x="582" y="598"/>
                  <a:pt x="482" y="399"/>
                  <a:pt x="383" y="266"/>
                </a:cubicBezTo>
                <a:cubicBezTo>
                  <a:pt x="250" y="150"/>
                  <a:pt x="133" y="33"/>
                  <a:pt x="0" y="0"/>
                </a:cubicBezTo>
                <a:close/>
              </a:path>
            </a:pathLst>
          </a:custGeom>
          <a:solidFill>
            <a:srgbClr val="FCE9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5" name="Google Shape;2215;p45"/>
          <p:cNvSpPr/>
          <p:nvPr/>
        </p:nvSpPr>
        <p:spPr>
          <a:xfrm>
            <a:off x="6135317" y="1990058"/>
            <a:ext cx="89633" cy="256728"/>
          </a:xfrm>
          <a:custGeom>
            <a:avLst/>
            <a:gdLst/>
            <a:ahLst/>
            <a:cxnLst/>
            <a:rect l="l" t="t" r="r" b="b"/>
            <a:pathLst>
              <a:path w="2710" h="7762" extrusionOk="0">
                <a:moveTo>
                  <a:pt x="665" y="1"/>
                </a:moveTo>
                <a:cubicBezTo>
                  <a:pt x="300" y="1"/>
                  <a:pt x="0" y="283"/>
                  <a:pt x="0" y="666"/>
                </a:cubicBezTo>
                <a:lnTo>
                  <a:pt x="0" y="7096"/>
                </a:lnTo>
                <a:cubicBezTo>
                  <a:pt x="0" y="7462"/>
                  <a:pt x="300" y="7761"/>
                  <a:pt x="665" y="7761"/>
                </a:cubicBezTo>
                <a:lnTo>
                  <a:pt x="2044" y="7761"/>
                </a:lnTo>
                <a:cubicBezTo>
                  <a:pt x="2393" y="7761"/>
                  <a:pt x="2692" y="7479"/>
                  <a:pt x="2709" y="7096"/>
                </a:cubicBezTo>
                <a:lnTo>
                  <a:pt x="2709" y="666"/>
                </a:lnTo>
                <a:cubicBezTo>
                  <a:pt x="2709" y="283"/>
                  <a:pt x="2410" y="1"/>
                  <a:pt x="2044" y="1"/>
                </a:cubicBezTo>
                <a:close/>
              </a:path>
            </a:pathLst>
          </a:custGeom>
          <a:solidFill>
            <a:srgbClr val="98C4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6" name="Google Shape;2216;p45"/>
          <p:cNvSpPr/>
          <p:nvPr/>
        </p:nvSpPr>
        <p:spPr>
          <a:xfrm>
            <a:off x="5958899" y="2766408"/>
            <a:ext cx="832134" cy="810106"/>
          </a:xfrm>
          <a:custGeom>
            <a:avLst/>
            <a:gdLst/>
            <a:ahLst/>
            <a:cxnLst/>
            <a:rect l="l" t="t" r="r" b="b"/>
            <a:pathLst>
              <a:path w="25159" h="24493" extrusionOk="0">
                <a:moveTo>
                  <a:pt x="14508" y="1"/>
                </a:moveTo>
                <a:cubicBezTo>
                  <a:pt x="14229" y="1"/>
                  <a:pt x="13946" y="57"/>
                  <a:pt x="13676" y="174"/>
                </a:cubicBezTo>
                <a:lnTo>
                  <a:pt x="6365" y="3481"/>
                </a:lnTo>
                <a:cubicBezTo>
                  <a:pt x="6088" y="3278"/>
                  <a:pt x="5697" y="3136"/>
                  <a:pt x="5157" y="3136"/>
                </a:cubicBezTo>
                <a:cubicBezTo>
                  <a:pt x="4726" y="3136"/>
                  <a:pt x="4198" y="3226"/>
                  <a:pt x="3556" y="3448"/>
                </a:cubicBezTo>
                <a:cubicBezTo>
                  <a:pt x="0" y="4661"/>
                  <a:pt x="1895" y="7552"/>
                  <a:pt x="1895" y="7552"/>
                </a:cubicBezTo>
                <a:cubicBezTo>
                  <a:pt x="1911" y="7619"/>
                  <a:pt x="1928" y="7652"/>
                  <a:pt x="1961" y="7718"/>
                </a:cubicBezTo>
                <a:lnTo>
                  <a:pt x="8974" y="23272"/>
                </a:lnTo>
                <a:cubicBezTo>
                  <a:pt x="9305" y="24045"/>
                  <a:pt x="10063" y="24492"/>
                  <a:pt x="10858" y="24492"/>
                </a:cubicBezTo>
                <a:cubicBezTo>
                  <a:pt x="11139" y="24492"/>
                  <a:pt x="11425" y="24436"/>
                  <a:pt x="11699" y="24319"/>
                </a:cubicBezTo>
                <a:lnTo>
                  <a:pt x="22201" y="19583"/>
                </a:lnTo>
                <a:lnTo>
                  <a:pt x="23015" y="19201"/>
                </a:lnTo>
                <a:cubicBezTo>
                  <a:pt x="23929" y="18619"/>
                  <a:pt x="25159" y="17406"/>
                  <a:pt x="23979" y="15213"/>
                </a:cubicBezTo>
                <a:cubicBezTo>
                  <a:pt x="23348" y="14099"/>
                  <a:pt x="22483" y="13302"/>
                  <a:pt x="21586" y="12770"/>
                </a:cubicBezTo>
                <a:lnTo>
                  <a:pt x="16385" y="1221"/>
                </a:lnTo>
                <a:cubicBezTo>
                  <a:pt x="16054" y="448"/>
                  <a:pt x="15296" y="1"/>
                  <a:pt x="14508" y="1"/>
                </a:cubicBezTo>
                <a:close/>
              </a:path>
            </a:pathLst>
          </a:custGeom>
          <a:solidFill>
            <a:srgbClr val="73A0B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7" name="Google Shape;2217;p45"/>
          <p:cNvSpPr/>
          <p:nvPr/>
        </p:nvSpPr>
        <p:spPr>
          <a:xfrm>
            <a:off x="6027032" y="2715077"/>
            <a:ext cx="739822" cy="809213"/>
          </a:xfrm>
          <a:custGeom>
            <a:avLst/>
            <a:gdLst/>
            <a:ahLst/>
            <a:cxnLst/>
            <a:rect l="l" t="t" r="r" b="b"/>
            <a:pathLst>
              <a:path w="22368" h="24466" extrusionOk="0">
                <a:moveTo>
                  <a:pt x="13013" y="0"/>
                </a:moveTo>
                <a:cubicBezTo>
                  <a:pt x="12729" y="0"/>
                  <a:pt x="12441" y="58"/>
                  <a:pt x="12165" y="181"/>
                </a:cubicBezTo>
                <a:lnTo>
                  <a:pt x="1496" y="4967"/>
                </a:lnTo>
                <a:cubicBezTo>
                  <a:pt x="450" y="5432"/>
                  <a:pt x="1" y="6661"/>
                  <a:pt x="450" y="7692"/>
                </a:cubicBezTo>
                <a:lnTo>
                  <a:pt x="7479" y="23245"/>
                </a:lnTo>
                <a:cubicBezTo>
                  <a:pt x="7810" y="24019"/>
                  <a:pt x="8568" y="24465"/>
                  <a:pt x="9363" y="24465"/>
                </a:cubicBezTo>
                <a:cubicBezTo>
                  <a:pt x="9644" y="24465"/>
                  <a:pt x="9930" y="24410"/>
                  <a:pt x="10204" y="24292"/>
                </a:cubicBezTo>
                <a:lnTo>
                  <a:pt x="20872" y="19490"/>
                </a:lnTo>
                <a:cubicBezTo>
                  <a:pt x="21919" y="19041"/>
                  <a:pt x="22368" y="17812"/>
                  <a:pt x="21919" y="16765"/>
                </a:cubicBezTo>
                <a:lnTo>
                  <a:pt x="14890" y="1211"/>
                </a:lnTo>
                <a:cubicBezTo>
                  <a:pt x="14560" y="452"/>
                  <a:pt x="13806" y="0"/>
                  <a:pt x="13013" y="0"/>
                </a:cubicBezTo>
                <a:close/>
              </a:path>
            </a:pathLst>
          </a:custGeom>
          <a:solidFill>
            <a:srgbClr val="98C4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8" name="Google Shape;2218;p45"/>
          <p:cNvSpPr/>
          <p:nvPr/>
        </p:nvSpPr>
        <p:spPr>
          <a:xfrm>
            <a:off x="6506840" y="3387707"/>
            <a:ext cx="40153" cy="40153"/>
          </a:xfrm>
          <a:custGeom>
            <a:avLst/>
            <a:gdLst/>
            <a:ahLst/>
            <a:cxnLst/>
            <a:rect l="l" t="t" r="r" b="b"/>
            <a:pathLst>
              <a:path w="1214" h="1214" extrusionOk="0">
                <a:moveTo>
                  <a:pt x="599" y="0"/>
                </a:moveTo>
                <a:cubicBezTo>
                  <a:pt x="267" y="0"/>
                  <a:pt x="1" y="266"/>
                  <a:pt x="1" y="599"/>
                </a:cubicBezTo>
                <a:cubicBezTo>
                  <a:pt x="1" y="931"/>
                  <a:pt x="267" y="1197"/>
                  <a:pt x="599" y="1213"/>
                </a:cubicBezTo>
                <a:cubicBezTo>
                  <a:pt x="931" y="1213"/>
                  <a:pt x="1197" y="948"/>
                  <a:pt x="1197" y="615"/>
                </a:cubicBezTo>
                <a:cubicBezTo>
                  <a:pt x="1214" y="283"/>
                  <a:pt x="931" y="0"/>
                  <a:pt x="599" y="0"/>
                </a:cubicBezTo>
                <a:close/>
              </a:path>
            </a:pathLst>
          </a:custGeom>
          <a:solidFill>
            <a:srgbClr val="628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9" name="Google Shape;2219;p45"/>
          <p:cNvSpPr/>
          <p:nvPr/>
        </p:nvSpPr>
        <p:spPr>
          <a:xfrm>
            <a:off x="6066060" y="2748482"/>
            <a:ext cx="648601" cy="717099"/>
          </a:xfrm>
          <a:custGeom>
            <a:avLst/>
            <a:gdLst/>
            <a:ahLst/>
            <a:cxnLst/>
            <a:rect l="l" t="t" r="r" b="b"/>
            <a:pathLst>
              <a:path w="19610" h="21681" extrusionOk="0">
                <a:moveTo>
                  <a:pt x="11813" y="1"/>
                </a:moveTo>
                <a:cubicBezTo>
                  <a:pt x="11686" y="1"/>
                  <a:pt x="11557" y="27"/>
                  <a:pt x="11433" y="85"/>
                </a:cubicBezTo>
                <a:lnTo>
                  <a:pt x="682" y="4920"/>
                </a:lnTo>
                <a:cubicBezTo>
                  <a:pt x="217" y="5153"/>
                  <a:pt x="1" y="5685"/>
                  <a:pt x="217" y="6167"/>
                </a:cubicBezTo>
                <a:lnTo>
                  <a:pt x="6963" y="21122"/>
                </a:lnTo>
                <a:cubicBezTo>
                  <a:pt x="7136" y="21479"/>
                  <a:pt x="7472" y="21681"/>
                  <a:pt x="7830" y="21681"/>
                </a:cubicBezTo>
                <a:cubicBezTo>
                  <a:pt x="7956" y="21681"/>
                  <a:pt x="8084" y="21656"/>
                  <a:pt x="8210" y="21604"/>
                </a:cubicBezTo>
                <a:lnTo>
                  <a:pt x="18944" y="16752"/>
                </a:lnTo>
                <a:cubicBezTo>
                  <a:pt x="19410" y="16552"/>
                  <a:pt x="19609" y="16004"/>
                  <a:pt x="19426" y="15539"/>
                </a:cubicBezTo>
                <a:lnTo>
                  <a:pt x="12680" y="550"/>
                </a:lnTo>
                <a:cubicBezTo>
                  <a:pt x="12509" y="208"/>
                  <a:pt x="12167" y="1"/>
                  <a:pt x="11813" y="1"/>
                </a:cubicBezTo>
                <a:close/>
              </a:path>
            </a:pathLst>
          </a:custGeom>
          <a:solidFill>
            <a:srgbClr val="F7F6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0" name="Google Shape;2220;p45"/>
          <p:cNvSpPr/>
          <p:nvPr/>
        </p:nvSpPr>
        <p:spPr>
          <a:xfrm>
            <a:off x="7278496" y="3076082"/>
            <a:ext cx="18720" cy="122080"/>
          </a:xfrm>
          <a:custGeom>
            <a:avLst/>
            <a:gdLst/>
            <a:ahLst/>
            <a:cxnLst/>
            <a:rect l="l" t="t" r="r" b="b"/>
            <a:pathLst>
              <a:path w="566" h="3691" extrusionOk="0">
                <a:moveTo>
                  <a:pt x="183" y="0"/>
                </a:moveTo>
                <a:cubicBezTo>
                  <a:pt x="133" y="0"/>
                  <a:pt x="0" y="831"/>
                  <a:pt x="83" y="1862"/>
                </a:cubicBezTo>
                <a:cubicBezTo>
                  <a:pt x="165" y="2888"/>
                  <a:pt x="438" y="3690"/>
                  <a:pt x="496" y="3690"/>
                </a:cubicBezTo>
                <a:cubicBezTo>
                  <a:pt x="497" y="3690"/>
                  <a:pt x="498" y="3690"/>
                  <a:pt x="499" y="3689"/>
                </a:cubicBezTo>
                <a:cubicBezTo>
                  <a:pt x="565" y="3673"/>
                  <a:pt x="416" y="2859"/>
                  <a:pt x="333" y="1845"/>
                </a:cubicBezTo>
                <a:cubicBezTo>
                  <a:pt x="250" y="831"/>
                  <a:pt x="266" y="0"/>
                  <a:pt x="183" y="0"/>
                </a:cubicBezTo>
                <a:close/>
              </a:path>
            </a:pathLst>
          </a:custGeom>
          <a:solidFill>
            <a:srgbClr val="5843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1" name="Google Shape;2221;p45"/>
          <p:cNvSpPr/>
          <p:nvPr/>
        </p:nvSpPr>
        <p:spPr>
          <a:xfrm>
            <a:off x="6984995" y="2898110"/>
            <a:ext cx="1221625" cy="1296772"/>
          </a:xfrm>
          <a:custGeom>
            <a:avLst/>
            <a:gdLst/>
            <a:ahLst/>
            <a:cxnLst/>
            <a:rect l="l" t="t" r="r" b="b"/>
            <a:pathLst>
              <a:path w="36935" h="39207" extrusionOk="0">
                <a:moveTo>
                  <a:pt x="35960" y="19822"/>
                </a:moveTo>
                <a:lnTo>
                  <a:pt x="35960" y="19822"/>
                </a:lnTo>
                <a:cubicBezTo>
                  <a:pt x="35960" y="19822"/>
                  <a:pt x="35960" y="19822"/>
                  <a:pt x="35960" y="19822"/>
                </a:cubicBezTo>
                <a:cubicBezTo>
                  <a:pt x="35960" y="19822"/>
                  <a:pt x="35960" y="19822"/>
                  <a:pt x="35960" y="19822"/>
                </a:cubicBezTo>
                <a:close/>
                <a:moveTo>
                  <a:pt x="12053" y="1"/>
                </a:moveTo>
                <a:cubicBezTo>
                  <a:pt x="10242" y="1"/>
                  <a:pt x="8135" y="574"/>
                  <a:pt x="6315" y="2573"/>
                </a:cubicBezTo>
                <a:cubicBezTo>
                  <a:pt x="2061" y="7243"/>
                  <a:pt x="1" y="9851"/>
                  <a:pt x="1" y="9851"/>
                </a:cubicBezTo>
                <a:cubicBezTo>
                  <a:pt x="1" y="9851"/>
                  <a:pt x="4072" y="16365"/>
                  <a:pt x="8625" y="17462"/>
                </a:cubicBezTo>
                <a:cubicBezTo>
                  <a:pt x="8625" y="17462"/>
                  <a:pt x="3557" y="23677"/>
                  <a:pt x="2078" y="30988"/>
                </a:cubicBezTo>
                <a:cubicBezTo>
                  <a:pt x="2078" y="30988"/>
                  <a:pt x="10969" y="39207"/>
                  <a:pt x="26583" y="39207"/>
                </a:cubicBezTo>
                <a:cubicBezTo>
                  <a:pt x="27434" y="39207"/>
                  <a:pt x="28306" y="39182"/>
                  <a:pt x="29197" y="39131"/>
                </a:cubicBezTo>
                <a:lnTo>
                  <a:pt x="31341" y="19822"/>
                </a:lnTo>
                <a:lnTo>
                  <a:pt x="35960" y="19822"/>
                </a:lnTo>
                <a:cubicBezTo>
                  <a:pt x="35929" y="19805"/>
                  <a:pt x="36935" y="4614"/>
                  <a:pt x="31540" y="2041"/>
                </a:cubicBezTo>
                <a:cubicBezTo>
                  <a:pt x="29039" y="847"/>
                  <a:pt x="26599" y="644"/>
                  <a:pt x="25245" y="644"/>
                </a:cubicBezTo>
                <a:cubicBezTo>
                  <a:pt x="25187" y="644"/>
                  <a:pt x="25130" y="645"/>
                  <a:pt x="25076" y="646"/>
                </a:cubicBezTo>
                <a:cubicBezTo>
                  <a:pt x="24993" y="646"/>
                  <a:pt x="24943" y="646"/>
                  <a:pt x="24860" y="629"/>
                </a:cubicBezTo>
                <a:cubicBezTo>
                  <a:pt x="24644" y="828"/>
                  <a:pt x="24445" y="1044"/>
                  <a:pt x="24212" y="1244"/>
                </a:cubicBezTo>
                <a:cubicBezTo>
                  <a:pt x="23024" y="2230"/>
                  <a:pt x="21517" y="2798"/>
                  <a:pt x="19995" y="2798"/>
                </a:cubicBezTo>
                <a:cubicBezTo>
                  <a:pt x="19644" y="2798"/>
                  <a:pt x="19293" y="2768"/>
                  <a:pt x="18944" y="2706"/>
                </a:cubicBezTo>
                <a:cubicBezTo>
                  <a:pt x="17515" y="2457"/>
                  <a:pt x="16186" y="1626"/>
                  <a:pt x="15338" y="430"/>
                </a:cubicBezTo>
                <a:cubicBezTo>
                  <a:pt x="15261" y="453"/>
                  <a:pt x="15181" y="465"/>
                  <a:pt x="15096" y="465"/>
                </a:cubicBezTo>
                <a:cubicBezTo>
                  <a:pt x="14999" y="465"/>
                  <a:pt x="14897" y="449"/>
                  <a:pt x="14790" y="413"/>
                </a:cubicBezTo>
                <a:cubicBezTo>
                  <a:pt x="14052" y="193"/>
                  <a:pt x="13102" y="1"/>
                  <a:pt x="12053" y="1"/>
                </a:cubicBezTo>
                <a:close/>
              </a:path>
            </a:pathLst>
          </a:custGeom>
          <a:solidFill>
            <a:srgbClr val="F2CC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2" name="Google Shape;2222;p45"/>
          <p:cNvSpPr/>
          <p:nvPr/>
        </p:nvSpPr>
        <p:spPr>
          <a:xfrm>
            <a:off x="7471948" y="2923842"/>
            <a:ext cx="377617" cy="127570"/>
          </a:xfrm>
          <a:custGeom>
            <a:avLst/>
            <a:gdLst/>
            <a:ahLst/>
            <a:cxnLst/>
            <a:rect l="l" t="t" r="r" b="b"/>
            <a:pathLst>
              <a:path w="11417" h="3857" extrusionOk="0">
                <a:moveTo>
                  <a:pt x="17" y="0"/>
                </a:moveTo>
                <a:cubicBezTo>
                  <a:pt x="1" y="0"/>
                  <a:pt x="50" y="200"/>
                  <a:pt x="200" y="532"/>
                </a:cubicBezTo>
                <a:cubicBezTo>
                  <a:pt x="350" y="865"/>
                  <a:pt x="615" y="1297"/>
                  <a:pt x="1031" y="1795"/>
                </a:cubicBezTo>
                <a:cubicBezTo>
                  <a:pt x="1446" y="2277"/>
                  <a:pt x="2045" y="2776"/>
                  <a:pt x="2826" y="3158"/>
                </a:cubicBezTo>
                <a:cubicBezTo>
                  <a:pt x="3573" y="3557"/>
                  <a:pt x="4504" y="3822"/>
                  <a:pt x="5484" y="3856"/>
                </a:cubicBezTo>
                <a:cubicBezTo>
                  <a:pt x="5519" y="3856"/>
                  <a:pt x="5554" y="3857"/>
                  <a:pt x="5588" y="3857"/>
                </a:cubicBezTo>
                <a:cubicBezTo>
                  <a:pt x="6516" y="3857"/>
                  <a:pt x="7423" y="3644"/>
                  <a:pt x="8176" y="3324"/>
                </a:cubicBezTo>
                <a:cubicBezTo>
                  <a:pt x="8575" y="3158"/>
                  <a:pt x="8924" y="2975"/>
                  <a:pt x="9240" y="2776"/>
                </a:cubicBezTo>
                <a:cubicBezTo>
                  <a:pt x="9556" y="2560"/>
                  <a:pt x="9838" y="2360"/>
                  <a:pt x="10071" y="2144"/>
                </a:cubicBezTo>
                <a:cubicBezTo>
                  <a:pt x="10553" y="1729"/>
                  <a:pt x="10885" y="1330"/>
                  <a:pt x="11084" y="1047"/>
                </a:cubicBezTo>
                <a:cubicBezTo>
                  <a:pt x="11317" y="732"/>
                  <a:pt x="11417" y="549"/>
                  <a:pt x="11400" y="549"/>
                </a:cubicBezTo>
                <a:cubicBezTo>
                  <a:pt x="11399" y="548"/>
                  <a:pt x="11398" y="548"/>
                  <a:pt x="11396" y="548"/>
                </a:cubicBezTo>
                <a:cubicBezTo>
                  <a:pt x="11331" y="548"/>
                  <a:pt x="10913" y="1232"/>
                  <a:pt x="9971" y="2011"/>
                </a:cubicBezTo>
                <a:cubicBezTo>
                  <a:pt x="9722" y="2211"/>
                  <a:pt x="9439" y="2393"/>
                  <a:pt x="9140" y="2593"/>
                </a:cubicBezTo>
                <a:cubicBezTo>
                  <a:pt x="8824" y="2776"/>
                  <a:pt x="8475" y="2958"/>
                  <a:pt x="8093" y="3108"/>
                </a:cubicBezTo>
                <a:cubicBezTo>
                  <a:pt x="7358" y="3411"/>
                  <a:pt x="6501" y="3607"/>
                  <a:pt x="5594" y="3607"/>
                </a:cubicBezTo>
                <a:cubicBezTo>
                  <a:pt x="5558" y="3607"/>
                  <a:pt x="5521" y="3607"/>
                  <a:pt x="5484" y="3606"/>
                </a:cubicBezTo>
                <a:cubicBezTo>
                  <a:pt x="4521" y="3573"/>
                  <a:pt x="3656" y="3307"/>
                  <a:pt x="2909" y="2958"/>
                </a:cubicBezTo>
                <a:cubicBezTo>
                  <a:pt x="2177" y="2576"/>
                  <a:pt x="1579" y="2127"/>
                  <a:pt x="1164" y="1662"/>
                </a:cubicBezTo>
                <a:cubicBezTo>
                  <a:pt x="715" y="1214"/>
                  <a:pt x="449" y="798"/>
                  <a:pt x="283" y="482"/>
                </a:cubicBezTo>
                <a:cubicBezTo>
                  <a:pt x="117" y="167"/>
                  <a:pt x="34" y="0"/>
                  <a:pt x="17" y="0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3" name="Google Shape;2223;p45"/>
          <p:cNvSpPr/>
          <p:nvPr/>
        </p:nvSpPr>
        <p:spPr>
          <a:xfrm>
            <a:off x="7020186" y="3174445"/>
            <a:ext cx="274820" cy="262748"/>
          </a:xfrm>
          <a:custGeom>
            <a:avLst/>
            <a:gdLst/>
            <a:ahLst/>
            <a:cxnLst/>
            <a:rect l="l" t="t" r="r" b="b"/>
            <a:pathLst>
              <a:path w="8309" h="7944" extrusionOk="0">
                <a:moveTo>
                  <a:pt x="200" y="1"/>
                </a:moveTo>
                <a:cubicBezTo>
                  <a:pt x="133" y="84"/>
                  <a:pt x="67" y="167"/>
                  <a:pt x="0" y="217"/>
                </a:cubicBezTo>
                <a:cubicBezTo>
                  <a:pt x="33" y="267"/>
                  <a:pt x="50" y="283"/>
                  <a:pt x="67" y="333"/>
                </a:cubicBezTo>
                <a:cubicBezTo>
                  <a:pt x="283" y="715"/>
                  <a:pt x="549" y="1114"/>
                  <a:pt x="814" y="1530"/>
                </a:cubicBezTo>
                <a:cubicBezTo>
                  <a:pt x="1379" y="2344"/>
                  <a:pt x="2061" y="3208"/>
                  <a:pt x="2858" y="4039"/>
                </a:cubicBezTo>
                <a:cubicBezTo>
                  <a:pt x="3656" y="4870"/>
                  <a:pt x="4487" y="5584"/>
                  <a:pt x="5285" y="6182"/>
                </a:cubicBezTo>
                <a:cubicBezTo>
                  <a:pt x="5700" y="6482"/>
                  <a:pt x="6066" y="6747"/>
                  <a:pt x="6448" y="6980"/>
                </a:cubicBezTo>
                <a:cubicBezTo>
                  <a:pt x="6631" y="7096"/>
                  <a:pt x="6813" y="7196"/>
                  <a:pt x="6979" y="7312"/>
                </a:cubicBezTo>
                <a:cubicBezTo>
                  <a:pt x="7146" y="7412"/>
                  <a:pt x="7345" y="7495"/>
                  <a:pt x="7511" y="7595"/>
                </a:cubicBezTo>
                <a:cubicBezTo>
                  <a:pt x="7760" y="7745"/>
                  <a:pt x="7977" y="7844"/>
                  <a:pt x="8209" y="7944"/>
                </a:cubicBezTo>
                <a:cubicBezTo>
                  <a:pt x="8226" y="7894"/>
                  <a:pt x="8276" y="7828"/>
                  <a:pt x="8309" y="7761"/>
                </a:cubicBezTo>
                <a:cubicBezTo>
                  <a:pt x="8109" y="7645"/>
                  <a:pt x="7860" y="7512"/>
                  <a:pt x="7611" y="7362"/>
                </a:cubicBezTo>
                <a:lnTo>
                  <a:pt x="7112" y="7063"/>
                </a:lnTo>
                <a:cubicBezTo>
                  <a:pt x="6946" y="6947"/>
                  <a:pt x="6763" y="6831"/>
                  <a:pt x="6597" y="6698"/>
                </a:cubicBezTo>
                <a:cubicBezTo>
                  <a:pt x="6215" y="6482"/>
                  <a:pt x="5866" y="6182"/>
                  <a:pt x="5467" y="5900"/>
                </a:cubicBezTo>
                <a:cubicBezTo>
                  <a:pt x="4703" y="5285"/>
                  <a:pt x="3889" y="4587"/>
                  <a:pt x="3108" y="3773"/>
                </a:cubicBezTo>
                <a:cubicBezTo>
                  <a:pt x="2310" y="2959"/>
                  <a:pt x="1645" y="2111"/>
                  <a:pt x="1064" y="1330"/>
                </a:cubicBezTo>
                <a:cubicBezTo>
                  <a:pt x="798" y="931"/>
                  <a:pt x="532" y="533"/>
                  <a:pt x="299" y="167"/>
                </a:cubicBezTo>
                <a:cubicBezTo>
                  <a:pt x="249" y="101"/>
                  <a:pt x="216" y="34"/>
                  <a:pt x="200" y="1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4" name="Google Shape;2224;p45"/>
          <p:cNvSpPr/>
          <p:nvPr/>
        </p:nvSpPr>
        <p:spPr>
          <a:xfrm>
            <a:off x="7238906" y="3047506"/>
            <a:ext cx="87450" cy="473799"/>
          </a:xfrm>
          <a:custGeom>
            <a:avLst/>
            <a:gdLst/>
            <a:ahLst/>
            <a:cxnLst/>
            <a:rect l="l" t="t" r="r" b="b"/>
            <a:pathLst>
              <a:path w="2644" h="14325" extrusionOk="0">
                <a:moveTo>
                  <a:pt x="2610" y="0"/>
                </a:moveTo>
                <a:lnTo>
                  <a:pt x="2610" y="0"/>
                </a:lnTo>
                <a:cubicBezTo>
                  <a:pt x="2593" y="0"/>
                  <a:pt x="2493" y="216"/>
                  <a:pt x="2327" y="615"/>
                </a:cubicBezTo>
                <a:cubicBezTo>
                  <a:pt x="2161" y="997"/>
                  <a:pt x="1945" y="1579"/>
                  <a:pt x="1762" y="2327"/>
                </a:cubicBezTo>
                <a:cubicBezTo>
                  <a:pt x="1580" y="3075"/>
                  <a:pt x="1413" y="3972"/>
                  <a:pt x="1347" y="4985"/>
                </a:cubicBezTo>
                <a:cubicBezTo>
                  <a:pt x="1280" y="6016"/>
                  <a:pt x="1330" y="7129"/>
                  <a:pt x="1496" y="8276"/>
                </a:cubicBezTo>
                <a:cubicBezTo>
                  <a:pt x="1580" y="8857"/>
                  <a:pt x="1646" y="9389"/>
                  <a:pt x="1646" y="9937"/>
                </a:cubicBezTo>
                <a:cubicBezTo>
                  <a:pt x="1646" y="10486"/>
                  <a:pt x="1596" y="10968"/>
                  <a:pt x="1447" y="11433"/>
                </a:cubicBezTo>
                <a:cubicBezTo>
                  <a:pt x="1264" y="11998"/>
                  <a:pt x="998" y="12463"/>
                  <a:pt x="699" y="12912"/>
                </a:cubicBezTo>
                <a:cubicBezTo>
                  <a:pt x="765" y="12929"/>
                  <a:pt x="848" y="12945"/>
                  <a:pt x="915" y="12978"/>
                </a:cubicBezTo>
                <a:cubicBezTo>
                  <a:pt x="915" y="12978"/>
                  <a:pt x="566" y="13444"/>
                  <a:pt x="1" y="14324"/>
                </a:cubicBezTo>
                <a:cubicBezTo>
                  <a:pt x="101" y="14175"/>
                  <a:pt x="234" y="14009"/>
                  <a:pt x="350" y="13859"/>
                </a:cubicBezTo>
                <a:cubicBezTo>
                  <a:pt x="599" y="13527"/>
                  <a:pt x="848" y="13194"/>
                  <a:pt x="1114" y="12829"/>
                </a:cubicBezTo>
                <a:cubicBezTo>
                  <a:pt x="1364" y="12447"/>
                  <a:pt x="1613" y="12015"/>
                  <a:pt x="1779" y="11516"/>
                </a:cubicBezTo>
                <a:cubicBezTo>
                  <a:pt x="1945" y="11018"/>
                  <a:pt x="2012" y="10453"/>
                  <a:pt x="2012" y="9921"/>
                </a:cubicBezTo>
                <a:cubicBezTo>
                  <a:pt x="2012" y="9356"/>
                  <a:pt x="1945" y="8791"/>
                  <a:pt x="1862" y="8209"/>
                </a:cubicBezTo>
                <a:cubicBezTo>
                  <a:pt x="1696" y="7079"/>
                  <a:pt x="1646" y="5999"/>
                  <a:pt x="1679" y="5002"/>
                </a:cubicBezTo>
                <a:cubicBezTo>
                  <a:pt x="1729" y="4005"/>
                  <a:pt x="1845" y="3108"/>
                  <a:pt x="2012" y="2377"/>
                </a:cubicBezTo>
                <a:cubicBezTo>
                  <a:pt x="2161" y="1629"/>
                  <a:pt x="2344" y="1047"/>
                  <a:pt x="2444" y="648"/>
                </a:cubicBezTo>
                <a:cubicBezTo>
                  <a:pt x="2577" y="233"/>
                  <a:pt x="2643" y="34"/>
                  <a:pt x="2610" y="0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5" name="Google Shape;2225;p45"/>
          <p:cNvSpPr/>
          <p:nvPr/>
        </p:nvSpPr>
        <p:spPr>
          <a:xfrm>
            <a:off x="7744546" y="2941437"/>
            <a:ext cx="206686" cy="596905"/>
          </a:xfrm>
          <a:custGeom>
            <a:avLst/>
            <a:gdLst/>
            <a:ahLst/>
            <a:cxnLst/>
            <a:rect l="l" t="t" r="r" b="b"/>
            <a:pathLst>
              <a:path w="6249" h="18047" extrusionOk="0">
                <a:moveTo>
                  <a:pt x="5418" y="0"/>
                </a:moveTo>
                <a:cubicBezTo>
                  <a:pt x="5152" y="0"/>
                  <a:pt x="4820" y="33"/>
                  <a:pt x="4438" y="150"/>
                </a:cubicBezTo>
                <a:cubicBezTo>
                  <a:pt x="4072" y="249"/>
                  <a:pt x="3657" y="432"/>
                  <a:pt x="3258" y="731"/>
                </a:cubicBezTo>
                <a:cubicBezTo>
                  <a:pt x="2443" y="1313"/>
                  <a:pt x="1762" y="2277"/>
                  <a:pt x="1264" y="3473"/>
                </a:cubicBezTo>
                <a:cubicBezTo>
                  <a:pt x="782" y="4653"/>
                  <a:pt x="449" y="6032"/>
                  <a:pt x="316" y="7495"/>
                </a:cubicBezTo>
                <a:cubicBezTo>
                  <a:pt x="1" y="10403"/>
                  <a:pt x="100" y="13061"/>
                  <a:pt x="184" y="14972"/>
                </a:cubicBezTo>
                <a:cubicBezTo>
                  <a:pt x="233" y="15936"/>
                  <a:pt x="283" y="16700"/>
                  <a:pt x="333" y="17232"/>
                </a:cubicBezTo>
                <a:cubicBezTo>
                  <a:pt x="400" y="17764"/>
                  <a:pt x="433" y="18046"/>
                  <a:pt x="449" y="18046"/>
                </a:cubicBezTo>
                <a:cubicBezTo>
                  <a:pt x="483" y="18046"/>
                  <a:pt x="499" y="17764"/>
                  <a:pt x="483" y="17216"/>
                </a:cubicBezTo>
                <a:cubicBezTo>
                  <a:pt x="449" y="16551"/>
                  <a:pt x="449" y="15803"/>
                  <a:pt x="433" y="14956"/>
                </a:cubicBezTo>
                <a:cubicBezTo>
                  <a:pt x="400" y="13045"/>
                  <a:pt x="350" y="10403"/>
                  <a:pt x="665" y="7544"/>
                </a:cubicBezTo>
                <a:cubicBezTo>
                  <a:pt x="815" y="6099"/>
                  <a:pt x="1114" y="4753"/>
                  <a:pt x="1579" y="3590"/>
                </a:cubicBezTo>
                <a:cubicBezTo>
                  <a:pt x="2028" y="2426"/>
                  <a:pt x="2676" y="1496"/>
                  <a:pt x="3407" y="931"/>
                </a:cubicBezTo>
                <a:cubicBezTo>
                  <a:pt x="4138" y="349"/>
                  <a:pt x="4919" y="200"/>
                  <a:pt x="5418" y="150"/>
                </a:cubicBezTo>
                <a:cubicBezTo>
                  <a:pt x="5676" y="125"/>
                  <a:pt x="5879" y="125"/>
                  <a:pt x="6020" y="125"/>
                </a:cubicBezTo>
                <a:cubicBezTo>
                  <a:pt x="6162" y="125"/>
                  <a:pt x="6241" y="125"/>
                  <a:pt x="6249" y="100"/>
                </a:cubicBezTo>
                <a:cubicBezTo>
                  <a:pt x="6249" y="83"/>
                  <a:pt x="6182" y="83"/>
                  <a:pt x="6049" y="33"/>
                </a:cubicBezTo>
                <a:cubicBezTo>
                  <a:pt x="5900" y="17"/>
                  <a:pt x="5684" y="0"/>
                  <a:pt x="5418" y="0"/>
                </a:cubicBezTo>
                <a:close/>
              </a:path>
            </a:pathLst>
          </a:custGeom>
          <a:solidFill>
            <a:srgbClr val="C69F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6" name="Google Shape;2226;p45"/>
          <p:cNvSpPr/>
          <p:nvPr/>
        </p:nvSpPr>
        <p:spPr>
          <a:xfrm>
            <a:off x="7503269" y="2681474"/>
            <a:ext cx="265493" cy="221106"/>
          </a:xfrm>
          <a:custGeom>
            <a:avLst/>
            <a:gdLst/>
            <a:ahLst/>
            <a:cxnLst/>
            <a:rect l="l" t="t" r="r" b="b"/>
            <a:pathLst>
              <a:path w="8027" h="6685" extrusionOk="0">
                <a:moveTo>
                  <a:pt x="7495" y="0"/>
                </a:moveTo>
                <a:lnTo>
                  <a:pt x="1" y="2809"/>
                </a:lnTo>
                <a:lnTo>
                  <a:pt x="433" y="5866"/>
                </a:lnTo>
                <a:cubicBezTo>
                  <a:pt x="483" y="6182"/>
                  <a:pt x="383" y="6464"/>
                  <a:pt x="217" y="6680"/>
                </a:cubicBezTo>
                <a:cubicBezTo>
                  <a:pt x="311" y="6683"/>
                  <a:pt x="404" y="6685"/>
                  <a:pt x="498" y="6685"/>
                </a:cubicBezTo>
                <a:cubicBezTo>
                  <a:pt x="3198" y="6685"/>
                  <a:pt x="5907" y="5539"/>
                  <a:pt x="8027" y="3789"/>
                </a:cubicBezTo>
                <a:lnTo>
                  <a:pt x="7495" y="0"/>
                </a:lnTo>
                <a:close/>
              </a:path>
            </a:pathLst>
          </a:custGeom>
          <a:solidFill>
            <a:srgbClr val="455E70">
              <a:alpha val="40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7" name="Google Shape;2227;p45"/>
          <p:cNvSpPr/>
          <p:nvPr/>
        </p:nvSpPr>
        <p:spPr>
          <a:xfrm>
            <a:off x="7168557" y="2001700"/>
            <a:ext cx="868450" cy="828330"/>
          </a:xfrm>
          <a:custGeom>
            <a:avLst/>
            <a:gdLst/>
            <a:ahLst/>
            <a:cxnLst/>
            <a:rect l="l" t="t" r="r" b="b"/>
            <a:pathLst>
              <a:path w="26257" h="25044" extrusionOk="0">
                <a:moveTo>
                  <a:pt x="11350" y="0"/>
                </a:moveTo>
                <a:cubicBezTo>
                  <a:pt x="9531" y="0"/>
                  <a:pt x="7708" y="322"/>
                  <a:pt x="6099" y="895"/>
                </a:cubicBezTo>
                <a:cubicBezTo>
                  <a:pt x="4222" y="1527"/>
                  <a:pt x="2444" y="2657"/>
                  <a:pt x="1463" y="4418"/>
                </a:cubicBezTo>
                <a:cubicBezTo>
                  <a:pt x="1048" y="5166"/>
                  <a:pt x="832" y="6013"/>
                  <a:pt x="715" y="6877"/>
                </a:cubicBezTo>
                <a:cubicBezTo>
                  <a:pt x="1" y="11198"/>
                  <a:pt x="815" y="15618"/>
                  <a:pt x="1895" y="19855"/>
                </a:cubicBezTo>
                <a:cubicBezTo>
                  <a:pt x="2477" y="22132"/>
                  <a:pt x="4039" y="23827"/>
                  <a:pt x="6299" y="24525"/>
                </a:cubicBezTo>
                <a:cubicBezTo>
                  <a:pt x="7432" y="24881"/>
                  <a:pt x="8662" y="25044"/>
                  <a:pt x="9912" y="25044"/>
                </a:cubicBezTo>
                <a:cubicBezTo>
                  <a:pt x="12164" y="25044"/>
                  <a:pt x="14479" y="24514"/>
                  <a:pt x="16402" y="23627"/>
                </a:cubicBezTo>
                <a:cubicBezTo>
                  <a:pt x="18828" y="22531"/>
                  <a:pt x="19991" y="20454"/>
                  <a:pt x="20507" y="18061"/>
                </a:cubicBezTo>
                <a:cubicBezTo>
                  <a:pt x="23880" y="17944"/>
                  <a:pt x="26256" y="14023"/>
                  <a:pt x="24013" y="11032"/>
                </a:cubicBezTo>
                <a:cubicBezTo>
                  <a:pt x="23509" y="10329"/>
                  <a:pt x="22486" y="9986"/>
                  <a:pt x="21528" y="9986"/>
                </a:cubicBezTo>
                <a:cubicBezTo>
                  <a:pt x="21285" y="9986"/>
                  <a:pt x="21047" y="10008"/>
                  <a:pt x="20822" y="10051"/>
                </a:cubicBezTo>
                <a:cubicBezTo>
                  <a:pt x="20822" y="9835"/>
                  <a:pt x="20806" y="9636"/>
                  <a:pt x="20806" y="9420"/>
                </a:cubicBezTo>
                <a:cubicBezTo>
                  <a:pt x="20723" y="6130"/>
                  <a:pt x="20224" y="2856"/>
                  <a:pt x="16984" y="1228"/>
                </a:cubicBezTo>
                <a:cubicBezTo>
                  <a:pt x="15297" y="380"/>
                  <a:pt x="13325" y="0"/>
                  <a:pt x="11350" y="0"/>
                </a:cubicBezTo>
                <a:close/>
              </a:path>
            </a:pathLst>
          </a:custGeom>
          <a:solidFill>
            <a:srgbClr val="F895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8" name="Google Shape;2228;p45"/>
          <p:cNvSpPr/>
          <p:nvPr/>
        </p:nvSpPr>
        <p:spPr>
          <a:xfrm>
            <a:off x="7824255" y="2367633"/>
            <a:ext cx="108288" cy="210555"/>
          </a:xfrm>
          <a:custGeom>
            <a:avLst/>
            <a:gdLst/>
            <a:ahLst/>
            <a:cxnLst/>
            <a:rect l="l" t="t" r="r" b="b"/>
            <a:pathLst>
              <a:path w="3274" h="6366" extrusionOk="0">
                <a:moveTo>
                  <a:pt x="2975" y="1"/>
                </a:moveTo>
                <a:cubicBezTo>
                  <a:pt x="2759" y="1"/>
                  <a:pt x="2476" y="67"/>
                  <a:pt x="2111" y="234"/>
                </a:cubicBezTo>
                <a:cubicBezTo>
                  <a:pt x="1778" y="383"/>
                  <a:pt x="1413" y="649"/>
                  <a:pt x="1080" y="1015"/>
                </a:cubicBezTo>
                <a:cubicBezTo>
                  <a:pt x="748" y="1397"/>
                  <a:pt x="482" y="1845"/>
                  <a:pt x="283" y="2394"/>
                </a:cubicBezTo>
                <a:cubicBezTo>
                  <a:pt x="117" y="2926"/>
                  <a:pt x="33" y="3474"/>
                  <a:pt x="17" y="3956"/>
                </a:cubicBezTo>
                <a:cubicBezTo>
                  <a:pt x="0" y="4421"/>
                  <a:pt x="17" y="4870"/>
                  <a:pt x="50" y="5219"/>
                </a:cubicBezTo>
                <a:cubicBezTo>
                  <a:pt x="133" y="5917"/>
                  <a:pt x="216" y="6365"/>
                  <a:pt x="266" y="6365"/>
                </a:cubicBezTo>
                <a:cubicBezTo>
                  <a:pt x="299" y="6365"/>
                  <a:pt x="299" y="5900"/>
                  <a:pt x="299" y="5202"/>
                </a:cubicBezTo>
                <a:cubicBezTo>
                  <a:pt x="299" y="4488"/>
                  <a:pt x="283" y="3507"/>
                  <a:pt x="615" y="2493"/>
                </a:cubicBezTo>
                <a:cubicBezTo>
                  <a:pt x="781" y="1995"/>
                  <a:pt x="1031" y="1563"/>
                  <a:pt x="1330" y="1214"/>
                </a:cubicBezTo>
                <a:cubicBezTo>
                  <a:pt x="1612" y="848"/>
                  <a:pt x="1928" y="583"/>
                  <a:pt x="2210" y="416"/>
                </a:cubicBezTo>
                <a:cubicBezTo>
                  <a:pt x="2825" y="101"/>
                  <a:pt x="3274" y="101"/>
                  <a:pt x="3274" y="51"/>
                </a:cubicBezTo>
                <a:cubicBezTo>
                  <a:pt x="3274" y="18"/>
                  <a:pt x="3174" y="1"/>
                  <a:pt x="2975" y="1"/>
                </a:cubicBezTo>
                <a:close/>
              </a:path>
            </a:pathLst>
          </a:custGeom>
          <a:solidFill>
            <a:srgbClr val="455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9" name="Google Shape;2229;p45"/>
          <p:cNvSpPr/>
          <p:nvPr/>
        </p:nvSpPr>
        <p:spPr>
          <a:xfrm>
            <a:off x="7847340" y="2433616"/>
            <a:ext cx="49480" cy="107229"/>
          </a:xfrm>
          <a:custGeom>
            <a:avLst/>
            <a:gdLst/>
            <a:ahLst/>
            <a:cxnLst/>
            <a:rect l="l" t="t" r="r" b="b"/>
            <a:pathLst>
              <a:path w="1496" h="3242" extrusionOk="0">
                <a:moveTo>
                  <a:pt x="91" y="0"/>
                </a:moveTo>
                <a:cubicBezTo>
                  <a:pt x="54" y="0"/>
                  <a:pt x="33" y="7"/>
                  <a:pt x="33" y="17"/>
                </a:cubicBezTo>
                <a:cubicBezTo>
                  <a:pt x="0" y="66"/>
                  <a:pt x="216" y="166"/>
                  <a:pt x="449" y="382"/>
                </a:cubicBezTo>
                <a:cubicBezTo>
                  <a:pt x="665" y="582"/>
                  <a:pt x="931" y="964"/>
                  <a:pt x="1047" y="1429"/>
                </a:cubicBezTo>
                <a:cubicBezTo>
                  <a:pt x="1147" y="1911"/>
                  <a:pt x="1114" y="2376"/>
                  <a:pt x="1047" y="2675"/>
                </a:cubicBezTo>
                <a:cubicBezTo>
                  <a:pt x="981" y="3008"/>
                  <a:pt x="947" y="3224"/>
                  <a:pt x="981" y="3240"/>
                </a:cubicBezTo>
                <a:cubicBezTo>
                  <a:pt x="983" y="3241"/>
                  <a:pt x="985" y="3241"/>
                  <a:pt x="987" y="3241"/>
                </a:cubicBezTo>
                <a:cubicBezTo>
                  <a:pt x="1042" y="3241"/>
                  <a:pt x="1168" y="3060"/>
                  <a:pt x="1280" y="2742"/>
                </a:cubicBezTo>
                <a:cubicBezTo>
                  <a:pt x="1396" y="2409"/>
                  <a:pt x="1496" y="1911"/>
                  <a:pt x="1379" y="1346"/>
                </a:cubicBezTo>
                <a:cubicBezTo>
                  <a:pt x="1246" y="798"/>
                  <a:pt x="898" y="382"/>
                  <a:pt x="582" y="183"/>
                </a:cubicBezTo>
                <a:cubicBezTo>
                  <a:pt x="369" y="41"/>
                  <a:pt x="182" y="0"/>
                  <a:pt x="91" y="0"/>
                </a:cubicBezTo>
                <a:close/>
              </a:path>
            </a:pathLst>
          </a:custGeom>
          <a:solidFill>
            <a:srgbClr val="455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0" name="Google Shape;2230;p45"/>
          <p:cNvSpPr/>
          <p:nvPr/>
        </p:nvSpPr>
        <p:spPr>
          <a:xfrm>
            <a:off x="7329596" y="2333368"/>
            <a:ext cx="85797" cy="246872"/>
          </a:xfrm>
          <a:custGeom>
            <a:avLst/>
            <a:gdLst/>
            <a:ahLst/>
            <a:cxnLst/>
            <a:rect l="l" t="t" r="r" b="b"/>
            <a:pathLst>
              <a:path w="2594" h="7464" extrusionOk="0">
                <a:moveTo>
                  <a:pt x="53" y="1"/>
                </a:moveTo>
                <a:cubicBezTo>
                  <a:pt x="44" y="1"/>
                  <a:pt x="38" y="3"/>
                  <a:pt x="34" y="7"/>
                </a:cubicBezTo>
                <a:cubicBezTo>
                  <a:pt x="1" y="40"/>
                  <a:pt x="383" y="372"/>
                  <a:pt x="948" y="954"/>
                </a:cubicBezTo>
                <a:cubicBezTo>
                  <a:pt x="1214" y="1253"/>
                  <a:pt x="1546" y="1602"/>
                  <a:pt x="1795" y="2051"/>
                </a:cubicBezTo>
                <a:cubicBezTo>
                  <a:pt x="2045" y="2516"/>
                  <a:pt x="2244" y="3081"/>
                  <a:pt x="2194" y="3662"/>
                </a:cubicBezTo>
                <a:cubicBezTo>
                  <a:pt x="2178" y="3945"/>
                  <a:pt x="2095" y="4211"/>
                  <a:pt x="1962" y="4443"/>
                </a:cubicBezTo>
                <a:cubicBezTo>
                  <a:pt x="1829" y="4693"/>
                  <a:pt x="1662" y="4925"/>
                  <a:pt x="1513" y="5158"/>
                </a:cubicBezTo>
                <a:cubicBezTo>
                  <a:pt x="1363" y="5374"/>
                  <a:pt x="1247" y="5656"/>
                  <a:pt x="1214" y="5922"/>
                </a:cubicBezTo>
                <a:cubicBezTo>
                  <a:pt x="1181" y="6188"/>
                  <a:pt x="1280" y="6454"/>
                  <a:pt x="1380" y="6654"/>
                </a:cubicBezTo>
                <a:cubicBezTo>
                  <a:pt x="1613" y="7019"/>
                  <a:pt x="1912" y="7235"/>
                  <a:pt x="2111" y="7351"/>
                </a:cubicBezTo>
                <a:cubicBezTo>
                  <a:pt x="2261" y="7426"/>
                  <a:pt x="2373" y="7464"/>
                  <a:pt x="2420" y="7464"/>
                </a:cubicBezTo>
                <a:cubicBezTo>
                  <a:pt x="2435" y="7464"/>
                  <a:pt x="2443" y="7459"/>
                  <a:pt x="2443" y="7451"/>
                </a:cubicBezTo>
                <a:cubicBezTo>
                  <a:pt x="2477" y="7435"/>
                  <a:pt x="2344" y="7368"/>
                  <a:pt x="2178" y="7235"/>
                </a:cubicBezTo>
                <a:cubicBezTo>
                  <a:pt x="2011" y="7086"/>
                  <a:pt x="1762" y="6853"/>
                  <a:pt x="1596" y="6521"/>
                </a:cubicBezTo>
                <a:cubicBezTo>
                  <a:pt x="1513" y="6354"/>
                  <a:pt x="1446" y="6138"/>
                  <a:pt x="1496" y="5956"/>
                </a:cubicBezTo>
                <a:cubicBezTo>
                  <a:pt x="1530" y="5756"/>
                  <a:pt x="1629" y="5540"/>
                  <a:pt x="1779" y="5324"/>
                </a:cubicBezTo>
                <a:cubicBezTo>
                  <a:pt x="1928" y="5092"/>
                  <a:pt x="2095" y="4875"/>
                  <a:pt x="2261" y="4610"/>
                </a:cubicBezTo>
                <a:cubicBezTo>
                  <a:pt x="2427" y="4344"/>
                  <a:pt x="2527" y="4011"/>
                  <a:pt x="2543" y="3679"/>
                </a:cubicBezTo>
                <a:cubicBezTo>
                  <a:pt x="2593" y="2998"/>
                  <a:pt x="2377" y="2383"/>
                  <a:pt x="2095" y="1884"/>
                </a:cubicBezTo>
                <a:cubicBezTo>
                  <a:pt x="1795" y="1419"/>
                  <a:pt x="1446" y="1037"/>
                  <a:pt x="1131" y="771"/>
                </a:cubicBezTo>
                <a:cubicBezTo>
                  <a:pt x="565" y="266"/>
                  <a:pt x="153" y="1"/>
                  <a:pt x="53" y="1"/>
                </a:cubicBezTo>
                <a:close/>
              </a:path>
            </a:pathLst>
          </a:custGeom>
          <a:solidFill>
            <a:srgbClr val="455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1" name="Google Shape;2231;p45"/>
          <p:cNvSpPr/>
          <p:nvPr/>
        </p:nvSpPr>
        <p:spPr>
          <a:xfrm>
            <a:off x="7440064" y="2555296"/>
            <a:ext cx="21466" cy="19349"/>
          </a:xfrm>
          <a:custGeom>
            <a:avLst/>
            <a:gdLst/>
            <a:ahLst/>
            <a:cxnLst/>
            <a:rect l="l" t="t" r="r" b="b"/>
            <a:pathLst>
              <a:path w="649" h="585" extrusionOk="0">
                <a:moveTo>
                  <a:pt x="491" y="1"/>
                </a:moveTo>
                <a:cubicBezTo>
                  <a:pt x="405" y="1"/>
                  <a:pt x="281" y="62"/>
                  <a:pt x="184" y="160"/>
                </a:cubicBezTo>
                <a:cubicBezTo>
                  <a:pt x="51" y="309"/>
                  <a:pt x="1" y="475"/>
                  <a:pt x="67" y="558"/>
                </a:cubicBezTo>
                <a:cubicBezTo>
                  <a:pt x="80" y="576"/>
                  <a:pt x="104" y="584"/>
                  <a:pt x="133" y="584"/>
                </a:cubicBezTo>
                <a:cubicBezTo>
                  <a:pt x="216" y="584"/>
                  <a:pt x="347" y="519"/>
                  <a:pt x="433" y="409"/>
                </a:cubicBezTo>
                <a:cubicBezTo>
                  <a:pt x="582" y="243"/>
                  <a:pt x="649" y="76"/>
                  <a:pt x="566" y="27"/>
                </a:cubicBezTo>
                <a:cubicBezTo>
                  <a:pt x="548" y="9"/>
                  <a:pt x="522" y="1"/>
                  <a:pt x="491" y="1"/>
                </a:cubicBezTo>
                <a:close/>
              </a:path>
            </a:pathLst>
          </a:custGeom>
          <a:solidFill>
            <a:srgbClr val="455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2" name="Google Shape;2232;p45"/>
          <p:cNvSpPr/>
          <p:nvPr/>
        </p:nvSpPr>
        <p:spPr>
          <a:xfrm>
            <a:off x="7426338" y="2608942"/>
            <a:ext cx="70913" cy="31487"/>
          </a:xfrm>
          <a:custGeom>
            <a:avLst/>
            <a:gdLst/>
            <a:ahLst/>
            <a:cxnLst/>
            <a:rect l="l" t="t" r="r" b="b"/>
            <a:pathLst>
              <a:path w="2144" h="952" extrusionOk="0">
                <a:moveTo>
                  <a:pt x="1462" y="0"/>
                </a:moveTo>
                <a:cubicBezTo>
                  <a:pt x="1287" y="0"/>
                  <a:pt x="1092" y="25"/>
                  <a:pt x="898" y="83"/>
                </a:cubicBezTo>
                <a:cubicBezTo>
                  <a:pt x="565" y="199"/>
                  <a:pt x="283" y="415"/>
                  <a:pt x="167" y="598"/>
                </a:cubicBezTo>
                <a:cubicBezTo>
                  <a:pt x="17" y="781"/>
                  <a:pt x="0" y="930"/>
                  <a:pt x="34" y="947"/>
                </a:cubicBezTo>
                <a:cubicBezTo>
                  <a:pt x="38" y="950"/>
                  <a:pt x="44" y="951"/>
                  <a:pt x="50" y="951"/>
                </a:cubicBezTo>
                <a:cubicBezTo>
                  <a:pt x="154" y="951"/>
                  <a:pt x="466" y="587"/>
                  <a:pt x="1014" y="415"/>
                </a:cubicBezTo>
                <a:cubicBezTo>
                  <a:pt x="1579" y="232"/>
                  <a:pt x="2078" y="349"/>
                  <a:pt x="2127" y="249"/>
                </a:cubicBezTo>
                <a:cubicBezTo>
                  <a:pt x="2144" y="199"/>
                  <a:pt x="2011" y="100"/>
                  <a:pt x="1795" y="33"/>
                </a:cubicBezTo>
                <a:cubicBezTo>
                  <a:pt x="1699" y="12"/>
                  <a:pt x="1585" y="0"/>
                  <a:pt x="1462" y="0"/>
                </a:cubicBezTo>
                <a:close/>
              </a:path>
            </a:pathLst>
          </a:custGeom>
          <a:solidFill>
            <a:srgbClr val="455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3" name="Google Shape;2233;p45"/>
          <p:cNvSpPr/>
          <p:nvPr/>
        </p:nvSpPr>
        <p:spPr>
          <a:xfrm>
            <a:off x="7278496" y="2443439"/>
            <a:ext cx="24211" cy="85830"/>
          </a:xfrm>
          <a:custGeom>
            <a:avLst/>
            <a:gdLst/>
            <a:ahLst/>
            <a:cxnLst/>
            <a:rect l="l" t="t" r="r" b="b"/>
            <a:pathLst>
              <a:path w="732" h="2595" extrusionOk="0">
                <a:moveTo>
                  <a:pt x="125" y="1"/>
                </a:moveTo>
                <a:cubicBezTo>
                  <a:pt x="122" y="1"/>
                  <a:pt x="119" y="1"/>
                  <a:pt x="117" y="2"/>
                </a:cubicBezTo>
                <a:cubicBezTo>
                  <a:pt x="0" y="19"/>
                  <a:pt x="50" y="617"/>
                  <a:pt x="183" y="1331"/>
                </a:cubicBezTo>
                <a:cubicBezTo>
                  <a:pt x="366" y="2029"/>
                  <a:pt x="549" y="2594"/>
                  <a:pt x="632" y="2594"/>
                </a:cubicBezTo>
                <a:cubicBezTo>
                  <a:pt x="732" y="2578"/>
                  <a:pt x="698" y="1963"/>
                  <a:pt x="549" y="1265"/>
                </a:cubicBezTo>
                <a:cubicBezTo>
                  <a:pt x="403" y="570"/>
                  <a:pt x="226" y="1"/>
                  <a:pt x="125" y="1"/>
                </a:cubicBezTo>
                <a:close/>
              </a:path>
            </a:pathLst>
          </a:custGeom>
          <a:solidFill>
            <a:srgbClr val="455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4" name="Google Shape;2234;p45"/>
          <p:cNvSpPr/>
          <p:nvPr/>
        </p:nvSpPr>
        <p:spPr>
          <a:xfrm>
            <a:off x="7535715" y="2395117"/>
            <a:ext cx="15975" cy="85234"/>
          </a:xfrm>
          <a:custGeom>
            <a:avLst/>
            <a:gdLst/>
            <a:ahLst/>
            <a:cxnLst/>
            <a:rect l="l" t="t" r="r" b="b"/>
            <a:pathLst>
              <a:path w="483" h="2577" extrusionOk="0">
                <a:moveTo>
                  <a:pt x="120" y="0"/>
                </a:moveTo>
                <a:cubicBezTo>
                  <a:pt x="119" y="0"/>
                  <a:pt x="118" y="1"/>
                  <a:pt x="117" y="1"/>
                </a:cubicBezTo>
                <a:cubicBezTo>
                  <a:pt x="17" y="1"/>
                  <a:pt x="0" y="599"/>
                  <a:pt x="67" y="1314"/>
                </a:cubicBezTo>
                <a:cubicBezTo>
                  <a:pt x="116" y="2002"/>
                  <a:pt x="262" y="2577"/>
                  <a:pt x="346" y="2577"/>
                </a:cubicBezTo>
                <a:cubicBezTo>
                  <a:pt x="347" y="2577"/>
                  <a:pt x="348" y="2577"/>
                  <a:pt x="349" y="2576"/>
                </a:cubicBezTo>
                <a:cubicBezTo>
                  <a:pt x="449" y="2576"/>
                  <a:pt x="482" y="1978"/>
                  <a:pt x="416" y="1264"/>
                </a:cubicBezTo>
                <a:cubicBezTo>
                  <a:pt x="350" y="576"/>
                  <a:pt x="204" y="0"/>
                  <a:pt x="120" y="0"/>
                </a:cubicBezTo>
                <a:close/>
              </a:path>
            </a:pathLst>
          </a:custGeom>
          <a:solidFill>
            <a:srgbClr val="455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5" name="Google Shape;2235;p45"/>
          <p:cNvSpPr/>
          <p:nvPr/>
        </p:nvSpPr>
        <p:spPr>
          <a:xfrm>
            <a:off x="7196042" y="2325099"/>
            <a:ext cx="112157" cy="88575"/>
          </a:xfrm>
          <a:custGeom>
            <a:avLst/>
            <a:gdLst/>
            <a:ahLst/>
            <a:cxnLst/>
            <a:rect l="l" t="t" r="r" b="b"/>
            <a:pathLst>
              <a:path w="3391" h="2678" extrusionOk="0">
                <a:moveTo>
                  <a:pt x="2533" y="0"/>
                </a:moveTo>
                <a:cubicBezTo>
                  <a:pt x="2124" y="0"/>
                  <a:pt x="1588" y="224"/>
                  <a:pt x="1114" y="622"/>
                </a:cubicBezTo>
                <a:cubicBezTo>
                  <a:pt x="366" y="1254"/>
                  <a:pt x="1" y="2085"/>
                  <a:pt x="333" y="2467"/>
                </a:cubicBezTo>
                <a:cubicBezTo>
                  <a:pt x="452" y="2609"/>
                  <a:pt x="641" y="2678"/>
                  <a:pt x="869" y="2678"/>
                </a:cubicBezTo>
                <a:cubicBezTo>
                  <a:pt x="1278" y="2678"/>
                  <a:pt x="1813" y="2457"/>
                  <a:pt x="2294" y="2051"/>
                </a:cubicBezTo>
                <a:cubicBezTo>
                  <a:pt x="3042" y="1436"/>
                  <a:pt x="3391" y="606"/>
                  <a:pt x="3058" y="207"/>
                </a:cubicBezTo>
                <a:cubicBezTo>
                  <a:pt x="2941" y="66"/>
                  <a:pt x="2756" y="0"/>
                  <a:pt x="2533" y="0"/>
                </a:cubicBezTo>
                <a:close/>
              </a:path>
            </a:pathLst>
          </a:custGeom>
          <a:solidFill>
            <a:srgbClr val="455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6" name="Google Shape;2236;p45"/>
          <p:cNvSpPr/>
          <p:nvPr/>
        </p:nvSpPr>
        <p:spPr>
          <a:xfrm>
            <a:off x="7467019" y="2288321"/>
            <a:ext cx="120393" cy="73724"/>
          </a:xfrm>
          <a:custGeom>
            <a:avLst/>
            <a:gdLst/>
            <a:ahLst/>
            <a:cxnLst/>
            <a:rect l="l" t="t" r="r" b="b"/>
            <a:pathLst>
              <a:path w="3640" h="2229" extrusionOk="0">
                <a:moveTo>
                  <a:pt x="1067" y="0"/>
                </a:moveTo>
                <a:cubicBezTo>
                  <a:pt x="648" y="0"/>
                  <a:pt x="319" y="131"/>
                  <a:pt x="199" y="388"/>
                </a:cubicBezTo>
                <a:cubicBezTo>
                  <a:pt x="0" y="854"/>
                  <a:pt x="532" y="1568"/>
                  <a:pt x="1429" y="1967"/>
                </a:cubicBezTo>
                <a:cubicBezTo>
                  <a:pt x="1826" y="2143"/>
                  <a:pt x="2223" y="2229"/>
                  <a:pt x="2560" y="2229"/>
                </a:cubicBezTo>
                <a:cubicBezTo>
                  <a:pt x="2984" y="2229"/>
                  <a:pt x="3312" y="2093"/>
                  <a:pt x="3423" y="1834"/>
                </a:cubicBezTo>
                <a:cubicBezTo>
                  <a:pt x="3639" y="1369"/>
                  <a:pt x="3091" y="671"/>
                  <a:pt x="2194" y="255"/>
                </a:cubicBezTo>
                <a:cubicBezTo>
                  <a:pt x="1801" y="85"/>
                  <a:pt x="1404" y="0"/>
                  <a:pt x="1067" y="0"/>
                </a:cubicBezTo>
                <a:close/>
              </a:path>
            </a:pathLst>
          </a:custGeom>
          <a:solidFill>
            <a:srgbClr val="455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7" name="Google Shape;2237;p45"/>
          <p:cNvSpPr/>
          <p:nvPr/>
        </p:nvSpPr>
        <p:spPr>
          <a:xfrm>
            <a:off x="7338394" y="3541039"/>
            <a:ext cx="816754" cy="503865"/>
          </a:xfrm>
          <a:custGeom>
            <a:avLst/>
            <a:gdLst/>
            <a:ahLst/>
            <a:cxnLst/>
            <a:rect l="l" t="t" r="r" b="b"/>
            <a:pathLst>
              <a:path w="24694" h="15234" extrusionOk="0">
                <a:moveTo>
                  <a:pt x="13444" y="1"/>
                </a:moveTo>
                <a:lnTo>
                  <a:pt x="13261" y="4387"/>
                </a:lnTo>
                <a:lnTo>
                  <a:pt x="2061" y="3756"/>
                </a:lnTo>
                <a:cubicBezTo>
                  <a:pt x="1180" y="6199"/>
                  <a:pt x="582" y="8725"/>
                  <a:pt x="1" y="11284"/>
                </a:cubicBezTo>
                <a:cubicBezTo>
                  <a:pt x="4252" y="12964"/>
                  <a:pt x="10941" y="15234"/>
                  <a:pt x="15995" y="15234"/>
                </a:cubicBezTo>
                <a:cubicBezTo>
                  <a:pt x="16887" y="15234"/>
                  <a:pt x="17728" y="15163"/>
                  <a:pt x="18496" y="15006"/>
                </a:cubicBezTo>
                <a:cubicBezTo>
                  <a:pt x="23647" y="13942"/>
                  <a:pt x="24611" y="5617"/>
                  <a:pt x="24694" y="266"/>
                </a:cubicBezTo>
                <a:lnTo>
                  <a:pt x="24694" y="266"/>
                </a:lnTo>
                <a:cubicBezTo>
                  <a:pt x="23542" y="318"/>
                  <a:pt x="22389" y="342"/>
                  <a:pt x="21234" y="342"/>
                </a:cubicBezTo>
                <a:cubicBezTo>
                  <a:pt x="18641" y="342"/>
                  <a:pt x="16042" y="219"/>
                  <a:pt x="13444" y="1"/>
                </a:cubicBezTo>
                <a:close/>
              </a:path>
            </a:pathLst>
          </a:custGeom>
          <a:solidFill>
            <a:srgbClr val="F895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8" name="Google Shape;2238;p45"/>
          <p:cNvSpPr/>
          <p:nvPr/>
        </p:nvSpPr>
        <p:spPr>
          <a:xfrm>
            <a:off x="7818764" y="2375471"/>
            <a:ext cx="139610" cy="203775"/>
          </a:xfrm>
          <a:custGeom>
            <a:avLst/>
            <a:gdLst/>
            <a:ahLst/>
            <a:cxnLst/>
            <a:rect l="l" t="t" r="r" b="b"/>
            <a:pathLst>
              <a:path w="4221" h="6161" extrusionOk="0">
                <a:moveTo>
                  <a:pt x="2890" y="0"/>
                </a:moveTo>
                <a:cubicBezTo>
                  <a:pt x="2555" y="0"/>
                  <a:pt x="2209" y="103"/>
                  <a:pt x="1928" y="296"/>
                </a:cubicBezTo>
                <a:cubicBezTo>
                  <a:pt x="233" y="1525"/>
                  <a:pt x="0" y="4367"/>
                  <a:pt x="764" y="6112"/>
                </a:cubicBezTo>
                <a:cubicBezTo>
                  <a:pt x="780" y="6145"/>
                  <a:pt x="811" y="6161"/>
                  <a:pt x="854" y="6161"/>
                </a:cubicBezTo>
                <a:cubicBezTo>
                  <a:pt x="1282" y="6161"/>
                  <a:pt x="2938" y="4667"/>
                  <a:pt x="3074" y="4516"/>
                </a:cubicBezTo>
                <a:cubicBezTo>
                  <a:pt x="3805" y="3669"/>
                  <a:pt x="4221" y="2589"/>
                  <a:pt x="4188" y="1475"/>
                </a:cubicBezTo>
                <a:cubicBezTo>
                  <a:pt x="4188" y="1160"/>
                  <a:pt x="4138" y="811"/>
                  <a:pt x="3938" y="512"/>
                </a:cubicBezTo>
                <a:cubicBezTo>
                  <a:pt x="3708" y="161"/>
                  <a:pt x="3308" y="0"/>
                  <a:pt x="2890" y="0"/>
                </a:cubicBezTo>
                <a:close/>
              </a:path>
            </a:pathLst>
          </a:custGeom>
          <a:solidFill>
            <a:srgbClr val="455E70">
              <a:alpha val="40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9" name="Google Shape;2239;p45"/>
          <p:cNvSpPr/>
          <p:nvPr/>
        </p:nvSpPr>
        <p:spPr>
          <a:xfrm>
            <a:off x="7113621" y="1933865"/>
            <a:ext cx="783216" cy="400968"/>
          </a:xfrm>
          <a:custGeom>
            <a:avLst/>
            <a:gdLst/>
            <a:ahLst/>
            <a:cxnLst/>
            <a:rect l="l" t="t" r="r" b="b"/>
            <a:pathLst>
              <a:path w="23680" h="12123" extrusionOk="0">
                <a:moveTo>
                  <a:pt x="15510" y="0"/>
                </a:moveTo>
                <a:cubicBezTo>
                  <a:pt x="15397" y="0"/>
                  <a:pt x="15284" y="2"/>
                  <a:pt x="15172" y="5"/>
                </a:cubicBezTo>
                <a:cubicBezTo>
                  <a:pt x="13427" y="71"/>
                  <a:pt x="11699" y="487"/>
                  <a:pt x="10004" y="902"/>
                </a:cubicBezTo>
                <a:lnTo>
                  <a:pt x="4238" y="3328"/>
                </a:lnTo>
                <a:cubicBezTo>
                  <a:pt x="3124" y="3578"/>
                  <a:pt x="2443" y="4724"/>
                  <a:pt x="2044" y="5804"/>
                </a:cubicBezTo>
                <a:cubicBezTo>
                  <a:pt x="1346" y="7715"/>
                  <a:pt x="399" y="9294"/>
                  <a:pt x="50" y="11371"/>
                </a:cubicBezTo>
                <a:cubicBezTo>
                  <a:pt x="17" y="11504"/>
                  <a:pt x="0" y="11637"/>
                  <a:pt x="100" y="11720"/>
                </a:cubicBezTo>
                <a:cubicBezTo>
                  <a:pt x="166" y="11787"/>
                  <a:pt x="249" y="11787"/>
                  <a:pt x="333" y="11787"/>
                </a:cubicBezTo>
                <a:cubicBezTo>
                  <a:pt x="370" y="11791"/>
                  <a:pt x="429" y="11792"/>
                  <a:pt x="508" y="11792"/>
                </a:cubicBezTo>
                <a:cubicBezTo>
                  <a:pt x="1416" y="11792"/>
                  <a:pt x="4836" y="11545"/>
                  <a:pt x="4836" y="11438"/>
                </a:cubicBezTo>
                <a:cubicBezTo>
                  <a:pt x="5068" y="10108"/>
                  <a:pt x="5368" y="8779"/>
                  <a:pt x="5700" y="7466"/>
                </a:cubicBezTo>
                <a:cubicBezTo>
                  <a:pt x="5800" y="8447"/>
                  <a:pt x="5966" y="9427"/>
                  <a:pt x="6198" y="10391"/>
                </a:cubicBezTo>
                <a:cubicBezTo>
                  <a:pt x="6232" y="10590"/>
                  <a:pt x="6298" y="10773"/>
                  <a:pt x="6414" y="10873"/>
                </a:cubicBezTo>
                <a:cubicBezTo>
                  <a:pt x="6597" y="11006"/>
                  <a:pt x="6797" y="11022"/>
                  <a:pt x="7013" y="11022"/>
                </a:cubicBezTo>
                <a:lnTo>
                  <a:pt x="11134" y="11022"/>
                </a:lnTo>
                <a:cubicBezTo>
                  <a:pt x="11383" y="9676"/>
                  <a:pt x="11632" y="8314"/>
                  <a:pt x="11898" y="6951"/>
                </a:cubicBezTo>
                <a:cubicBezTo>
                  <a:pt x="11965" y="8264"/>
                  <a:pt x="12114" y="9560"/>
                  <a:pt x="12363" y="10856"/>
                </a:cubicBezTo>
                <a:cubicBezTo>
                  <a:pt x="14009" y="10956"/>
                  <a:pt x="15620" y="10972"/>
                  <a:pt x="17265" y="11022"/>
                </a:cubicBezTo>
                <a:lnTo>
                  <a:pt x="17332" y="7350"/>
                </a:lnTo>
                <a:cubicBezTo>
                  <a:pt x="17598" y="8214"/>
                  <a:pt x="17930" y="9095"/>
                  <a:pt x="18329" y="9925"/>
                </a:cubicBezTo>
                <a:cubicBezTo>
                  <a:pt x="18611" y="10540"/>
                  <a:pt x="18944" y="11188"/>
                  <a:pt x="19492" y="11604"/>
                </a:cubicBezTo>
                <a:cubicBezTo>
                  <a:pt x="19991" y="11983"/>
                  <a:pt x="20624" y="12122"/>
                  <a:pt x="21262" y="12122"/>
                </a:cubicBezTo>
                <a:cubicBezTo>
                  <a:pt x="21602" y="12122"/>
                  <a:pt x="21944" y="12083"/>
                  <a:pt x="22267" y="12019"/>
                </a:cubicBezTo>
                <a:cubicBezTo>
                  <a:pt x="22649" y="11936"/>
                  <a:pt x="23015" y="11836"/>
                  <a:pt x="23264" y="11537"/>
                </a:cubicBezTo>
                <a:cubicBezTo>
                  <a:pt x="23580" y="11188"/>
                  <a:pt x="23630" y="10690"/>
                  <a:pt x="23647" y="10225"/>
                </a:cubicBezTo>
                <a:cubicBezTo>
                  <a:pt x="23680" y="9444"/>
                  <a:pt x="23680" y="8629"/>
                  <a:pt x="23680" y="7848"/>
                </a:cubicBezTo>
                <a:cubicBezTo>
                  <a:pt x="23663" y="6818"/>
                  <a:pt x="23597" y="5771"/>
                  <a:pt x="23248" y="4807"/>
                </a:cubicBezTo>
                <a:cubicBezTo>
                  <a:pt x="22766" y="3478"/>
                  <a:pt x="21353" y="2049"/>
                  <a:pt x="20190" y="1251"/>
                </a:cubicBezTo>
                <a:cubicBezTo>
                  <a:pt x="18837" y="349"/>
                  <a:pt x="17163" y="0"/>
                  <a:pt x="15510" y="0"/>
                </a:cubicBezTo>
                <a:close/>
              </a:path>
            </a:pathLst>
          </a:custGeom>
          <a:solidFill>
            <a:srgbClr val="98C4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0" name="Google Shape;2240;p45"/>
          <p:cNvSpPr/>
          <p:nvPr/>
        </p:nvSpPr>
        <p:spPr>
          <a:xfrm>
            <a:off x="6653558" y="3116763"/>
            <a:ext cx="222099" cy="319901"/>
          </a:xfrm>
          <a:custGeom>
            <a:avLst/>
            <a:gdLst/>
            <a:ahLst/>
            <a:cxnLst/>
            <a:rect l="l" t="t" r="r" b="b"/>
            <a:pathLst>
              <a:path w="6715" h="9672" extrusionOk="0">
                <a:moveTo>
                  <a:pt x="420" y="0"/>
                </a:moveTo>
                <a:cubicBezTo>
                  <a:pt x="157" y="0"/>
                  <a:pt x="1" y="230"/>
                  <a:pt x="101" y="881"/>
                </a:cubicBezTo>
                <a:cubicBezTo>
                  <a:pt x="251" y="1795"/>
                  <a:pt x="1032" y="2509"/>
                  <a:pt x="1281" y="3407"/>
                </a:cubicBezTo>
                <a:cubicBezTo>
                  <a:pt x="1597" y="4603"/>
                  <a:pt x="1331" y="5716"/>
                  <a:pt x="1863" y="6913"/>
                </a:cubicBezTo>
                <a:cubicBezTo>
                  <a:pt x="2162" y="7561"/>
                  <a:pt x="2494" y="8192"/>
                  <a:pt x="2976" y="8708"/>
                </a:cubicBezTo>
                <a:cubicBezTo>
                  <a:pt x="3441" y="9239"/>
                  <a:pt x="4089" y="9621"/>
                  <a:pt x="4804" y="9671"/>
                </a:cubicBezTo>
                <a:cubicBezTo>
                  <a:pt x="4920" y="9671"/>
                  <a:pt x="5053" y="9671"/>
                  <a:pt x="5153" y="9605"/>
                </a:cubicBezTo>
                <a:cubicBezTo>
                  <a:pt x="5253" y="9538"/>
                  <a:pt x="5336" y="9422"/>
                  <a:pt x="5402" y="9322"/>
                </a:cubicBezTo>
                <a:cubicBezTo>
                  <a:pt x="5734" y="8757"/>
                  <a:pt x="6067" y="8209"/>
                  <a:pt x="6416" y="7661"/>
                </a:cubicBezTo>
                <a:cubicBezTo>
                  <a:pt x="6565" y="7411"/>
                  <a:pt x="6715" y="7029"/>
                  <a:pt x="6482" y="6846"/>
                </a:cubicBezTo>
                <a:lnTo>
                  <a:pt x="4688" y="4570"/>
                </a:lnTo>
                <a:cubicBezTo>
                  <a:pt x="3807" y="3423"/>
                  <a:pt x="2893" y="2260"/>
                  <a:pt x="1996" y="1113"/>
                </a:cubicBezTo>
                <a:cubicBezTo>
                  <a:pt x="1717" y="750"/>
                  <a:pt x="895" y="0"/>
                  <a:pt x="420" y="0"/>
                </a:cubicBezTo>
                <a:close/>
              </a:path>
            </a:pathLst>
          </a:custGeom>
          <a:solidFill>
            <a:srgbClr val="F4B4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1" name="Google Shape;2241;p45"/>
          <p:cNvSpPr/>
          <p:nvPr/>
        </p:nvSpPr>
        <p:spPr>
          <a:xfrm>
            <a:off x="7776991" y="3541601"/>
            <a:ext cx="378146" cy="106634"/>
          </a:xfrm>
          <a:custGeom>
            <a:avLst/>
            <a:gdLst/>
            <a:ahLst/>
            <a:cxnLst/>
            <a:rect l="l" t="t" r="r" b="b"/>
            <a:pathLst>
              <a:path w="11433" h="3224" extrusionOk="0">
                <a:moveTo>
                  <a:pt x="183" y="0"/>
                </a:moveTo>
                <a:lnTo>
                  <a:pt x="0" y="2858"/>
                </a:lnTo>
                <a:cubicBezTo>
                  <a:pt x="1780" y="3078"/>
                  <a:pt x="3589" y="3223"/>
                  <a:pt x="5388" y="3223"/>
                </a:cubicBezTo>
                <a:cubicBezTo>
                  <a:pt x="7402" y="3223"/>
                  <a:pt x="9402" y="3041"/>
                  <a:pt x="11333" y="2576"/>
                </a:cubicBezTo>
                <a:cubicBezTo>
                  <a:pt x="11400" y="1778"/>
                  <a:pt x="11416" y="981"/>
                  <a:pt x="11433" y="283"/>
                </a:cubicBezTo>
                <a:lnTo>
                  <a:pt x="11433" y="283"/>
                </a:lnTo>
                <a:cubicBezTo>
                  <a:pt x="10331" y="332"/>
                  <a:pt x="9228" y="355"/>
                  <a:pt x="8124" y="355"/>
                </a:cubicBezTo>
                <a:cubicBezTo>
                  <a:pt x="5481" y="355"/>
                  <a:pt x="2832" y="223"/>
                  <a:pt x="183" y="0"/>
                </a:cubicBezTo>
                <a:close/>
              </a:path>
            </a:pathLst>
          </a:custGeom>
          <a:solidFill>
            <a:srgbClr val="455E70">
              <a:alpha val="40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2" name="Google Shape;2242;p45"/>
          <p:cNvSpPr/>
          <p:nvPr/>
        </p:nvSpPr>
        <p:spPr>
          <a:xfrm>
            <a:off x="7765978" y="3538856"/>
            <a:ext cx="418862" cy="19713"/>
          </a:xfrm>
          <a:custGeom>
            <a:avLst/>
            <a:gdLst/>
            <a:ahLst/>
            <a:cxnLst/>
            <a:rect l="l" t="t" r="r" b="b"/>
            <a:pathLst>
              <a:path w="12664" h="596" extrusionOk="0">
                <a:moveTo>
                  <a:pt x="1" y="0"/>
                </a:moveTo>
                <a:cubicBezTo>
                  <a:pt x="2536" y="392"/>
                  <a:pt x="5095" y="596"/>
                  <a:pt x="7657" y="596"/>
                </a:cubicBezTo>
                <a:cubicBezTo>
                  <a:pt x="9327" y="596"/>
                  <a:pt x="10998" y="509"/>
                  <a:pt x="12663" y="332"/>
                </a:cubicBezTo>
                <a:lnTo>
                  <a:pt x="1" y="0"/>
                </a:lnTo>
                <a:close/>
              </a:path>
            </a:pathLst>
          </a:custGeom>
          <a:solidFill>
            <a:srgbClr val="B783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3" name="Google Shape;2243;p45"/>
          <p:cNvSpPr/>
          <p:nvPr/>
        </p:nvSpPr>
        <p:spPr>
          <a:xfrm>
            <a:off x="7104261" y="3642114"/>
            <a:ext cx="456766" cy="338093"/>
          </a:xfrm>
          <a:custGeom>
            <a:avLst/>
            <a:gdLst/>
            <a:ahLst/>
            <a:cxnLst/>
            <a:rect l="l" t="t" r="r" b="b"/>
            <a:pathLst>
              <a:path w="13810" h="10222" extrusionOk="0">
                <a:moveTo>
                  <a:pt x="4953" y="0"/>
                </a:moveTo>
                <a:cubicBezTo>
                  <a:pt x="4605" y="0"/>
                  <a:pt x="4255" y="20"/>
                  <a:pt x="3906" y="69"/>
                </a:cubicBezTo>
                <a:cubicBezTo>
                  <a:pt x="3191" y="135"/>
                  <a:pt x="2261" y="268"/>
                  <a:pt x="1696" y="717"/>
                </a:cubicBezTo>
                <a:cubicBezTo>
                  <a:pt x="1596" y="800"/>
                  <a:pt x="1496" y="933"/>
                  <a:pt x="1529" y="1066"/>
                </a:cubicBezTo>
                <a:cubicBezTo>
                  <a:pt x="1579" y="1199"/>
                  <a:pt x="1745" y="1248"/>
                  <a:pt x="1895" y="1248"/>
                </a:cubicBezTo>
                <a:cubicBezTo>
                  <a:pt x="2087" y="1266"/>
                  <a:pt x="2279" y="1274"/>
                  <a:pt x="2472" y="1274"/>
                </a:cubicBezTo>
                <a:cubicBezTo>
                  <a:pt x="3166" y="1274"/>
                  <a:pt x="3868" y="1182"/>
                  <a:pt x="4570" y="1182"/>
                </a:cubicBezTo>
                <a:cubicBezTo>
                  <a:pt x="5451" y="1182"/>
                  <a:pt x="6348" y="1248"/>
                  <a:pt x="7179" y="1581"/>
                </a:cubicBezTo>
                <a:cubicBezTo>
                  <a:pt x="5966" y="1764"/>
                  <a:pt x="4687" y="1680"/>
                  <a:pt x="3474" y="1830"/>
                </a:cubicBezTo>
                <a:cubicBezTo>
                  <a:pt x="2610" y="1930"/>
                  <a:pt x="1812" y="2096"/>
                  <a:pt x="998" y="2378"/>
                </a:cubicBezTo>
                <a:cubicBezTo>
                  <a:pt x="765" y="2461"/>
                  <a:pt x="532" y="2545"/>
                  <a:pt x="366" y="2711"/>
                </a:cubicBezTo>
                <a:cubicBezTo>
                  <a:pt x="316" y="2777"/>
                  <a:pt x="250" y="2860"/>
                  <a:pt x="250" y="2943"/>
                </a:cubicBezTo>
                <a:cubicBezTo>
                  <a:pt x="267" y="3093"/>
                  <a:pt x="433" y="3159"/>
                  <a:pt x="582" y="3176"/>
                </a:cubicBezTo>
                <a:cubicBezTo>
                  <a:pt x="770" y="3197"/>
                  <a:pt x="961" y="3207"/>
                  <a:pt x="1152" y="3207"/>
                </a:cubicBezTo>
                <a:cubicBezTo>
                  <a:pt x="1703" y="3207"/>
                  <a:pt x="2257" y="3129"/>
                  <a:pt x="2776" y="3043"/>
                </a:cubicBezTo>
                <a:cubicBezTo>
                  <a:pt x="3141" y="3010"/>
                  <a:pt x="3490" y="2943"/>
                  <a:pt x="3839" y="2910"/>
                </a:cubicBezTo>
                <a:cubicBezTo>
                  <a:pt x="4113" y="2871"/>
                  <a:pt x="4416" y="2812"/>
                  <a:pt x="4703" y="2812"/>
                </a:cubicBezTo>
                <a:cubicBezTo>
                  <a:pt x="4782" y="2812"/>
                  <a:pt x="4860" y="2816"/>
                  <a:pt x="4936" y="2827"/>
                </a:cubicBezTo>
                <a:cubicBezTo>
                  <a:pt x="5601" y="2894"/>
                  <a:pt x="6265" y="2910"/>
                  <a:pt x="6913" y="2993"/>
                </a:cubicBezTo>
                <a:cubicBezTo>
                  <a:pt x="5135" y="3193"/>
                  <a:pt x="3357" y="3558"/>
                  <a:pt x="1646" y="4090"/>
                </a:cubicBezTo>
                <a:cubicBezTo>
                  <a:pt x="1413" y="4156"/>
                  <a:pt x="1" y="4838"/>
                  <a:pt x="649" y="5087"/>
                </a:cubicBezTo>
                <a:cubicBezTo>
                  <a:pt x="862" y="5168"/>
                  <a:pt x="1072" y="5200"/>
                  <a:pt x="1281" y="5200"/>
                </a:cubicBezTo>
                <a:cubicBezTo>
                  <a:pt x="1757" y="5200"/>
                  <a:pt x="2230" y="5036"/>
                  <a:pt x="2726" y="4921"/>
                </a:cubicBezTo>
                <a:cubicBezTo>
                  <a:pt x="3552" y="4712"/>
                  <a:pt x="4415" y="4604"/>
                  <a:pt x="5275" y="4604"/>
                </a:cubicBezTo>
                <a:cubicBezTo>
                  <a:pt x="5713" y="4604"/>
                  <a:pt x="6150" y="4632"/>
                  <a:pt x="6581" y="4688"/>
                </a:cubicBezTo>
                <a:cubicBezTo>
                  <a:pt x="5651" y="4804"/>
                  <a:pt x="4720" y="5004"/>
                  <a:pt x="3823" y="5270"/>
                </a:cubicBezTo>
                <a:cubicBezTo>
                  <a:pt x="2992" y="5519"/>
                  <a:pt x="2144" y="5802"/>
                  <a:pt x="1480" y="6350"/>
                </a:cubicBezTo>
                <a:cubicBezTo>
                  <a:pt x="1347" y="6466"/>
                  <a:pt x="1247" y="6583"/>
                  <a:pt x="1280" y="6732"/>
                </a:cubicBezTo>
                <a:cubicBezTo>
                  <a:pt x="1313" y="6815"/>
                  <a:pt x="1397" y="6882"/>
                  <a:pt x="1480" y="6915"/>
                </a:cubicBezTo>
                <a:cubicBezTo>
                  <a:pt x="1608" y="6979"/>
                  <a:pt x="1745" y="7004"/>
                  <a:pt x="1886" y="7004"/>
                </a:cubicBezTo>
                <a:cubicBezTo>
                  <a:pt x="2108" y="7004"/>
                  <a:pt x="2342" y="6943"/>
                  <a:pt x="2576" y="6882"/>
                </a:cubicBezTo>
                <a:cubicBezTo>
                  <a:pt x="3065" y="6739"/>
                  <a:pt x="3578" y="6621"/>
                  <a:pt x="4099" y="6621"/>
                </a:cubicBezTo>
                <a:cubicBezTo>
                  <a:pt x="4305" y="6621"/>
                  <a:pt x="4513" y="6640"/>
                  <a:pt x="4720" y="6682"/>
                </a:cubicBezTo>
                <a:cubicBezTo>
                  <a:pt x="5302" y="6815"/>
                  <a:pt x="5734" y="7330"/>
                  <a:pt x="6232" y="7663"/>
                </a:cubicBezTo>
                <a:cubicBezTo>
                  <a:pt x="6731" y="7995"/>
                  <a:pt x="7262" y="8294"/>
                  <a:pt x="7827" y="8510"/>
                </a:cubicBezTo>
                <a:cubicBezTo>
                  <a:pt x="8210" y="8676"/>
                  <a:pt x="8625" y="8743"/>
                  <a:pt x="9007" y="8892"/>
                </a:cubicBezTo>
                <a:lnTo>
                  <a:pt x="10254" y="9391"/>
                </a:lnTo>
                <a:cubicBezTo>
                  <a:pt x="11084" y="9707"/>
                  <a:pt x="11948" y="9972"/>
                  <a:pt x="12813" y="10222"/>
                </a:cubicBezTo>
                <a:lnTo>
                  <a:pt x="13810" y="1149"/>
                </a:lnTo>
                <a:cubicBezTo>
                  <a:pt x="11317" y="866"/>
                  <a:pt x="8874" y="351"/>
                  <a:pt x="6382" y="85"/>
                </a:cubicBezTo>
                <a:cubicBezTo>
                  <a:pt x="5910" y="37"/>
                  <a:pt x="5433" y="0"/>
                  <a:pt x="4953" y="0"/>
                </a:cubicBezTo>
                <a:close/>
              </a:path>
            </a:pathLst>
          </a:custGeom>
          <a:solidFill>
            <a:srgbClr val="F895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2536;p50">
            <a:extLst>
              <a:ext uri="{FF2B5EF4-FFF2-40B4-BE49-F238E27FC236}">
                <a16:creationId xmlns:a16="http://schemas.microsoft.com/office/drawing/2014/main" id="{24D6F103-939C-4B9D-8F57-7404457DD89D}"/>
              </a:ext>
            </a:extLst>
          </p:cNvPr>
          <p:cNvSpPr txBox="1"/>
          <p:nvPr/>
        </p:nvSpPr>
        <p:spPr>
          <a:xfrm>
            <a:off x="8856388" y="4907039"/>
            <a:ext cx="287612" cy="24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4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39"/>
          <p:cNvSpPr txBox="1">
            <a:spLocks noGrp="1"/>
          </p:cNvSpPr>
          <p:nvPr>
            <p:ph type="title" idx="15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ESCOPO E CONTEXTO</a:t>
            </a:r>
            <a:endParaRPr dirty="0"/>
          </a:p>
        </p:txBody>
      </p:sp>
      <p:sp>
        <p:nvSpPr>
          <p:cNvPr id="1848" name="Google Shape;1848;p39"/>
          <p:cNvSpPr/>
          <p:nvPr/>
        </p:nvSpPr>
        <p:spPr>
          <a:xfrm>
            <a:off x="4613198" y="1703038"/>
            <a:ext cx="693600" cy="693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9" name="Google Shape;1849;p39"/>
          <p:cNvSpPr/>
          <p:nvPr/>
        </p:nvSpPr>
        <p:spPr>
          <a:xfrm>
            <a:off x="4613198" y="3199893"/>
            <a:ext cx="693600" cy="693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0" name="Google Shape;1850;p39"/>
          <p:cNvSpPr/>
          <p:nvPr/>
        </p:nvSpPr>
        <p:spPr>
          <a:xfrm>
            <a:off x="723048" y="1703038"/>
            <a:ext cx="693600" cy="693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1" name="Google Shape;1851;p39"/>
          <p:cNvSpPr/>
          <p:nvPr/>
        </p:nvSpPr>
        <p:spPr>
          <a:xfrm>
            <a:off x="723048" y="3199893"/>
            <a:ext cx="693600" cy="693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2" name="Google Shape;1852;p39"/>
          <p:cNvSpPr txBox="1">
            <a:spLocks noGrp="1"/>
          </p:cNvSpPr>
          <p:nvPr>
            <p:ph type="subTitle" idx="1"/>
          </p:nvPr>
        </p:nvSpPr>
        <p:spPr>
          <a:xfrm>
            <a:off x="1442225" y="1858183"/>
            <a:ext cx="2948400" cy="4161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2"/>
                </a:solidFill>
              </a:rPr>
              <a:t>Alteração de humor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853" name="Google Shape;1853;p39"/>
          <p:cNvSpPr txBox="1">
            <a:spLocks noGrp="1"/>
          </p:cNvSpPr>
          <p:nvPr>
            <p:ph type="subTitle" idx="2"/>
          </p:nvPr>
        </p:nvSpPr>
        <p:spPr>
          <a:xfrm>
            <a:off x="1427225" y="1474175"/>
            <a:ext cx="31770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que é Depressão?</a:t>
            </a:r>
            <a:endParaRPr dirty="0"/>
          </a:p>
        </p:txBody>
      </p:sp>
      <p:sp>
        <p:nvSpPr>
          <p:cNvPr id="1854" name="Google Shape;1854;p39"/>
          <p:cNvSpPr txBox="1">
            <a:spLocks noGrp="1"/>
          </p:cNvSpPr>
          <p:nvPr>
            <p:ph type="title"/>
          </p:nvPr>
        </p:nvSpPr>
        <p:spPr>
          <a:xfrm>
            <a:off x="713225" y="1800838"/>
            <a:ext cx="7113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55" name="Google Shape;1855;p39"/>
          <p:cNvSpPr txBox="1">
            <a:spLocks noGrp="1"/>
          </p:cNvSpPr>
          <p:nvPr>
            <p:ph type="subTitle" idx="3"/>
          </p:nvPr>
        </p:nvSpPr>
        <p:spPr>
          <a:xfrm>
            <a:off x="1433373" y="3423373"/>
            <a:ext cx="2948400" cy="10445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2"/>
                </a:solidFill>
              </a:rPr>
              <a:t>Humor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2"/>
                </a:solidFill>
              </a:rPr>
              <a:t>Pensamentos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2"/>
                </a:solidFill>
              </a:rPr>
              <a:t>Físicos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2"/>
                </a:solidFill>
              </a:rPr>
              <a:t>Interações Sociais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856" name="Google Shape;1856;p39"/>
          <p:cNvSpPr txBox="1">
            <a:spLocks noGrp="1"/>
          </p:cNvSpPr>
          <p:nvPr>
            <p:ph type="subTitle" idx="4"/>
          </p:nvPr>
        </p:nvSpPr>
        <p:spPr>
          <a:xfrm>
            <a:off x="1427225" y="3043223"/>
            <a:ext cx="31770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Sintomas da Depressão?</a:t>
            </a:r>
            <a:endParaRPr dirty="0"/>
          </a:p>
        </p:txBody>
      </p:sp>
      <p:sp>
        <p:nvSpPr>
          <p:cNvPr id="1857" name="Google Shape;1857;p39"/>
          <p:cNvSpPr txBox="1">
            <a:spLocks noGrp="1"/>
          </p:cNvSpPr>
          <p:nvPr>
            <p:ph type="title" idx="5"/>
          </p:nvPr>
        </p:nvSpPr>
        <p:spPr>
          <a:xfrm>
            <a:off x="713225" y="3297693"/>
            <a:ext cx="7113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858" name="Google Shape;1858;p39"/>
          <p:cNvSpPr txBox="1">
            <a:spLocks noGrp="1"/>
          </p:cNvSpPr>
          <p:nvPr>
            <p:ph type="subTitle" idx="6"/>
          </p:nvPr>
        </p:nvSpPr>
        <p:spPr>
          <a:xfrm>
            <a:off x="5324498" y="1894314"/>
            <a:ext cx="3630778" cy="11927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2"/>
                </a:solidFill>
              </a:rPr>
              <a:t>Genética (30% - 70%)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2"/>
                </a:solidFill>
              </a:rPr>
              <a:t>Eventos estressores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2"/>
                </a:solidFill>
              </a:rPr>
              <a:t>Atividades e substâncias tóxicas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2"/>
                </a:solidFill>
              </a:rPr>
              <a:t>Alterações cerebrais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>
              <a:solidFill>
                <a:schemeClr val="dk2"/>
              </a:solidFill>
            </a:endParaRPr>
          </a:p>
        </p:txBody>
      </p:sp>
      <p:sp>
        <p:nvSpPr>
          <p:cNvPr id="1859" name="Google Shape;1859;p39"/>
          <p:cNvSpPr txBox="1">
            <a:spLocks noGrp="1"/>
          </p:cNvSpPr>
          <p:nvPr>
            <p:ph type="subTitle" idx="7"/>
          </p:nvPr>
        </p:nvSpPr>
        <p:spPr>
          <a:xfrm>
            <a:off x="5318350" y="1474175"/>
            <a:ext cx="31770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Quais são as causas?</a:t>
            </a:r>
            <a:endParaRPr dirty="0"/>
          </a:p>
        </p:txBody>
      </p:sp>
      <p:sp>
        <p:nvSpPr>
          <p:cNvPr id="1860" name="Google Shape;1860;p39"/>
          <p:cNvSpPr txBox="1">
            <a:spLocks noGrp="1"/>
          </p:cNvSpPr>
          <p:nvPr>
            <p:ph type="title" idx="8"/>
          </p:nvPr>
        </p:nvSpPr>
        <p:spPr>
          <a:xfrm>
            <a:off x="4604350" y="1800838"/>
            <a:ext cx="7113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61" name="Google Shape;1861;p39"/>
          <p:cNvSpPr txBox="1">
            <a:spLocks noGrp="1"/>
          </p:cNvSpPr>
          <p:nvPr>
            <p:ph type="subTitle" idx="9"/>
          </p:nvPr>
        </p:nvSpPr>
        <p:spPr>
          <a:xfrm>
            <a:off x="5324498" y="3423373"/>
            <a:ext cx="2948400" cy="8444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2"/>
                </a:solidFill>
              </a:rPr>
              <a:t>Tratamentos psicológicos ou psiquiátricos com o uso ou não de medicamentos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862" name="Google Shape;1862;p39"/>
          <p:cNvSpPr txBox="1">
            <a:spLocks noGrp="1"/>
          </p:cNvSpPr>
          <p:nvPr>
            <p:ph type="subTitle" idx="13"/>
          </p:nvPr>
        </p:nvSpPr>
        <p:spPr>
          <a:xfrm>
            <a:off x="5306798" y="3044872"/>
            <a:ext cx="31770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Quais são os tratamentos</a:t>
            </a:r>
            <a:r>
              <a:rPr lang="en" dirty="0"/>
              <a:t>?</a:t>
            </a:r>
            <a:endParaRPr dirty="0"/>
          </a:p>
        </p:txBody>
      </p:sp>
      <p:sp>
        <p:nvSpPr>
          <p:cNvPr id="1863" name="Google Shape;1863;p39"/>
          <p:cNvSpPr txBox="1">
            <a:spLocks noGrp="1"/>
          </p:cNvSpPr>
          <p:nvPr>
            <p:ph type="title" idx="14"/>
          </p:nvPr>
        </p:nvSpPr>
        <p:spPr>
          <a:xfrm>
            <a:off x="4604350" y="3297693"/>
            <a:ext cx="7113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9" name="Google Shape;2536;p50">
            <a:extLst>
              <a:ext uri="{FF2B5EF4-FFF2-40B4-BE49-F238E27FC236}">
                <a16:creationId xmlns:a16="http://schemas.microsoft.com/office/drawing/2014/main" id="{B8D88638-1CEC-4D2D-B60A-4790B8E5FAB9}"/>
              </a:ext>
            </a:extLst>
          </p:cNvPr>
          <p:cNvSpPr txBox="1"/>
          <p:nvPr/>
        </p:nvSpPr>
        <p:spPr>
          <a:xfrm>
            <a:off x="8856388" y="4907039"/>
            <a:ext cx="287612" cy="24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5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51"/>
          <p:cNvSpPr/>
          <p:nvPr/>
        </p:nvSpPr>
        <p:spPr>
          <a:xfrm>
            <a:off x="1113438" y="1962450"/>
            <a:ext cx="1218600" cy="1218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0" name="Google Shape;2570;p51"/>
          <p:cNvSpPr txBox="1">
            <a:spLocks noGrp="1"/>
          </p:cNvSpPr>
          <p:nvPr>
            <p:ph type="title"/>
          </p:nvPr>
        </p:nvSpPr>
        <p:spPr>
          <a:xfrm>
            <a:off x="2581963" y="1830450"/>
            <a:ext cx="5448600" cy="14826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ARQUITETURA DO PROJETO</a:t>
            </a:r>
            <a:endParaRPr dirty="0"/>
          </a:p>
        </p:txBody>
      </p:sp>
      <p:grpSp>
        <p:nvGrpSpPr>
          <p:cNvPr id="6" name="Google Shape;9196;p88">
            <a:extLst>
              <a:ext uri="{FF2B5EF4-FFF2-40B4-BE49-F238E27FC236}">
                <a16:creationId xmlns:a16="http://schemas.microsoft.com/office/drawing/2014/main" id="{53D87397-FCF6-4B5F-B2B5-253ECFFC6E9B}"/>
              </a:ext>
            </a:extLst>
          </p:cNvPr>
          <p:cNvGrpSpPr/>
          <p:nvPr/>
        </p:nvGrpSpPr>
        <p:grpSpPr>
          <a:xfrm>
            <a:off x="1421826" y="2299783"/>
            <a:ext cx="601823" cy="543933"/>
            <a:chOff x="-40748275" y="3238700"/>
            <a:chExt cx="322600" cy="316950"/>
          </a:xfrm>
          <a:solidFill>
            <a:schemeClr val="accent6">
              <a:lumMod val="50000"/>
            </a:schemeClr>
          </a:solidFill>
        </p:grpSpPr>
        <p:sp>
          <p:nvSpPr>
            <p:cNvPr id="7" name="Google Shape;9197;p88">
              <a:extLst>
                <a:ext uri="{FF2B5EF4-FFF2-40B4-BE49-F238E27FC236}">
                  <a16:creationId xmlns:a16="http://schemas.microsoft.com/office/drawing/2014/main" id="{706E7467-B37B-45D8-AF4A-38B313161FB8}"/>
                </a:ext>
              </a:extLst>
            </p:cNvPr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198;p88">
              <a:extLst>
                <a:ext uri="{FF2B5EF4-FFF2-40B4-BE49-F238E27FC236}">
                  <a16:creationId xmlns:a16="http://schemas.microsoft.com/office/drawing/2014/main" id="{6386CBAE-C6AE-4D3D-93DC-3EC12CCA7C01}"/>
                </a:ext>
              </a:extLst>
            </p:cNvPr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199;p88">
              <a:extLst>
                <a:ext uri="{FF2B5EF4-FFF2-40B4-BE49-F238E27FC236}">
                  <a16:creationId xmlns:a16="http://schemas.microsoft.com/office/drawing/2014/main" id="{9A00E2A3-802C-4F8F-A901-4B6DF4D8D72C}"/>
                </a:ext>
              </a:extLst>
            </p:cNvPr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200;p88">
              <a:extLst>
                <a:ext uri="{FF2B5EF4-FFF2-40B4-BE49-F238E27FC236}">
                  <a16:creationId xmlns:a16="http://schemas.microsoft.com/office/drawing/2014/main" id="{B06815DD-43C6-4CFE-B8F8-DEFF4D5C63F4}"/>
                </a:ext>
              </a:extLst>
            </p:cNvPr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201;p88">
              <a:extLst>
                <a:ext uri="{FF2B5EF4-FFF2-40B4-BE49-F238E27FC236}">
                  <a16:creationId xmlns:a16="http://schemas.microsoft.com/office/drawing/2014/main" id="{EA3A9493-E70C-4B32-B86A-7938970ED835}"/>
                </a:ext>
              </a:extLst>
            </p:cNvPr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202;p88">
              <a:extLst>
                <a:ext uri="{FF2B5EF4-FFF2-40B4-BE49-F238E27FC236}">
                  <a16:creationId xmlns:a16="http://schemas.microsoft.com/office/drawing/2014/main" id="{7DF2AE3D-5F25-463D-B1D5-04884FA9BDA3}"/>
                </a:ext>
              </a:extLst>
            </p:cNvPr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2536;p50">
            <a:extLst>
              <a:ext uri="{FF2B5EF4-FFF2-40B4-BE49-F238E27FC236}">
                <a16:creationId xmlns:a16="http://schemas.microsoft.com/office/drawing/2014/main" id="{0D39B72B-BE7E-4D85-8840-869048131C2C}"/>
              </a:ext>
            </a:extLst>
          </p:cNvPr>
          <p:cNvSpPr txBox="1"/>
          <p:nvPr/>
        </p:nvSpPr>
        <p:spPr>
          <a:xfrm>
            <a:off x="8856388" y="4907039"/>
            <a:ext cx="287612" cy="24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6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4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ARQUITETURA DO PROJETO</a:t>
            </a:r>
            <a:endParaRPr dirty="0"/>
          </a:p>
        </p:txBody>
      </p:sp>
      <p:grpSp>
        <p:nvGrpSpPr>
          <p:cNvPr id="1879" name="Google Shape;1879;p40"/>
          <p:cNvGrpSpPr/>
          <p:nvPr/>
        </p:nvGrpSpPr>
        <p:grpSpPr>
          <a:xfrm>
            <a:off x="449223" y="299661"/>
            <a:ext cx="865229" cy="588779"/>
            <a:chOff x="3492675" y="2373759"/>
            <a:chExt cx="943441" cy="642001"/>
          </a:xfrm>
        </p:grpSpPr>
        <p:sp>
          <p:nvSpPr>
            <p:cNvPr id="1880" name="Google Shape;1880;p40"/>
            <p:cNvSpPr/>
            <p:nvPr/>
          </p:nvSpPr>
          <p:spPr>
            <a:xfrm>
              <a:off x="3492675" y="2373759"/>
              <a:ext cx="943440" cy="642001"/>
            </a:xfrm>
            <a:custGeom>
              <a:avLst/>
              <a:gdLst/>
              <a:ahLst/>
              <a:cxnLst/>
              <a:rect l="l" t="t" r="r" b="b"/>
              <a:pathLst>
                <a:path w="15458" h="10519" extrusionOk="0">
                  <a:moveTo>
                    <a:pt x="6448" y="1"/>
                  </a:moveTo>
                  <a:cubicBezTo>
                    <a:pt x="5834" y="1"/>
                    <a:pt x="5213" y="33"/>
                    <a:pt x="4576" y="82"/>
                  </a:cubicBezTo>
                  <a:cubicBezTo>
                    <a:pt x="2304" y="242"/>
                    <a:pt x="1088" y="1533"/>
                    <a:pt x="661" y="3719"/>
                  </a:cubicBezTo>
                  <a:cubicBezTo>
                    <a:pt x="373" y="5224"/>
                    <a:pt x="0" y="7634"/>
                    <a:pt x="1227" y="8797"/>
                  </a:cubicBezTo>
                  <a:cubicBezTo>
                    <a:pt x="2790" y="10296"/>
                    <a:pt x="5436" y="10519"/>
                    <a:pt x="7649" y="10519"/>
                  </a:cubicBezTo>
                  <a:cubicBezTo>
                    <a:pt x="8035" y="10519"/>
                    <a:pt x="8407" y="10512"/>
                    <a:pt x="8758" y="10504"/>
                  </a:cubicBezTo>
                  <a:cubicBezTo>
                    <a:pt x="10081" y="10483"/>
                    <a:pt x="11084" y="9811"/>
                    <a:pt x="11745" y="8840"/>
                  </a:cubicBezTo>
                  <a:cubicBezTo>
                    <a:pt x="12172" y="9075"/>
                    <a:pt x="12652" y="9224"/>
                    <a:pt x="13142" y="9224"/>
                  </a:cubicBezTo>
                  <a:cubicBezTo>
                    <a:pt x="14049" y="9224"/>
                    <a:pt x="14935" y="8755"/>
                    <a:pt x="15457" y="8029"/>
                  </a:cubicBezTo>
                  <a:lnTo>
                    <a:pt x="15457" y="8029"/>
                  </a:lnTo>
                  <a:cubicBezTo>
                    <a:pt x="15067" y="8172"/>
                    <a:pt x="14651" y="8257"/>
                    <a:pt x="14241" y="8257"/>
                  </a:cubicBezTo>
                  <a:cubicBezTo>
                    <a:pt x="13946" y="8257"/>
                    <a:pt x="13654" y="8213"/>
                    <a:pt x="13377" y="8114"/>
                  </a:cubicBezTo>
                  <a:cubicBezTo>
                    <a:pt x="13004" y="7997"/>
                    <a:pt x="12673" y="7773"/>
                    <a:pt x="12406" y="7496"/>
                  </a:cubicBezTo>
                  <a:cubicBezTo>
                    <a:pt x="12705" y="6589"/>
                    <a:pt x="12812" y="5576"/>
                    <a:pt x="12726" y="4584"/>
                  </a:cubicBezTo>
                  <a:cubicBezTo>
                    <a:pt x="12545" y="2695"/>
                    <a:pt x="11606" y="946"/>
                    <a:pt x="9878" y="455"/>
                  </a:cubicBezTo>
                  <a:cubicBezTo>
                    <a:pt x="8718" y="115"/>
                    <a:pt x="7595" y="1"/>
                    <a:pt x="6448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0"/>
            <p:cNvSpPr/>
            <p:nvPr/>
          </p:nvSpPr>
          <p:spPr>
            <a:xfrm>
              <a:off x="3697075" y="2473609"/>
              <a:ext cx="345810" cy="461284"/>
            </a:xfrm>
            <a:custGeom>
              <a:avLst/>
              <a:gdLst/>
              <a:ahLst/>
              <a:cxnLst/>
              <a:rect l="l" t="t" r="r" b="b"/>
              <a:pathLst>
                <a:path w="5666" h="7558" extrusionOk="0">
                  <a:moveTo>
                    <a:pt x="4380" y="2560"/>
                  </a:moveTo>
                  <a:cubicBezTo>
                    <a:pt x="4710" y="2560"/>
                    <a:pt x="5022" y="2618"/>
                    <a:pt x="5245" y="2784"/>
                  </a:cubicBezTo>
                  <a:lnTo>
                    <a:pt x="5245" y="2784"/>
                  </a:lnTo>
                  <a:cubicBezTo>
                    <a:pt x="4891" y="3172"/>
                    <a:pt x="4289" y="3247"/>
                    <a:pt x="3748" y="3247"/>
                  </a:cubicBezTo>
                  <a:cubicBezTo>
                    <a:pt x="3602" y="3247"/>
                    <a:pt x="3460" y="3242"/>
                    <a:pt x="3329" y="3236"/>
                  </a:cubicBezTo>
                  <a:cubicBezTo>
                    <a:pt x="2972" y="3225"/>
                    <a:pt x="2620" y="3164"/>
                    <a:pt x="2279" y="3061"/>
                  </a:cubicBezTo>
                  <a:lnTo>
                    <a:pt x="2279" y="3061"/>
                  </a:lnTo>
                  <a:cubicBezTo>
                    <a:pt x="2533" y="2944"/>
                    <a:pt x="2798" y="2851"/>
                    <a:pt x="3062" y="2777"/>
                  </a:cubicBezTo>
                  <a:cubicBezTo>
                    <a:pt x="3406" y="2678"/>
                    <a:pt x="3912" y="2560"/>
                    <a:pt x="4380" y="2560"/>
                  </a:cubicBezTo>
                  <a:close/>
                  <a:moveTo>
                    <a:pt x="3906" y="5437"/>
                  </a:moveTo>
                  <a:cubicBezTo>
                    <a:pt x="4033" y="5437"/>
                    <a:pt x="4156" y="5468"/>
                    <a:pt x="4261" y="5537"/>
                  </a:cubicBezTo>
                  <a:lnTo>
                    <a:pt x="4261" y="5537"/>
                  </a:lnTo>
                  <a:cubicBezTo>
                    <a:pt x="3960" y="5912"/>
                    <a:pt x="3513" y="6021"/>
                    <a:pt x="3049" y="6021"/>
                  </a:cubicBezTo>
                  <a:cubicBezTo>
                    <a:pt x="3025" y="6021"/>
                    <a:pt x="3000" y="6020"/>
                    <a:pt x="2976" y="6020"/>
                  </a:cubicBezTo>
                  <a:lnTo>
                    <a:pt x="2976" y="6020"/>
                  </a:lnTo>
                  <a:cubicBezTo>
                    <a:pt x="3125" y="5695"/>
                    <a:pt x="3536" y="5437"/>
                    <a:pt x="3906" y="5437"/>
                  </a:cubicBezTo>
                  <a:close/>
                  <a:moveTo>
                    <a:pt x="3736" y="1"/>
                  </a:moveTo>
                  <a:cubicBezTo>
                    <a:pt x="2739" y="1"/>
                    <a:pt x="1767" y="270"/>
                    <a:pt x="929" y="846"/>
                  </a:cubicBezTo>
                  <a:cubicBezTo>
                    <a:pt x="310" y="1273"/>
                    <a:pt x="1" y="2041"/>
                    <a:pt x="609" y="2606"/>
                  </a:cubicBezTo>
                  <a:cubicBezTo>
                    <a:pt x="836" y="2816"/>
                    <a:pt x="1108" y="2986"/>
                    <a:pt x="1403" y="3121"/>
                  </a:cubicBezTo>
                  <a:lnTo>
                    <a:pt x="1403" y="3121"/>
                  </a:lnTo>
                  <a:cubicBezTo>
                    <a:pt x="950" y="3435"/>
                    <a:pt x="568" y="3837"/>
                    <a:pt x="417" y="4313"/>
                  </a:cubicBezTo>
                  <a:cubicBezTo>
                    <a:pt x="65" y="5390"/>
                    <a:pt x="971" y="6030"/>
                    <a:pt x="1921" y="6233"/>
                  </a:cubicBezTo>
                  <a:cubicBezTo>
                    <a:pt x="2122" y="6274"/>
                    <a:pt x="2333" y="6310"/>
                    <a:pt x="2547" y="6332"/>
                  </a:cubicBezTo>
                  <a:lnTo>
                    <a:pt x="2547" y="6332"/>
                  </a:lnTo>
                  <a:cubicBezTo>
                    <a:pt x="2549" y="6579"/>
                    <a:pt x="2641" y="6832"/>
                    <a:pt x="2817" y="7001"/>
                  </a:cubicBezTo>
                  <a:cubicBezTo>
                    <a:pt x="3222" y="7417"/>
                    <a:pt x="3745" y="7492"/>
                    <a:pt x="4310" y="7556"/>
                  </a:cubicBezTo>
                  <a:cubicBezTo>
                    <a:pt x="4320" y="7557"/>
                    <a:pt x="4329" y="7558"/>
                    <a:pt x="4338" y="7558"/>
                  </a:cubicBezTo>
                  <a:cubicBezTo>
                    <a:pt x="4534" y="7558"/>
                    <a:pt x="4525" y="7235"/>
                    <a:pt x="4310" y="7215"/>
                  </a:cubicBezTo>
                  <a:cubicBezTo>
                    <a:pt x="3776" y="7155"/>
                    <a:pt x="2911" y="7022"/>
                    <a:pt x="2908" y="6356"/>
                  </a:cubicBezTo>
                  <a:lnTo>
                    <a:pt x="2908" y="6356"/>
                  </a:lnTo>
                  <a:cubicBezTo>
                    <a:pt x="2936" y="6356"/>
                    <a:pt x="2963" y="6357"/>
                    <a:pt x="2990" y="6357"/>
                  </a:cubicBezTo>
                  <a:cubicBezTo>
                    <a:pt x="3640" y="6357"/>
                    <a:pt x="4264" y="6179"/>
                    <a:pt x="4641" y="5582"/>
                  </a:cubicBezTo>
                  <a:cubicBezTo>
                    <a:pt x="4684" y="5518"/>
                    <a:pt x="4662" y="5433"/>
                    <a:pt x="4609" y="5369"/>
                  </a:cubicBezTo>
                  <a:cubicBezTo>
                    <a:pt x="4415" y="5155"/>
                    <a:pt x="4179" y="5066"/>
                    <a:pt x="3936" y="5066"/>
                  </a:cubicBezTo>
                  <a:cubicBezTo>
                    <a:pt x="3430" y="5066"/>
                    <a:pt x="2895" y="5452"/>
                    <a:pt x="2657" y="5892"/>
                  </a:cubicBezTo>
                  <a:cubicBezTo>
                    <a:pt x="2638" y="5924"/>
                    <a:pt x="2622" y="5958"/>
                    <a:pt x="2608" y="5993"/>
                  </a:cubicBezTo>
                  <a:lnTo>
                    <a:pt x="2608" y="5993"/>
                  </a:lnTo>
                  <a:cubicBezTo>
                    <a:pt x="2406" y="5970"/>
                    <a:pt x="2209" y="5935"/>
                    <a:pt x="2027" y="5902"/>
                  </a:cubicBezTo>
                  <a:cubicBezTo>
                    <a:pt x="1611" y="5838"/>
                    <a:pt x="1238" y="5689"/>
                    <a:pt x="929" y="5401"/>
                  </a:cubicBezTo>
                  <a:cubicBezTo>
                    <a:pt x="374" y="4868"/>
                    <a:pt x="854" y="4164"/>
                    <a:pt x="1270" y="3748"/>
                  </a:cubicBezTo>
                  <a:cubicBezTo>
                    <a:pt x="1444" y="3574"/>
                    <a:pt x="1638" y="3424"/>
                    <a:pt x="1845" y="3295"/>
                  </a:cubicBezTo>
                  <a:lnTo>
                    <a:pt x="1845" y="3295"/>
                  </a:lnTo>
                  <a:cubicBezTo>
                    <a:pt x="2334" y="3458"/>
                    <a:pt x="2853" y="3544"/>
                    <a:pt x="3318" y="3577"/>
                  </a:cubicBezTo>
                  <a:cubicBezTo>
                    <a:pt x="3433" y="3585"/>
                    <a:pt x="3554" y="3589"/>
                    <a:pt x="3677" y="3589"/>
                  </a:cubicBezTo>
                  <a:cubicBezTo>
                    <a:pt x="4398" y="3589"/>
                    <a:pt x="5212" y="3432"/>
                    <a:pt x="5622" y="2830"/>
                  </a:cubicBezTo>
                  <a:cubicBezTo>
                    <a:pt x="5665" y="2766"/>
                    <a:pt x="5654" y="2670"/>
                    <a:pt x="5601" y="2617"/>
                  </a:cubicBezTo>
                  <a:cubicBezTo>
                    <a:pt x="5306" y="2297"/>
                    <a:pt x="4866" y="2191"/>
                    <a:pt x="4397" y="2191"/>
                  </a:cubicBezTo>
                  <a:cubicBezTo>
                    <a:pt x="3833" y="2191"/>
                    <a:pt x="3228" y="2345"/>
                    <a:pt x="2785" y="2468"/>
                  </a:cubicBezTo>
                  <a:cubicBezTo>
                    <a:pt x="2475" y="2558"/>
                    <a:pt x="2125" y="2698"/>
                    <a:pt x="1789" y="2883"/>
                  </a:cubicBezTo>
                  <a:lnTo>
                    <a:pt x="1789" y="2883"/>
                  </a:lnTo>
                  <a:cubicBezTo>
                    <a:pt x="1620" y="2811"/>
                    <a:pt x="1453" y="2729"/>
                    <a:pt x="1291" y="2638"/>
                  </a:cubicBezTo>
                  <a:cubicBezTo>
                    <a:pt x="1185" y="2574"/>
                    <a:pt x="1078" y="2521"/>
                    <a:pt x="971" y="2436"/>
                  </a:cubicBezTo>
                  <a:cubicBezTo>
                    <a:pt x="427" y="2094"/>
                    <a:pt x="587" y="1710"/>
                    <a:pt x="897" y="1347"/>
                  </a:cubicBezTo>
                  <a:cubicBezTo>
                    <a:pt x="1121" y="1081"/>
                    <a:pt x="1451" y="931"/>
                    <a:pt x="1761" y="771"/>
                  </a:cubicBezTo>
                  <a:cubicBezTo>
                    <a:pt x="2393" y="455"/>
                    <a:pt x="3103" y="344"/>
                    <a:pt x="3816" y="344"/>
                  </a:cubicBezTo>
                  <a:cubicBezTo>
                    <a:pt x="3849" y="344"/>
                    <a:pt x="3882" y="344"/>
                    <a:pt x="3916" y="345"/>
                  </a:cubicBezTo>
                  <a:cubicBezTo>
                    <a:pt x="3922" y="345"/>
                    <a:pt x="3928" y="346"/>
                    <a:pt x="3934" y="346"/>
                  </a:cubicBezTo>
                  <a:cubicBezTo>
                    <a:pt x="4129" y="346"/>
                    <a:pt x="4122" y="14"/>
                    <a:pt x="3905" y="3"/>
                  </a:cubicBezTo>
                  <a:cubicBezTo>
                    <a:pt x="3849" y="2"/>
                    <a:pt x="3792" y="1"/>
                    <a:pt x="3736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0"/>
            <p:cNvSpPr/>
            <p:nvPr/>
          </p:nvSpPr>
          <p:spPr>
            <a:xfrm>
              <a:off x="3521299" y="2441872"/>
              <a:ext cx="914816" cy="573217"/>
            </a:xfrm>
            <a:custGeom>
              <a:avLst/>
              <a:gdLst/>
              <a:ahLst/>
              <a:cxnLst/>
              <a:rect l="l" t="t" r="r" b="b"/>
              <a:pathLst>
                <a:path w="14989" h="9392" extrusionOk="0">
                  <a:moveTo>
                    <a:pt x="10657" y="1"/>
                  </a:moveTo>
                  <a:cubicBezTo>
                    <a:pt x="9591" y="758"/>
                    <a:pt x="9089" y="2081"/>
                    <a:pt x="8342" y="3158"/>
                  </a:cubicBezTo>
                  <a:cubicBezTo>
                    <a:pt x="7148" y="4918"/>
                    <a:pt x="5174" y="6124"/>
                    <a:pt x="3062" y="6390"/>
                  </a:cubicBezTo>
                  <a:cubicBezTo>
                    <a:pt x="2755" y="6429"/>
                    <a:pt x="2445" y="6448"/>
                    <a:pt x="2135" y="6448"/>
                  </a:cubicBezTo>
                  <a:cubicBezTo>
                    <a:pt x="1411" y="6448"/>
                    <a:pt x="687" y="6343"/>
                    <a:pt x="0" y="6134"/>
                  </a:cubicBezTo>
                  <a:lnTo>
                    <a:pt x="0" y="6134"/>
                  </a:lnTo>
                  <a:cubicBezTo>
                    <a:pt x="107" y="6732"/>
                    <a:pt x="342" y="7265"/>
                    <a:pt x="758" y="7671"/>
                  </a:cubicBezTo>
                  <a:cubicBezTo>
                    <a:pt x="2321" y="9170"/>
                    <a:pt x="4967" y="9392"/>
                    <a:pt x="7180" y="9392"/>
                  </a:cubicBezTo>
                  <a:cubicBezTo>
                    <a:pt x="7566" y="9392"/>
                    <a:pt x="7938" y="9385"/>
                    <a:pt x="8289" y="9377"/>
                  </a:cubicBezTo>
                  <a:cubicBezTo>
                    <a:pt x="9612" y="9345"/>
                    <a:pt x="10615" y="8684"/>
                    <a:pt x="11276" y="7713"/>
                  </a:cubicBezTo>
                  <a:cubicBezTo>
                    <a:pt x="11703" y="7948"/>
                    <a:pt x="12183" y="8097"/>
                    <a:pt x="12673" y="8097"/>
                  </a:cubicBezTo>
                  <a:cubicBezTo>
                    <a:pt x="13580" y="8097"/>
                    <a:pt x="14466" y="7628"/>
                    <a:pt x="14988" y="6892"/>
                  </a:cubicBezTo>
                  <a:lnTo>
                    <a:pt x="14988" y="6892"/>
                  </a:lnTo>
                  <a:cubicBezTo>
                    <a:pt x="14593" y="7049"/>
                    <a:pt x="14171" y="7139"/>
                    <a:pt x="13757" y="7139"/>
                  </a:cubicBezTo>
                  <a:cubicBezTo>
                    <a:pt x="13467" y="7139"/>
                    <a:pt x="13180" y="7095"/>
                    <a:pt x="12908" y="6998"/>
                  </a:cubicBezTo>
                  <a:cubicBezTo>
                    <a:pt x="12535" y="6881"/>
                    <a:pt x="12204" y="6657"/>
                    <a:pt x="11937" y="6380"/>
                  </a:cubicBezTo>
                  <a:cubicBezTo>
                    <a:pt x="12236" y="5473"/>
                    <a:pt x="12343" y="4460"/>
                    <a:pt x="12257" y="3468"/>
                  </a:cubicBezTo>
                  <a:cubicBezTo>
                    <a:pt x="12119" y="2091"/>
                    <a:pt x="11585" y="801"/>
                    <a:pt x="10657" y="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3F83FE0D-31FE-49FF-AF02-A8B88EE6A4C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3225" y="1017724"/>
            <a:ext cx="7943103" cy="4056445"/>
          </a:xfrm>
          <a:prstGeom prst="rect">
            <a:avLst/>
          </a:prstGeom>
        </p:spPr>
      </p:pic>
      <p:sp>
        <p:nvSpPr>
          <p:cNvPr id="8" name="Google Shape;2536;p50">
            <a:extLst>
              <a:ext uri="{FF2B5EF4-FFF2-40B4-BE49-F238E27FC236}">
                <a16:creationId xmlns:a16="http://schemas.microsoft.com/office/drawing/2014/main" id="{D8D5C212-9F45-4E4D-B678-D0696F50DEE0}"/>
              </a:ext>
            </a:extLst>
          </p:cNvPr>
          <p:cNvSpPr txBox="1"/>
          <p:nvPr/>
        </p:nvSpPr>
        <p:spPr>
          <a:xfrm>
            <a:off x="8856388" y="4907039"/>
            <a:ext cx="287612" cy="24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7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6" name="Google Shape;3066;p57"/>
          <p:cNvSpPr/>
          <p:nvPr/>
        </p:nvSpPr>
        <p:spPr>
          <a:xfrm>
            <a:off x="3962700" y="802875"/>
            <a:ext cx="1218600" cy="1218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7" name="Google Shape;3067;p57"/>
          <p:cNvSpPr txBox="1">
            <a:spLocks noGrp="1"/>
          </p:cNvSpPr>
          <p:nvPr>
            <p:ph type="title"/>
          </p:nvPr>
        </p:nvSpPr>
        <p:spPr>
          <a:xfrm>
            <a:off x="1546500" y="2100875"/>
            <a:ext cx="6051000" cy="17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DESCRIÇÃO DAS ATIVIDADES</a:t>
            </a:r>
          </a:p>
        </p:txBody>
      </p:sp>
      <p:grpSp>
        <p:nvGrpSpPr>
          <p:cNvPr id="6" name="Google Shape;9731;p89">
            <a:extLst>
              <a:ext uri="{FF2B5EF4-FFF2-40B4-BE49-F238E27FC236}">
                <a16:creationId xmlns:a16="http://schemas.microsoft.com/office/drawing/2014/main" id="{9812C067-9645-498A-9DDE-316704F8AC8E}"/>
              </a:ext>
            </a:extLst>
          </p:cNvPr>
          <p:cNvGrpSpPr/>
          <p:nvPr/>
        </p:nvGrpSpPr>
        <p:grpSpPr>
          <a:xfrm>
            <a:off x="4240890" y="1131332"/>
            <a:ext cx="662220" cy="561685"/>
            <a:chOff x="583100" y="3982600"/>
            <a:chExt cx="296175" cy="296175"/>
          </a:xfrm>
          <a:solidFill>
            <a:schemeClr val="accent6">
              <a:lumMod val="50000"/>
            </a:schemeClr>
          </a:solidFill>
        </p:grpSpPr>
        <p:sp>
          <p:nvSpPr>
            <p:cNvPr id="7" name="Google Shape;9732;p89">
              <a:extLst>
                <a:ext uri="{FF2B5EF4-FFF2-40B4-BE49-F238E27FC236}">
                  <a16:creationId xmlns:a16="http://schemas.microsoft.com/office/drawing/2014/main" id="{EA258644-A01A-4251-8C5A-CF69B1C98BC1}"/>
                </a:ext>
              </a:extLst>
            </p:cNvPr>
            <p:cNvSpPr/>
            <p:nvPr/>
          </p:nvSpPr>
          <p:spPr>
            <a:xfrm>
              <a:off x="694925" y="3982600"/>
              <a:ext cx="70925" cy="68550"/>
            </a:xfrm>
            <a:custGeom>
              <a:avLst/>
              <a:gdLst/>
              <a:ahLst/>
              <a:cxnLst/>
              <a:rect l="l" t="t" r="r" b="b"/>
              <a:pathLst>
                <a:path w="2837" h="2742" extrusionOk="0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733;p89">
              <a:extLst>
                <a:ext uri="{FF2B5EF4-FFF2-40B4-BE49-F238E27FC236}">
                  <a16:creationId xmlns:a16="http://schemas.microsoft.com/office/drawing/2014/main" id="{0649FFC0-B70B-4A1F-B6CB-E140EB6F44B8}"/>
                </a:ext>
              </a:extLst>
            </p:cNvPr>
            <p:cNvSpPr/>
            <p:nvPr/>
          </p:nvSpPr>
          <p:spPr>
            <a:xfrm>
              <a:off x="609075" y="4139350"/>
              <a:ext cx="69350" cy="68525"/>
            </a:xfrm>
            <a:custGeom>
              <a:avLst/>
              <a:gdLst/>
              <a:ahLst/>
              <a:cxnLst/>
              <a:rect l="l" t="t" r="r" b="b"/>
              <a:pathLst>
                <a:path w="2774" h="2741" extrusionOk="0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734;p89">
              <a:extLst>
                <a:ext uri="{FF2B5EF4-FFF2-40B4-BE49-F238E27FC236}">
                  <a16:creationId xmlns:a16="http://schemas.microsoft.com/office/drawing/2014/main" id="{CC0006E3-B2AC-49EE-8401-957545AC0C56}"/>
                </a:ext>
              </a:extLst>
            </p:cNvPr>
            <p:cNvSpPr/>
            <p:nvPr/>
          </p:nvSpPr>
          <p:spPr>
            <a:xfrm>
              <a:off x="783925" y="41401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735;p89">
              <a:extLst>
                <a:ext uri="{FF2B5EF4-FFF2-40B4-BE49-F238E27FC236}">
                  <a16:creationId xmlns:a16="http://schemas.microsoft.com/office/drawing/2014/main" id="{251DC61C-6DD7-4506-B590-135EDF975DBF}"/>
                </a:ext>
              </a:extLst>
            </p:cNvPr>
            <p:cNvSpPr/>
            <p:nvPr/>
          </p:nvSpPr>
          <p:spPr>
            <a:xfrm>
              <a:off x="583100" y="4207075"/>
              <a:ext cx="122100" cy="71700"/>
            </a:xfrm>
            <a:custGeom>
              <a:avLst/>
              <a:gdLst/>
              <a:ahLst/>
              <a:cxnLst/>
              <a:rect l="l" t="t" r="r" b="b"/>
              <a:pathLst>
                <a:path w="4884" h="2868" extrusionOk="0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736;p89">
              <a:extLst>
                <a:ext uri="{FF2B5EF4-FFF2-40B4-BE49-F238E27FC236}">
                  <a16:creationId xmlns:a16="http://schemas.microsoft.com/office/drawing/2014/main" id="{B786E66F-F567-4925-A86A-6B4147BEAC1A}"/>
                </a:ext>
              </a:extLst>
            </p:cNvPr>
            <p:cNvSpPr/>
            <p:nvPr/>
          </p:nvSpPr>
          <p:spPr>
            <a:xfrm>
              <a:off x="669725" y="4049550"/>
              <a:ext cx="122900" cy="72475"/>
            </a:xfrm>
            <a:custGeom>
              <a:avLst/>
              <a:gdLst/>
              <a:ahLst/>
              <a:cxnLst/>
              <a:rect l="l" t="t" r="r" b="b"/>
              <a:pathLst>
                <a:path w="4916" h="2899" extrusionOk="0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737;p89">
              <a:extLst>
                <a:ext uri="{FF2B5EF4-FFF2-40B4-BE49-F238E27FC236}">
                  <a16:creationId xmlns:a16="http://schemas.microsoft.com/office/drawing/2014/main" id="{CF32E5A6-BFCB-4282-B2D5-B0866CCAF2A3}"/>
                </a:ext>
              </a:extLst>
            </p:cNvPr>
            <p:cNvSpPr/>
            <p:nvPr/>
          </p:nvSpPr>
          <p:spPr>
            <a:xfrm>
              <a:off x="757150" y="42070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38;p89">
              <a:extLst>
                <a:ext uri="{FF2B5EF4-FFF2-40B4-BE49-F238E27FC236}">
                  <a16:creationId xmlns:a16="http://schemas.microsoft.com/office/drawing/2014/main" id="{91C3C162-4B3C-4091-BA80-CDED2BA676A7}"/>
                </a:ext>
              </a:extLst>
            </p:cNvPr>
            <p:cNvSpPr/>
            <p:nvPr/>
          </p:nvSpPr>
          <p:spPr>
            <a:xfrm>
              <a:off x="691775" y="4139350"/>
              <a:ext cx="77225" cy="64600"/>
            </a:xfrm>
            <a:custGeom>
              <a:avLst/>
              <a:gdLst/>
              <a:ahLst/>
              <a:cxnLst/>
              <a:rect l="l" t="t" r="r" b="b"/>
              <a:pathLst>
                <a:path w="3089" h="2584" extrusionOk="0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2536;p50">
            <a:extLst>
              <a:ext uri="{FF2B5EF4-FFF2-40B4-BE49-F238E27FC236}">
                <a16:creationId xmlns:a16="http://schemas.microsoft.com/office/drawing/2014/main" id="{CB06AB86-AD9F-4B1B-A89D-EC046B56A594}"/>
              </a:ext>
            </a:extLst>
          </p:cNvPr>
          <p:cNvSpPr txBox="1"/>
          <p:nvPr/>
        </p:nvSpPr>
        <p:spPr>
          <a:xfrm>
            <a:off x="8856388" y="4907039"/>
            <a:ext cx="287612" cy="24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8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ADC46D38-82F2-48B5-BD0E-5CD6F6EBCE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9846009"/>
              </p:ext>
            </p:extLst>
          </p:nvPr>
        </p:nvGraphicFramePr>
        <p:xfrm>
          <a:off x="1778519" y="992199"/>
          <a:ext cx="5586961" cy="3675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ítulo 1">
            <a:extLst>
              <a:ext uri="{FF2B5EF4-FFF2-40B4-BE49-F238E27FC236}">
                <a16:creationId xmlns:a16="http://schemas.microsoft.com/office/drawing/2014/main" id="{25940DCB-920C-4299-9811-C1D852378949}"/>
              </a:ext>
            </a:extLst>
          </p:cNvPr>
          <p:cNvSpPr>
            <a:spLocks noGrp="1"/>
          </p:cNvSpPr>
          <p:nvPr/>
        </p:nvSpPr>
        <p:spPr>
          <a:xfrm>
            <a:off x="713249" y="189064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ytone One"/>
              <a:buNone/>
              <a:defRPr sz="2800" b="0" i="0" u="none" strike="noStrike" cap="none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xygen"/>
              <a:buNone/>
              <a:defRPr sz="2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r>
              <a:rPr lang="pt-BR" dirty="0"/>
              <a:t>DESCRIÇÃO DAS ATIVIDADES</a:t>
            </a:r>
          </a:p>
        </p:txBody>
      </p:sp>
      <p:sp>
        <p:nvSpPr>
          <p:cNvPr id="4" name="Google Shape;2536;p50">
            <a:extLst>
              <a:ext uri="{FF2B5EF4-FFF2-40B4-BE49-F238E27FC236}">
                <a16:creationId xmlns:a16="http://schemas.microsoft.com/office/drawing/2014/main" id="{CDAF80B4-3694-45F5-A11F-DC2187D4EDD4}"/>
              </a:ext>
            </a:extLst>
          </p:cNvPr>
          <p:cNvSpPr txBox="1"/>
          <p:nvPr/>
        </p:nvSpPr>
        <p:spPr>
          <a:xfrm>
            <a:off x="8856388" y="4907039"/>
            <a:ext cx="287612" cy="24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9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51"/>
          <p:cNvSpPr/>
          <p:nvPr/>
        </p:nvSpPr>
        <p:spPr>
          <a:xfrm>
            <a:off x="1113438" y="1962450"/>
            <a:ext cx="1218600" cy="1218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0" name="Google Shape;2570;p51"/>
          <p:cNvSpPr txBox="1">
            <a:spLocks noGrp="1"/>
          </p:cNvSpPr>
          <p:nvPr>
            <p:ph type="title"/>
          </p:nvPr>
        </p:nvSpPr>
        <p:spPr>
          <a:xfrm>
            <a:off x="2581963" y="1830450"/>
            <a:ext cx="5448600" cy="14826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lvl="0"/>
            <a:r>
              <a:rPr lang="pt-BR" dirty="0"/>
              <a:t>REGRAS DE NEGÓCIO</a:t>
            </a:r>
            <a:endParaRPr dirty="0"/>
          </a:p>
        </p:txBody>
      </p:sp>
      <p:sp>
        <p:nvSpPr>
          <p:cNvPr id="7" name="Google Shape;2536;p50">
            <a:extLst>
              <a:ext uri="{FF2B5EF4-FFF2-40B4-BE49-F238E27FC236}">
                <a16:creationId xmlns:a16="http://schemas.microsoft.com/office/drawing/2014/main" id="{6B5EBE48-879E-43CA-9AAF-3D509964C95E}"/>
              </a:ext>
            </a:extLst>
          </p:cNvPr>
          <p:cNvSpPr txBox="1"/>
          <p:nvPr/>
        </p:nvSpPr>
        <p:spPr>
          <a:xfrm>
            <a:off x="8784236" y="4907039"/>
            <a:ext cx="359764" cy="23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10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8" name="Google Shape;9821;p89">
            <a:extLst>
              <a:ext uri="{FF2B5EF4-FFF2-40B4-BE49-F238E27FC236}">
                <a16:creationId xmlns:a16="http://schemas.microsoft.com/office/drawing/2014/main" id="{E37AFA0E-D4E0-4DC9-85A4-7412AB99E406}"/>
              </a:ext>
            </a:extLst>
          </p:cNvPr>
          <p:cNvGrpSpPr/>
          <p:nvPr/>
        </p:nvGrpSpPr>
        <p:grpSpPr>
          <a:xfrm>
            <a:off x="1455565" y="2278971"/>
            <a:ext cx="534346" cy="478766"/>
            <a:chOff x="4628325" y="3599825"/>
            <a:chExt cx="295400" cy="295375"/>
          </a:xfrm>
          <a:solidFill>
            <a:schemeClr val="accent6">
              <a:lumMod val="50000"/>
            </a:schemeClr>
          </a:solidFill>
        </p:grpSpPr>
        <p:sp>
          <p:nvSpPr>
            <p:cNvPr id="9" name="Google Shape;9822;p89">
              <a:extLst>
                <a:ext uri="{FF2B5EF4-FFF2-40B4-BE49-F238E27FC236}">
                  <a16:creationId xmlns:a16="http://schemas.microsoft.com/office/drawing/2014/main" id="{D98B5EAC-87F9-497D-8C36-6A8B7DB66079}"/>
                </a:ext>
              </a:extLst>
            </p:cNvPr>
            <p:cNvSpPr/>
            <p:nvPr/>
          </p:nvSpPr>
          <p:spPr>
            <a:xfrm>
              <a:off x="4679525" y="3686450"/>
              <a:ext cx="17350" cy="86675"/>
            </a:xfrm>
            <a:custGeom>
              <a:avLst/>
              <a:gdLst/>
              <a:ahLst/>
              <a:cxnLst/>
              <a:rect l="l" t="t" r="r" b="b"/>
              <a:pathLst>
                <a:path w="694" h="3467" extrusionOk="0">
                  <a:moveTo>
                    <a:pt x="0" y="1"/>
                  </a:moveTo>
                  <a:lnTo>
                    <a:pt x="0" y="3466"/>
                  </a:lnTo>
                  <a:lnTo>
                    <a:pt x="694" y="3466"/>
                  </a:lnTo>
                  <a:lnTo>
                    <a:pt x="6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823;p89">
              <a:extLst>
                <a:ext uri="{FF2B5EF4-FFF2-40B4-BE49-F238E27FC236}">
                  <a16:creationId xmlns:a16="http://schemas.microsoft.com/office/drawing/2014/main" id="{EA254C09-B1B2-40F2-BCE7-B88CDB0F11AE}"/>
                </a:ext>
              </a:extLst>
            </p:cNvPr>
            <p:cNvSpPr/>
            <p:nvPr/>
          </p:nvSpPr>
          <p:spPr>
            <a:xfrm>
              <a:off x="4854375" y="3686450"/>
              <a:ext cx="18150" cy="86675"/>
            </a:xfrm>
            <a:custGeom>
              <a:avLst/>
              <a:gdLst/>
              <a:ahLst/>
              <a:cxnLst/>
              <a:rect l="l" t="t" r="r" b="b"/>
              <a:pathLst>
                <a:path w="726" h="3467" extrusionOk="0">
                  <a:moveTo>
                    <a:pt x="1" y="1"/>
                  </a:moveTo>
                  <a:lnTo>
                    <a:pt x="1" y="3466"/>
                  </a:lnTo>
                  <a:lnTo>
                    <a:pt x="725" y="3466"/>
                  </a:ln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824;p89">
              <a:extLst>
                <a:ext uri="{FF2B5EF4-FFF2-40B4-BE49-F238E27FC236}">
                  <a16:creationId xmlns:a16="http://schemas.microsoft.com/office/drawing/2014/main" id="{F3DC0606-6251-4071-9E3C-850F840E7756}"/>
                </a:ext>
              </a:extLst>
            </p:cNvPr>
            <p:cNvSpPr/>
            <p:nvPr/>
          </p:nvSpPr>
          <p:spPr>
            <a:xfrm>
              <a:off x="4679525" y="3790425"/>
              <a:ext cx="17350" cy="104000"/>
            </a:xfrm>
            <a:custGeom>
              <a:avLst/>
              <a:gdLst/>
              <a:ahLst/>
              <a:cxnLst/>
              <a:rect l="l" t="t" r="r" b="b"/>
              <a:pathLst>
                <a:path w="694" h="4160" extrusionOk="0">
                  <a:moveTo>
                    <a:pt x="0" y="0"/>
                  </a:moveTo>
                  <a:lnTo>
                    <a:pt x="0" y="4159"/>
                  </a:lnTo>
                  <a:lnTo>
                    <a:pt x="694" y="4159"/>
                  </a:ln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25;p89">
              <a:extLst>
                <a:ext uri="{FF2B5EF4-FFF2-40B4-BE49-F238E27FC236}">
                  <a16:creationId xmlns:a16="http://schemas.microsoft.com/office/drawing/2014/main" id="{D1D500B1-27F7-44A2-B42B-1FD13D7E1501}"/>
                </a:ext>
              </a:extLst>
            </p:cNvPr>
            <p:cNvSpPr/>
            <p:nvPr/>
          </p:nvSpPr>
          <p:spPr>
            <a:xfrm>
              <a:off x="4854375" y="3790425"/>
              <a:ext cx="18150" cy="104000"/>
            </a:xfrm>
            <a:custGeom>
              <a:avLst/>
              <a:gdLst/>
              <a:ahLst/>
              <a:cxnLst/>
              <a:rect l="l" t="t" r="r" b="b"/>
              <a:pathLst>
                <a:path w="726" h="4160" extrusionOk="0">
                  <a:moveTo>
                    <a:pt x="1" y="0"/>
                  </a:moveTo>
                  <a:lnTo>
                    <a:pt x="1" y="4159"/>
                  </a:lnTo>
                  <a:lnTo>
                    <a:pt x="725" y="4159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26;p89">
              <a:extLst>
                <a:ext uri="{FF2B5EF4-FFF2-40B4-BE49-F238E27FC236}">
                  <a16:creationId xmlns:a16="http://schemas.microsoft.com/office/drawing/2014/main" id="{7FDE9E35-4C0B-4E8B-AF0B-AA7AD1FBCDF6}"/>
                </a:ext>
              </a:extLst>
            </p:cNvPr>
            <p:cNvSpPr/>
            <p:nvPr/>
          </p:nvSpPr>
          <p:spPr>
            <a:xfrm>
              <a:off x="4628325" y="3686450"/>
              <a:ext cx="34675" cy="86675"/>
            </a:xfrm>
            <a:custGeom>
              <a:avLst/>
              <a:gdLst/>
              <a:ahLst/>
              <a:cxnLst/>
              <a:rect l="l" t="t" r="r" b="b"/>
              <a:pathLst>
                <a:path w="1387" h="3467" extrusionOk="0">
                  <a:moveTo>
                    <a:pt x="1009" y="1"/>
                  </a:moveTo>
                  <a:cubicBezTo>
                    <a:pt x="442" y="1"/>
                    <a:pt x="1" y="442"/>
                    <a:pt x="1" y="1009"/>
                  </a:cubicBezTo>
                  <a:lnTo>
                    <a:pt x="1" y="2049"/>
                  </a:lnTo>
                  <a:cubicBezTo>
                    <a:pt x="1" y="2427"/>
                    <a:pt x="158" y="2773"/>
                    <a:pt x="442" y="3025"/>
                  </a:cubicBezTo>
                  <a:cubicBezTo>
                    <a:pt x="662" y="3340"/>
                    <a:pt x="1009" y="3466"/>
                    <a:pt x="1387" y="3466"/>
                  </a:cubicBezTo>
                  <a:lnTo>
                    <a:pt x="13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27;p89">
              <a:extLst>
                <a:ext uri="{FF2B5EF4-FFF2-40B4-BE49-F238E27FC236}">
                  <a16:creationId xmlns:a16="http://schemas.microsoft.com/office/drawing/2014/main" id="{9C692266-EF2B-481C-8093-64A0E2E9399D}"/>
                </a:ext>
              </a:extLst>
            </p:cNvPr>
            <p:cNvSpPr/>
            <p:nvPr/>
          </p:nvSpPr>
          <p:spPr>
            <a:xfrm>
              <a:off x="4714975" y="3686450"/>
              <a:ext cx="122100" cy="86675"/>
            </a:xfrm>
            <a:custGeom>
              <a:avLst/>
              <a:gdLst/>
              <a:ahLst/>
              <a:cxnLst/>
              <a:rect l="l" t="t" r="r" b="b"/>
              <a:pathLst>
                <a:path w="4884" h="3467" extrusionOk="0">
                  <a:moveTo>
                    <a:pt x="0" y="1"/>
                  </a:moveTo>
                  <a:lnTo>
                    <a:pt x="0" y="3466"/>
                  </a:lnTo>
                  <a:lnTo>
                    <a:pt x="4883" y="3466"/>
                  </a:lnTo>
                  <a:lnTo>
                    <a:pt x="4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28;p89">
              <a:extLst>
                <a:ext uri="{FF2B5EF4-FFF2-40B4-BE49-F238E27FC236}">
                  <a16:creationId xmlns:a16="http://schemas.microsoft.com/office/drawing/2014/main" id="{BF0F1389-4573-42ED-8412-A4D66D0FE092}"/>
                </a:ext>
              </a:extLst>
            </p:cNvPr>
            <p:cNvSpPr/>
            <p:nvPr/>
          </p:nvSpPr>
          <p:spPr>
            <a:xfrm>
              <a:off x="4889025" y="3777825"/>
              <a:ext cx="34700" cy="117375"/>
            </a:xfrm>
            <a:custGeom>
              <a:avLst/>
              <a:gdLst/>
              <a:ahLst/>
              <a:cxnLst/>
              <a:rect l="l" t="t" r="r" b="b"/>
              <a:pathLst>
                <a:path w="1388" h="4695" extrusionOk="0">
                  <a:moveTo>
                    <a:pt x="1387" y="0"/>
                  </a:moveTo>
                  <a:cubicBezTo>
                    <a:pt x="977" y="315"/>
                    <a:pt x="505" y="504"/>
                    <a:pt x="1" y="504"/>
                  </a:cubicBezTo>
                  <a:lnTo>
                    <a:pt x="1" y="4695"/>
                  </a:lnTo>
                  <a:lnTo>
                    <a:pt x="347" y="4695"/>
                  </a:lnTo>
                  <a:cubicBezTo>
                    <a:pt x="946" y="4695"/>
                    <a:pt x="1387" y="4222"/>
                    <a:pt x="1387" y="3655"/>
                  </a:cubicBezTo>
                  <a:lnTo>
                    <a:pt x="138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29;p89">
              <a:extLst>
                <a:ext uri="{FF2B5EF4-FFF2-40B4-BE49-F238E27FC236}">
                  <a16:creationId xmlns:a16="http://schemas.microsoft.com/office/drawing/2014/main" id="{44D4950E-5D2E-4721-B199-938258FEEBD9}"/>
                </a:ext>
              </a:extLst>
            </p:cNvPr>
            <p:cNvSpPr/>
            <p:nvPr/>
          </p:nvSpPr>
          <p:spPr>
            <a:xfrm>
              <a:off x="4628325" y="3777825"/>
              <a:ext cx="34675" cy="116600"/>
            </a:xfrm>
            <a:custGeom>
              <a:avLst/>
              <a:gdLst/>
              <a:ahLst/>
              <a:cxnLst/>
              <a:rect l="l" t="t" r="r" b="b"/>
              <a:pathLst>
                <a:path w="1387" h="4664" extrusionOk="0">
                  <a:moveTo>
                    <a:pt x="1" y="0"/>
                  </a:moveTo>
                  <a:lnTo>
                    <a:pt x="1" y="3655"/>
                  </a:lnTo>
                  <a:cubicBezTo>
                    <a:pt x="1" y="4222"/>
                    <a:pt x="442" y="4663"/>
                    <a:pt x="1009" y="4663"/>
                  </a:cubicBezTo>
                  <a:lnTo>
                    <a:pt x="1387" y="4663"/>
                  </a:lnTo>
                  <a:lnTo>
                    <a:pt x="1387" y="504"/>
                  </a:lnTo>
                  <a:cubicBezTo>
                    <a:pt x="851" y="504"/>
                    <a:pt x="379" y="315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830;p89">
              <a:extLst>
                <a:ext uri="{FF2B5EF4-FFF2-40B4-BE49-F238E27FC236}">
                  <a16:creationId xmlns:a16="http://schemas.microsoft.com/office/drawing/2014/main" id="{721799FB-52FF-41DE-8D33-4D6FC4F3084A}"/>
                </a:ext>
              </a:extLst>
            </p:cNvPr>
            <p:cNvSpPr/>
            <p:nvPr/>
          </p:nvSpPr>
          <p:spPr>
            <a:xfrm>
              <a:off x="4766950" y="37904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694" y="568"/>
                    <a:pt x="694" y="347"/>
                  </a:cubicBez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831;p89">
              <a:extLst>
                <a:ext uri="{FF2B5EF4-FFF2-40B4-BE49-F238E27FC236}">
                  <a16:creationId xmlns:a16="http://schemas.microsoft.com/office/drawing/2014/main" id="{F7DBBB1A-C137-4240-A0D7-5A753484DC49}"/>
                </a:ext>
              </a:extLst>
            </p:cNvPr>
            <p:cNvSpPr/>
            <p:nvPr/>
          </p:nvSpPr>
          <p:spPr>
            <a:xfrm>
              <a:off x="4889025" y="3686450"/>
              <a:ext cx="34700" cy="86675"/>
            </a:xfrm>
            <a:custGeom>
              <a:avLst/>
              <a:gdLst/>
              <a:ahLst/>
              <a:cxnLst/>
              <a:rect l="l" t="t" r="r" b="b"/>
              <a:pathLst>
                <a:path w="1388" h="3467" extrusionOk="0">
                  <a:moveTo>
                    <a:pt x="1" y="1"/>
                  </a:moveTo>
                  <a:lnTo>
                    <a:pt x="1" y="3466"/>
                  </a:lnTo>
                  <a:cubicBezTo>
                    <a:pt x="347" y="3466"/>
                    <a:pt x="662" y="3340"/>
                    <a:pt x="946" y="3088"/>
                  </a:cubicBezTo>
                  <a:cubicBezTo>
                    <a:pt x="1229" y="2836"/>
                    <a:pt x="1387" y="2458"/>
                    <a:pt x="1387" y="2080"/>
                  </a:cubicBezTo>
                  <a:lnTo>
                    <a:pt x="1387" y="1040"/>
                  </a:lnTo>
                  <a:cubicBezTo>
                    <a:pt x="1387" y="442"/>
                    <a:pt x="914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832;p89">
              <a:extLst>
                <a:ext uri="{FF2B5EF4-FFF2-40B4-BE49-F238E27FC236}">
                  <a16:creationId xmlns:a16="http://schemas.microsoft.com/office/drawing/2014/main" id="{10498E45-2F96-4809-A6E6-7D02DE50C043}"/>
                </a:ext>
              </a:extLst>
            </p:cNvPr>
            <p:cNvSpPr/>
            <p:nvPr/>
          </p:nvSpPr>
          <p:spPr>
            <a:xfrm>
              <a:off x="4714975" y="3790425"/>
              <a:ext cx="122100" cy="104000"/>
            </a:xfrm>
            <a:custGeom>
              <a:avLst/>
              <a:gdLst/>
              <a:ahLst/>
              <a:cxnLst/>
              <a:rect l="l" t="t" r="r" b="b"/>
              <a:pathLst>
                <a:path w="4884" h="4160" extrusionOk="0">
                  <a:moveTo>
                    <a:pt x="0" y="0"/>
                  </a:moveTo>
                  <a:lnTo>
                    <a:pt x="0" y="4159"/>
                  </a:lnTo>
                  <a:lnTo>
                    <a:pt x="4883" y="4159"/>
                  </a:lnTo>
                  <a:lnTo>
                    <a:pt x="4883" y="0"/>
                  </a:lnTo>
                  <a:lnTo>
                    <a:pt x="3466" y="0"/>
                  </a:lnTo>
                  <a:lnTo>
                    <a:pt x="3466" y="347"/>
                  </a:lnTo>
                  <a:cubicBezTo>
                    <a:pt x="3466" y="946"/>
                    <a:pt x="2993" y="1387"/>
                    <a:pt x="2426" y="1387"/>
                  </a:cubicBezTo>
                  <a:cubicBezTo>
                    <a:pt x="1827" y="1387"/>
                    <a:pt x="1418" y="914"/>
                    <a:pt x="1418" y="347"/>
                  </a:cubicBezTo>
                  <a:lnTo>
                    <a:pt x="14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833;p89">
              <a:extLst>
                <a:ext uri="{FF2B5EF4-FFF2-40B4-BE49-F238E27FC236}">
                  <a16:creationId xmlns:a16="http://schemas.microsoft.com/office/drawing/2014/main" id="{C4C49307-5B6D-44C4-89AD-8DBC8404F506}"/>
                </a:ext>
              </a:extLst>
            </p:cNvPr>
            <p:cNvSpPr/>
            <p:nvPr/>
          </p:nvSpPr>
          <p:spPr>
            <a:xfrm>
              <a:off x="4714175" y="3599825"/>
              <a:ext cx="122100" cy="69325"/>
            </a:xfrm>
            <a:custGeom>
              <a:avLst/>
              <a:gdLst/>
              <a:ahLst/>
              <a:cxnLst/>
              <a:rect l="l" t="t" r="r" b="b"/>
              <a:pathLst>
                <a:path w="4884" h="277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lnTo>
                    <a:pt x="1" y="2773"/>
                  </a:lnTo>
                  <a:lnTo>
                    <a:pt x="1355" y="2773"/>
                  </a:lnTo>
                  <a:lnTo>
                    <a:pt x="1355" y="2426"/>
                  </a:lnTo>
                  <a:cubicBezTo>
                    <a:pt x="1355" y="1828"/>
                    <a:pt x="1828" y="1418"/>
                    <a:pt x="2395" y="1418"/>
                  </a:cubicBezTo>
                  <a:cubicBezTo>
                    <a:pt x="2994" y="1418"/>
                    <a:pt x="3403" y="1891"/>
                    <a:pt x="3403" y="2426"/>
                  </a:cubicBezTo>
                  <a:lnTo>
                    <a:pt x="3403" y="2773"/>
                  </a:lnTo>
                  <a:lnTo>
                    <a:pt x="4884" y="2773"/>
                  </a:lnTo>
                  <a:lnTo>
                    <a:pt x="4884" y="2426"/>
                  </a:ln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22628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p5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REGRAS DE NEGÓCIO</a:t>
            </a:r>
            <a:endParaRPr dirty="0"/>
          </a:p>
        </p:txBody>
      </p:sp>
      <p:sp>
        <p:nvSpPr>
          <p:cNvPr id="2940" name="Google Shape;2940;p56"/>
          <p:cNvSpPr txBox="1">
            <a:spLocks noGrp="1"/>
          </p:cNvSpPr>
          <p:nvPr>
            <p:ph type="subTitle" idx="1"/>
          </p:nvPr>
        </p:nvSpPr>
        <p:spPr>
          <a:xfrm>
            <a:off x="4474654" y="1325853"/>
            <a:ext cx="2448862" cy="45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/>
              <a:t>Quantidade de Procedimentos</a:t>
            </a:r>
            <a:endParaRPr sz="1400" dirty="0"/>
          </a:p>
        </p:txBody>
      </p:sp>
      <p:sp>
        <p:nvSpPr>
          <p:cNvPr id="2942" name="Google Shape;2942;p56"/>
          <p:cNvSpPr txBox="1">
            <a:spLocks noGrp="1"/>
          </p:cNvSpPr>
          <p:nvPr>
            <p:ph type="subTitle" idx="3"/>
          </p:nvPr>
        </p:nvSpPr>
        <p:spPr>
          <a:xfrm>
            <a:off x="4462969" y="2034579"/>
            <a:ext cx="2365800" cy="45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/>
              <a:t>Valor dos Procedimentos</a:t>
            </a:r>
            <a:endParaRPr sz="1400" dirty="0"/>
          </a:p>
        </p:txBody>
      </p:sp>
      <p:sp>
        <p:nvSpPr>
          <p:cNvPr id="2944" name="Google Shape;2944;p56"/>
          <p:cNvSpPr txBox="1">
            <a:spLocks noGrp="1"/>
          </p:cNvSpPr>
          <p:nvPr>
            <p:ph type="subTitle" idx="5"/>
          </p:nvPr>
        </p:nvSpPr>
        <p:spPr>
          <a:xfrm>
            <a:off x="4462969" y="3425913"/>
            <a:ext cx="2365800" cy="45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/>
              <a:t>Estabelecimentos</a:t>
            </a:r>
            <a:endParaRPr sz="1400" dirty="0"/>
          </a:p>
        </p:txBody>
      </p:sp>
      <p:grpSp>
        <p:nvGrpSpPr>
          <p:cNvPr id="2946" name="Google Shape;2946;p56"/>
          <p:cNvGrpSpPr/>
          <p:nvPr/>
        </p:nvGrpSpPr>
        <p:grpSpPr>
          <a:xfrm>
            <a:off x="237550" y="1401506"/>
            <a:ext cx="3652288" cy="2635845"/>
            <a:chOff x="953175" y="956225"/>
            <a:chExt cx="5584475" cy="3821525"/>
          </a:xfrm>
        </p:grpSpPr>
        <p:sp>
          <p:nvSpPr>
            <p:cNvPr id="2947" name="Google Shape;2947;p56"/>
            <p:cNvSpPr/>
            <p:nvPr/>
          </p:nvSpPr>
          <p:spPr>
            <a:xfrm>
              <a:off x="1027650" y="1482825"/>
              <a:ext cx="5400575" cy="3209050"/>
            </a:xfrm>
            <a:custGeom>
              <a:avLst/>
              <a:gdLst/>
              <a:ahLst/>
              <a:cxnLst/>
              <a:rect l="l" t="t" r="r" b="b"/>
              <a:pathLst>
                <a:path w="216023" h="128362" extrusionOk="0">
                  <a:moveTo>
                    <a:pt x="108026" y="1"/>
                  </a:moveTo>
                  <a:cubicBezTo>
                    <a:pt x="48360" y="1"/>
                    <a:pt x="0" y="44409"/>
                    <a:pt x="0" y="99182"/>
                  </a:cubicBezTo>
                  <a:cubicBezTo>
                    <a:pt x="0" y="109334"/>
                    <a:pt x="1672" y="119121"/>
                    <a:pt x="4742" y="128331"/>
                  </a:cubicBezTo>
                  <a:lnTo>
                    <a:pt x="211281" y="128331"/>
                  </a:lnTo>
                  <a:lnTo>
                    <a:pt x="211281" y="128361"/>
                  </a:lnTo>
                  <a:cubicBezTo>
                    <a:pt x="214351" y="119121"/>
                    <a:pt x="216022" y="109364"/>
                    <a:pt x="216022" y="99212"/>
                  </a:cubicBezTo>
                  <a:cubicBezTo>
                    <a:pt x="216022" y="44439"/>
                    <a:pt x="167663" y="1"/>
                    <a:pt x="108026" y="1"/>
                  </a:cubicBezTo>
                  <a:close/>
                </a:path>
              </a:pathLst>
            </a:custGeom>
            <a:solidFill>
              <a:srgbClr val="6FA0A4">
                <a:alpha val="31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56"/>
            <p:cNvSpPr/>
            <p:nvPr/>
          </p:nvSpPr>
          <p:spPr>
            <a:xfrm>
              <a:off x="1105150" y="1569925"/>
              <a:ext cx="3228050" cy="3129550"/>
            </a:xfrm>
            <a:custGeom>
              <a:avLst/>
              <a:gdLst/>
              <a:ahLst/>
              <a:cxnLst/>
              <a:rect l="l" t="t" r="r" b="b"/>
              <a:pathLst>
                <a:path w="129122" h="125182" extrusionOk="0">
                  <a:moveTo>
                    <a:pt x="58098" y="1"/>
                  </a:moveTo>
                  <a:cubicBezTo>
                    <a:pt x="56632" y="1"/>
                    <a:pt x="55177" y="100"/>
                    <a:pt x="53770" y="529"/>
                  </a:cubicBezTo>
                  <a:cubicBezTo>
                    <a:pt x="53223" y="681"/>
                    <a:pt x="52707" y="894"/>
                    <a:pt x="52129" y="985"/>
                  </a:cubicBezTo>
                  <a:cubicBezTo>
                    <a:pt x="51810" y="1026"/>
                    <a:pt x="51495" y="1041"/>
                    <a:pt x="51182" y="1041"/>
                  </a:cubicBezTo>
                  <a:cubicBezTo>
                    <a:pt x="50272" y="1041"/>
                    <a:pt x="49383" y="912"/>
                    <a:pt x="48469" y="912"/>
                  </a:cubicBezTo>
                  <a:cubicBezTo>
                    <a:pt x="48054" y="912"/>
                    <a:pt x="47634" y="939"/>
                    <a:pt x="47205" y="1015"/>
                  </a:cubicBezTo>
                  <a:cubicBezTo>
                    <a:pt x="45716" y="1289"/>
                    <a:pt x="44317" y="1684"/>
                    <a:pt x="42889" y="2201"/>
                  </a:cubicBezTo>
                  <a:cubicBezTo>
                    <a:pt x="39971" y="3295"/>
                    <a:pt x="37266" y="4906"/>
                    <a:pt x="34895" y="6851"/>
                  </a:cubicBezTo>
                  <a:cubicBezTo>
                    <a:pt x="30214" y="10712"/>
                    <a:pt x="26627" y="16092"/>
                    <a:pt x="25776" y="22110"/>
                  </a:cubicBezTo>
                  <a:cubicBezTo>
                    <a:pt x="24803" y="28736"/>
                    <a:pt x="27813" y="36092"/>
                    <a:pt x="24469" y="41989"/>
                  </a:cubicBezTo>
                  <a:cubicBezTo>
                    <a:pt x="23496" y="43691"/>
                    <a:pt x="22068" y="45089"/>
                    <a:pt x="20852" y="46700"/>
                  </a:cubicBezTo>
                  <a:cubicBezTo>
                    <a:pt x="17964" y="50530"/>
                    <a:pt x="16232" y="56001"/>
                    <a:pt x="16870" y="60773"/>
                  </a:cubicBezTo>
                  <a:cubicBezTo>
                    <a:pt x="17600" y="66305"/>
                    <a:pt x="18967" y="70530"/>
                    <a:pt x="15745" y="75758"/>
                  </a:cubicBezTo>
                  <a:cubicBezTo>
                    <a:pt x="13952" y="78646"/>
                    <a:pt x="11277" y="80925"/>
                    <a:pt x="9302" y="83661"/>
                  </a:cubicBezTo>
                  <a:cubicBezTo>
                    <a:pt x="6992" y="86853"/>
                    <a:pt x="5320" y="89467"/>
                    <a:pt x="5715" y="93448"/>
                  </a:cubicBezTo>
                  <a:cubicBezTo>
                    <a:pt x="6080" y="97035"/>
                    <a:pt x="7539" y="100835"/>
                    <a:pt x="6049" y="104330"/>
                  </a:cubicBezTo>
                  <a:cubicBezTo>
                    <a:pt x="5502" y="105546"/>
                    <a:pt x="4651" y="106610"/>
                    <a:pt x="3922" y="107704"/>
                  </a:cubicBezTo>
                  <a:cubicBezTo>
                    <a:pt x="791" y="112354"/>
                    <a:pt x="0" y="118373"/>
                    <a:pt x="1703" y="123692"/>
                  </a:cubicBezTo>
                  <a:cubicBezTo>
                    <a:pt x="1855" y="124118"/>
                    <a:pt x="2007" y="124573"/>
                    <a:pt x="2432" y="124817"/>
                  </a:cubicBezTo>
                  <a:cubicBezTo>
                    <a:pt x="2613" y="124907"/>
                    <a:pt x="2805" y="124937"/>
                    <a:pt x="3003" y="124937"/>
                  </a:cubicBezTo>
                  <a:cubicBezTo>
                    <a:pt x="3271" y="124937"/>
                    <a:pt x="3551" y="124882"/>
                    <a:pt x="3830" y="124847"/>
                  </a:cubicBezTo>
                  <a:cubicBezTo>
                    <a:pt x="6080" y="124367"/>
                    <a:pt x="8386" y="124128"/>
                    <a:pt x="10691" y="124128"/>
                  </a:cubicBezTo>
                  <a:cubicBezTo>
                    <a:pt x="13494" y="124128"/>
                    <a:pt x="16296" y="124481"/>
                    <a:pt x="18998" y="125181"/>
                  </a:cubicBezTo>
                  <a:lnTo>
                    <a:pt x="104714" y="112598"/>
                  </a:lnTo>
                  <a:cubicBezTo>
                    <a:pt x="109607" y="110318"/>
                    <a:pt x="113984" y="106914"/>
                    <a:pt x="117389" y="102780"/>
                  </a:cubicBezTo>
                  <a:cubicBezTo>
                    <a:pt x="118817" y="100987"/>
                    <a:pt x="120155" y="98676"/>
                    <a:pt x="119395" y="96488"/>
                  </a:cubicBezTo>
                  <a:cubicBezTo>
                    <a:pt x="118817" y="94938"/>
                    <a:pt x="117267" y="93722"/>
                    <a:pt x="117328" y="92081"/>
                  </a:cubicBezTo>
                  <a:cubicBezTo>
                    <a:pt x="117449" y="90105"/>
                    <a:pt x="119760" y="89193"/>
                    <a:pt x="121523" y="88220"/>
                  </a:cubicBezTo>
                  <a:cubicBezTo>
                    <a:pt x="129121" y="83965"/>
                    <a:pt x="127298" y="73235"/>
                    <a:pt x="122769" y="67430"/>
                  </a:cubicBezTo>
                  <a:cubicBezTo>
                    <a:pt x="120337" y="64329"/>
                    <a:pt x="116568" y="62293"/>
                    <a:pt x="112617" y="61928"/>
                  </a:cubicBezTo>
                  <a:cubicBezTo>
                    <a:pt x="109668" y="61655"/>
                    <a:pt x="106233" y="62202"/>
                    <a:pt x="104045" y="60165"/>
                  </a:cubicBezTo>
                  <a:cubicBezTo>
                    <a:pt x="102252" y="58585"/>
                    <a:pt x="102039" y="55971"/>
                    <a:pt x="100884" y="53873"/>
                  </a:cubicBezTo>
                  <a:cubicBezTo>
                    <a:pt x="99850" y="51958"/>
                    <a:pt x="98027" y="50499"/>
                    <a:pt x="95899" y="49831"/>
                  </a:cubicBezTo>
                  <a:cubicBezTo>
                    <a:pt x="94227" y="49344"/>
                    <a:pt x="92464" y="49375"/>
                    <a:pt x="90823" y="48858"/>
                  </a:cubicBezTo>
                  <a:cubicBezTo>
                    <a:pt x="87692" y="47825"/>
                    <a:pt x="85534" y="44815"/>
                    <a:pt x="84713" y="41685"/>
                  </a:cubicBezTo>
                  <a:cubicBezTo>
                    <a:pt x="83589" y="37581"/>
                    <a:pt x="84075" y="33174"/>
                    <a:pt x="83437" y="28979"/>
                  </a:cubicBezTo>
                  <a:cubicBezTo>
                    <a:pt x="82920" y="25453"/>
                    <a:pt x="82312" y="21867"/>
                    <a:pt x="81339" y="18432"/>
                  </a:cubicBezTo>
                  <a:cubicBezTo>
                    <a:pt x="79516" y="11897"/>
                    <a:pt x="76263" y="5453"/>
                    <a:pt x="69941" y="2201"/>
                  </a:cubicBezTo>
                  <a:cubicBezTo>
                    <a:pt x="67327" y="863"/>
                    <a:pt x="64409" y="104"/>
                    <a:pt x="61491" y="73"/>
                  </a:cubicBezTo>
                  <a:cubicBezTo>
                    <a:pt x="60366" y="60"/>
                    <a:pt x="59229" y="1"/>
                    <a:pt x="58098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56"/>
            <p:cNvSpPr/>
            <p:nvPr/>
          </p:nvSpPr>
          <p:spPr>
            <a:xfrm>
              <a:off x="2297425" y="1640650"/>
              <a:ext cx="1897475" cy="2465025"/>
            </a:xfrm>
            <a:custGeom>
              <a:avLst/>
              <a:gdLst/>
              <a:ahLst/>
              <a:cxnLst/>
              <a:rect l="l" t="t" r="r" b="b"/>
              <a:pathLst>
                <a:path w="75899" h="98601" extrusionOk="0">
                  <a:moveTo>
                    <a:pt x="12440" y="0"/>
                  </a:moveTo>
                  <a:cubicBezTo>
                    <a:pt x="9193" y="0"/>
                    <a:pt x="5947" y="581"/>
                    <a:pt x="2827" y="1378"/>
                  </a:cubicBezTo>
                  <a:lnTo>
                    <a:pt x="0" y="54540"/>
                  </a:lnTo>
                  <a:cubicBezTo>
                    <a:pt x="3678" y="57914"/>
                    <a:pt x="7508" y="61622"/>
                    <a:pt x="8542" y="66516"/>
                  </a:cubicBezTo>
                  <a:cubicBezTo>
                    <a:pt x="8997" y="68704"/>
                    <a:pt x="8846" y="70984"/>
                    <a:pt x="8785" y="73233"/>
                  </a:cubicBezTo>
                  <a:cubicBezTo>
                    <a:pt x="8694" y="75999"/>
                    <a:pt x="8815" y="78826"/>
                    <a:pt x="9089" y="81592"/>
                  </a:cubicBezTo>
                  <a:cubicBezTo>
                    <a:pt x="9241" y="83112"/>
                    <a:pt x="9423" y="84631"/>
                    <a:pt x="10001" y="86030"/>
                  </a:cubicBezTo>
                  <a:cubicBezTo>
                    <a:pt x="10943" y="88401"/>
                    <a:pt x="12827" y="90255"/>
                    <a:pt x="14864" y="91774"/>
                  </a:cubicBezTo>
                  <a:cubicBezTo>
                    <a:pt x="21538" y="96780"/>
                    <a:pt x="30092" y="98600"/>
                    <a:pt x="38462" y="98600"/>
                  </a:cubicBezTo>
                  <a:cubicBezTo>
                    <a:pt x="38935" y="98600"/>
                    <a:pt x="39408" y="98594"/>
                    <a:pt x="39880" y="98583"/>
                  </a:cubicBezTo>
                  <a:cubicBezTo>
                    <a:pt x="44956" y="98431"/>
                    <a:pt x="50275" y="97550"/>
                    <a:pt x="54226" y="94388"/>
                  </a:cubicBezTo>
                  <a:cubicBezTo>
                    <a:pt x="56597" y="92504"/>
                    <a:pt x="58360" y="89829"/>
                    <a:pt x="60761" y="87945"/>
                  </a:cubicBezTo>
                  <a:cubicBezTo>
                    <a:pt x="63071" y="86060"/>
                    <a:pt x="65989" y="84935"/>
                    <a:pt x="68968" y="84753"/>
                  </a:cubicBezTo>
                  <a:cubicBezTo>
                    <a:pt x="71278" y="84601"/>
                    <a:pt x="72221" y="84601"/>
                    <a:pt x="73467" y="82656"/>
                  </a:cubicBezTo>
                  <a:cubicBezTo>
                    <a:pt x="74622" y="80893"/>
                    <a:pt x="75503" y="79008"/>
                    <a:pt x="75655" y="76881"/>
                  </a:cubicBezTo>
                  <a:cubicBezTo>
                    <a:pt x="75898" y="72716"/>
                    <a:pt x="73284" y="68795"/>
                    <a:pt x="69910" y="66394"/>
                  </a:cubicBezTo>
                  <a:cubicBezTo>
                    <a:pt x="66537" y="63993"/>
                    <a:pt x="62372" y="62868"/>
                    <a:pt x="58360" y="61865"/>
                  </a:cubicBezTo>
                  <a:cubicBezTo>
                    <a:pt x="56871" y="61500"/>
                    <a:pt x="55351" y="61136"/>
                    <a:pt x="54135" y="60285"/>
                  </a:cubicBezTo>
                  <a:cubicBezTo>
                    <a:pt x="50184" y="57427"/>
                    <a:pt x="49880" y="51105"/>
                    <a:pt x="44074" y="50649"/>
                  </a:cubicBezTo>
                  <a:cubicBezTo>
                    <a:pt x="41916" y="50467"/>
                    <a:pt x="40579" y="50923"/>
                    <a:pt x="38664" y="49403"/>
                  </a:cubicBezTo>
                  <a:cubicBezTo>
                    <a:pt x="36688" y="47853"/>
                    <a:pt x="35259" y="45452"/>
                    <a:pt x="34348" y="43142"/>
                  </a:cubicBezTo>
                  <a:cubicBezTo>
                    <a:pt x="32797" y="39342"/>
                    <a:pt x="32402" y="35208"/>
                    <a:pt x="32037" y="31135"/>
                  </a:cubicBezTo>
                  <a:cubicBezTo>
                    <a:pt x="31642" y="27184"/>
                    <a:pt x="31186" y="23202"/>
                    <a:pt x="30913" y="19251"/>
                  </a:cubicBezTo>
                  <a:cubicBezTo>
                    <a:pt x="30700" y="16089"/>
                    <a:pt x="30822" y="13840"/>
                    <a:pt x="29515" y="10801"/>
                  </a:cubicBezTo>
                  <a:cubicBezTo>
                    <a:pt x="28724" y="8916"/>
                    <a:pt x="27721" y="7062"/>
                    <a:pt x="26414" y="5542"/>
                  </a:cubicBezTo>
                  <a:cubicBezTo>
                    <a:pt x="23618" y="2411"/>
                    <a:pt x="19484" y="648"/>
                    <a:pt x="15320" y="162"/>
                  </a:cubicBezTo>
                  <a:cubicBezTo>
                    <a:pt x="14362" y="51"/>
                    <a:pt x="13401" y="0"/>
                    <a:pt x="12440" y="0"/>
                  </a:cubicBezTo>
                  <a:close/>
                </a:path>
              </a:pathLst>
            </a:custGeom>
            <a:solidFill>
              <a:srgbClr val="E2BA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56"/>
            <p:cNvSpPr/>
            <p:nvPr/>
          </p:nvSpPr>
          <p:spPr>
            <a:xfrm>
              <a:off x="1365800" y="2704725"/>
              <a:ext cx="427825" cy="2055550"/>
            </a:xfrm>
            <a:custGeom>
              <a:avLst/>
              <a:gdLst/>
              <a:ahLst/>
              <a:cxnLst/>
              <a:rect l="l" t="t" r="r" b="b"/>
              <a:pathLst>
                <a:path w="17113" h="82222" extrusionOk="0">
                  <a:moveTo>
                    <a:pt x="17113" y="1"/>
                  </a:moveTo>
                  <a:cubicBezTo>
                    <a:pt x="17113" y="1"/>
                    <a:pt x="17052" y="31"/>
                    <a:pt x="16931" y="153"/>
                  </a:cubicBezTo>
                  <a:cubicBezTo>
                    <a:pt x="16779" y="305"/>
                    <a:pt x="16627" y="457"/>
                    <a:pt x="16444" y="609"/>
                  </a:cubicBezTo>
                  <a:cubicBezTo>
                    <a:pt x="16019" y="1034"/>
                    <a:pt x="15411" y="1703"/>
                    <a:pt x="14773" y="2615"/>
                  </a:cubicBezTo>
                  <a:cubicBezTo>
                    <a:pt x="14073" y="3527"/>
                    <a:pt x="13374" y="4743"/>
                    <a:pt x="12706" y="6232"/>
                  </a:cubicBezTo>
                  <a:cubicBezTo>
                    <a:pt x="12067" y="7721"/>
                    <a:pt x="11490" y="9515"/>
                    <a:pt x="11247" y="11521"/>
                  </a:cubicBezTo>
                  <a:cubicBezTo>
                    <a:pt x="11125" y="12554"/>
                    <a:pt x="11003" y="13618"/>
                    <a:pt x="11034" y="14712"/>
                  </a:cubicBezTo>
                  <a:cubicBezTo>
                    <a:pt x="11095" y="15807"/>
                    <a:pt x="11186" y="16992"/>
                    <a:pt x="11429" y="18178"/>
                  </a:cubicBezTo>
                  <a:cubicBezTo>
                    <a:pt x="11855" y="20518"/>
                    <a:pt x="12614" y="22950"/>
                    <a:pt x="12858" y="25624"/>
                  </a:cubicBezTo>
                  <a:cubicBezTo>
                    <a:pt x="13131" y="28238"/>
                    <a:pt x="12766" y="31096"/>
                    <a:pt x="11581" y="33710"/>
                  </a:cubicBezTo>
                  <a:cubicBezTo>
                    <a:pt x="11003" y="35047"/>
                    <a:pt x="10213" y="36263"/>
                    <a:pt x="9271" y="37418"/>
                  </a:cubicBezTo>
                  <a:cubicBezTo>
                    <a:pt x="8298" y="38573"/>
                    <a:pt x="7234" y="39667"/>
                    <a:pt x="6171" y="40761"/>
                  </a:cubicBezTo>
                  <a:cubicBezTo>
                    <a:pt x="5107" y="41916"/>
                    <a:pt x="4104" y="43041"/>
                    <a:pt x="3253" y="44348"/>
                  </a:cubicBezTo>
                  <a:cubicBezTo>
                    <a:pt x="2462" y="45625"/>
                    <a:pt x="1824" y="47053"/>
                    <a:pt x="1581" y="48512"/>
                  </a:cubicBezTo>
                  <a:cubicBezTo>
                    <a:pt x="1459" y="49242"/>
                    <a:pt x="1459" y="50002"/>
                    <a:pt x="1581" y="50731"/>
                  </a:cubicBezTo>
                  <a:cubicBezTo>
                    <a:pt x="1702" y="51461"/>
                    <a:pt x="1915" y="52160"/>
                    <a:pt x="2219" y="52829"/>
                  </a:cubicBezTo>
                  <a:cubicBezTo>
                    <a:pt x="2797" y="54105"/>
                    <a:pt x="3557" y="55291"/>
                    <a:pt x="4104" y="56476"/>
                  </a:cubicBezTo>
                  <a:cubicBezTo>
                    <a:pt x="4620" y="57692"/>
                    <a:pt x="4894" y="58938"/>
                    <a:pt x="4864" y="60184"/>
                  </a:cubicBezTo>
                  <a:cubicBezTo>
                    <a:pt x="4803" y="61430"/>
                    <a:pt x="4590" y="62616"/>
                    <a:pt x="4256" y="63771"/>
                  </a:cubicBezTo>
                  <a:cubicBezTo>
                    <a:pt x="3557" y="66051"/>
                    <a:pt x="2493" y="67966"/>
                    <a:pt x="1702" y="69850"/>
                  </a:cubicBezTo>
                  <a:cubicBezTo>
                    <a:pt x="912" y="71704"/>
                    <a:pt x="304" y="73497"/>
                    <a:pt x="152" y="75078"/>
                  </a:cubicBezTo>
                  <a:cubicBezTo>
                    <a:pt x="0" y="76719"/>
                    <a:pt x="183" y="78118"/>
                    <a:pt x="547" y="79181"/>
                  </a:cubicBezTo>
                  <a:cubicBezTo>
                    <a:pt x="942" y="80276"/>
                    <a:pt x="1459" y="81005"/>
                    <a:pt x="1854" y="81461"/>
                  </a:cubicBezTo>
                  <a:cubicBezTo>
                    <a:pt x="1976" y="81583"/>
                    <a:pt x="2037" y="81644"/>
                    <a:pt x="2128" y="81765"/>
                  </a:cubicBezTo>
                  <a:cubicBezTo>
                    <a:pt x="2189" y="81856"/>
                    <a:pt x="2280" y="81887"/>
                    <a:pt x="2341" y="81947"/>
                  </a:cubicBezTo>
                  <a:cubicBezTo>
                    <a:pt x="2584" y="82191"/>
                    <a:pt x="2645" y="82221"/>
                    <a:pt x="2645" y="82221"/>
                  </a:cubicBezTo>
                  <a:cubicBezTo>
                    <a:pt x="2645" y="82221"/>
                    <a:pt x="2614" y="82160"/>
                    <a:pt x="2493" y="82039"/>
                  </a:cubicBezTo>
                  <a:lnTo>
                    <a:pt x="2310" y="81856"/>
                  </a:lnTo>
                  <a:cubicBezTo>
                    <a:pt x="2250" y="81765"/>
                    <a:pt x="2158" y="81644"/>
                    <a:pt x="2037" y="81552"/>
                  </a:cubicBezTo>
                  <a:cubicBezTo>
                    <a:pt x="1672" y="81096"/>
                    <a:pt x="1186" y="80367"/>
                    <a:pt x="821" y="79273"/>
                  </a:cubicBezTo>
                  <a:cubicBezTo>
                    <a:pt x="487" y="78209"/>
                    <a:pt x="304" y="76780"/>
                    <a:pt x="487" y="75230"/>
                  </a:cubicBezTo>
                  <a:cubicBezTo>
                    <a:pt x="669" y="73649"/>
                    <a:pt x="1277" y="71917"/>
                    <a:pt x="2067" y="70063"/>
                  </a:cubicBezTo>
                  <a:cubicBezTo>
                    <a:pt x="2888" y="68209"/>
                    <a:pt x="3952" y="66263"/>
                    <a:pt x="4681" y="63953"/>
                  </a:cubicBezTo>
                  <a:cubicBezTo>
                    <a:pt x="5016" y="62798"/>
                    <a:pt x="5289" y="61552"/>
                    <a:pt x="5319" y="60245"/>
                  </a:cubicBezTo>
                  <a:cubicBezTo>
                    <a:pt x="5350" y="58968"/>
                    <a:pt x="5107" y="57601"/>
                    <a:pt x="4560" y="56385"/>
                  </a:cubicBezTo>
                  <a:cubicBezTo>
                    <a:pt x="4012" y="55139"/>
                    <a:pt x="3253" y="53984"/>
                    <a:pt x="2675" y="52707"/>
                  </a:cubicBezTo>
                  <a:cubicBezTo>
                    <a:pt x="2432" y="52069"/>
                    <a:pt x="2189" y="51400"/>
                    <a:pt x="2067" y="50731"/>
                  </a:cubicBezTo>
                  <a:cubicBezTo>
                    <a:pt x="1976" y="50032"/>
                    <a:pt x="2006" y="49333"/>
                    <a:pt x="2067" y="48634"/>
                  </a:cubicBezTo>
                  <a:cubicBezTo>
                    <a:pt x="2310" y="47236"/>
                    <a:pt x="2918" y="45868"/>
                    <a:pt x="3678" y="44622"/>
                  </a:cubicBezTo>
                  <a:cubicBezTo>
                    <a:pt x="4468" y="43345"/>
                    <a:pt x="5502" y="42220"/>
                    <a:pt x="6535" y="41126"/>
                  </a:cubicBezTo>
                  <a:cubicBezTo>
                    <a:pt x="7599" y="40002"/>
                    <a:pt x="8663" y="38907"/>
                    <a:pt x="9636" y="37722"/>
                  </a:cubicBezTo>
                  <a:cubicBezTo>
                    <a:pt x="10578" y="36567"/>
                    <a:pt x="11429" y="35260"/>
                    <a:pt x="12007" y="33922"/>
                  </a:cubicBezTo>
                  <a:cubicBezTo>
                    <a:pt x="13222" y="31217"/>
                    <a:pt x="13587" y="28299"/>
                    <a:pt x="13283" y="25624"/>
                  </a:cubicBezTo>
                  <a:cubicBezTo>
                    <a:pt x="12979" y="22919"/>
                    <a:pt x="12219" y="20488"/>
                    <a:pt x="11794" y="18117"/>
                  </a:cubicBezTo>
                  <a:cubicBezTo>
                    <a:pt x="11338" y="15807"/>
                    <a:pt x="11277" y="13557"/>
                    <a:pt x="11551" y="11582"/>
                  </a:cubicBezTo>
                  <a:cubicBezTo>
                    <a:pt x="11794" y="9606"/>
                    <a:pt x="12341" y="7843"/>
                    <a:pt x="12949" y="6354"/>
                  </a:cubicBezTo>
                  <a:cubicBezTo>
                    <a:pt x="13587" y="4864"/>
                    <a:pt x="14286" y="3679"/>
                    <a:pt x="14925" y="2737"/>
                  </a:cubicBezTo>
                  <a:cubicBezTo>
                    <a:pt x="15563" y="1825"/>
                    <a:pt x="16140" y="1156"/>
                    <a:pt x="16505" y="700"/>
                  </a:cubicBezTo>
                  <a:cubicBezTo>
                    <a:pt x="16657" y="487"/>
                    <a:pt x="16809" y="335"/>
                    <a:pt x="16961" y="183"/>
                  </a:cubicBezTo>
                  <a:cubicBezTo>
                    <a:pt x="17083" y="92"/>
                    <a:pt x="17113" y="1"/>
                    <a:pt x="17113" y="1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56"/>
            <p:cNvSpPr/>
            <p:nvPr/>
          </p:nvSpPr>
          <p:spPr>
            <a:xfrm>
              <a:off x="1808050" y="2710825"/>
              <a:ext cx="133775" cy="1315475"/>
            </a:xfrm>
            <a:custGeom>
              <a:avLst/>
              <a:gdLst/>
              <a:ahLst/>
              <a:cxnLst/>
              <a:rect l="l" t="t" r="r" b="b"/>
              <a:pathLst>
                <a:path w="5351" h="52619" extrusionOk="0">
                  <a:moveTo>
                    <a:pt x="4256" y="0"/>
                  </a:moveTo>
                  <a:lnTo>
                    <a:pt x="4256" y="0"/>
                  </a:lnTo>
                  <a:cubicBezTo>
                    <a:pt x="4256" y="0"/>
                    <a:pt x="4104" y="152"/>
                    <a:pt x="3922" y="395"/>
                  </a:cubicBezTo>
                  <a:cubicBezTo>
                    <a:pt x="3678" y="699"/>
                    <a:pt x="3374" y="1155"/>
                    <a:pt x="3010" y="1733"/>
                  </a:cubicBezTo>
                  <a:cubicBezTo>
                    <a:pt x="2675" y="2341"/>
                    <a:pt x="2250" y="3101"/>
                    <a:pt x="1855" y="4012"/>
                  </a:cubicBezTo>
                  <a:cubicBezTo>
                    <a:pt x="1490" y="4924"/>
                    <a:pt x="1095" y="6018"/>
                    <a:pt x="852" y="7234"/>
                  </a:cubicBezTo>
                  <a:cubicBezTo>
                    <a:pt x="274" y="9666"/>
                    <a:pt x="122" y="12797"/>
                    <a:pt x="912" y="16019"/>
                  </a:cubicBezTo>
                  <a:cubicBezTo>
                    <a:pt x="1338" y="17660"/>
                    <a:pt x="1976" y="19301"/>
                    <a:pt x="2675" y="20912"/>
                  </a:cubicBezTo>
                  <a:cubicBezTo>
                    <a:pt x="3344" y="22584"/>
                    <a:pt x="4074" y="24286"/>
                    <a:pt x="4529" y="26110"/>
                  </a:cubicBezTo>
                  <a:cubicBezTo>
                    <a:pt x="4742" y="27022"/>
                    <a:pt x="4894" y="27934"/>
                    <a:pt x="4894" y="28846"/>
                  </a:cubicBezTo>
                  <a:cubicBezTo>
                    <a:pt x="4955" y="29757"/>
                    <a:pt x="4864" y="30669"/>
                    <a:pt x="4651" y="31520"/>
                  </a:cubicBezTo>
                  <a:cubicBezTo>
                    <a:pt x="4226" y="33223"/>
                    <a:pt x="3496" y="34833"/>
                    <a:pt x="2767" y="36323"/>
                  </a:cubicBezTo>
                  <a:cubicBezTo>
                    <a:pt x="2067" y="37782"/>
                    <a:pt x="1338" y="39210"/>
                    <a:pt x="882" y="40639"/>
                  </a:cubicBezTo>
                  <a:cubicBezTo>
                    <a:pt x="396" y="42037"/>
                    <a:pt x="183" y="43435"/>
                    <a:pt x="122" y="44712"/>
                  </a:cubicBezTo>
                  <a:cubicBezTo>
                    <a:pt x="1" y="47235"/>
                    <a:pt x="487" y="49271"/>
                    <a:pt x="943" y="50578"/>
                  </a:cubicBezTo>
                  <a:cubicBezTo>
                    <a:pt x="1186" y="51247"/>
                    <a:pt x="1399" y="51764"/>
                    <a:pt x="1611" y="52068"/>
                  </a:cubicBezTo>
                  <a:cubicBezTo>
                    <a:pt x="1724" y="52435"/>
                    <a:pt x="1785" y="52618"/>
                    <a:pt x="1817" y="52618"/>
                  </a:cubicBezTo>
                  <a:cubicBezTo>
                    <a:pt x="1820" y="52618"/>
                    <a:pt x="1822" y="52617"/>
                    <a:pt x="1824" y="52615"/>
                  </a:cubicBezTo>
                  <a:cubicBezTo>
                    <a:pt x="1885" y="52615"/>
                    <a:pt x="1490" y="51885"/>
                    <a:pt x="1064" y="50609"/>
                  </a:cubicBezTo>
                  <a:cubicBezTo>
                    <a:pt x="669" y="49271"/>
                    <a:pt x="213" y="47296"/>
                    <a:pt x="396" y="44773"/>
                  </a:cubicBezTo>
                  <a:cubicBezTo>
                    <a:pt x="456" y="43557"/>
                    <a:pt x="700" y="42189"/>
                    <a:pt x="1186" y="40821"/>
                  </a:cubicBezTo>
                  <a:cubicBezTo>
                    <a:pt x="1642" y="39454"/>
                    <a:pt x="2371" y="38055"/>
                    <a:pt x="3131" y="36566"/>
                  </a:cubicBezTo>
                  <a:cubicBezTo>
                    <a:pt x="3830" y="35107"/>
                    <a:pt x="4651" y="33496"/>
                    <a:pt x="5046" y="31703"/>
                  </a:cubicBezTo>
                  <a:cubicBezTo>
                    <a:pt x="5289" y="30852"/>
                    <a:pt x="5350" y="29879"/>
                    <a:pt x="5320" y="28937"/>
                  </a:cubicBezTo>
                  <a:cubicBezTo>
                    <a:pt x="5289" y="27994"/>
                    <a:pt x="5168" y="27052"/>
                    <a:pt x="4894" y="26080"/>
                  </a:cubicBezTo>
                  <a:cubicBezTo>
                    <a:pt x="4438" y="24195"/>
                    <a:pt x="3739" y="22493"/>
                    <a:pt x="3040" y="20821"/>
                  </a:cubicBezTo>
                  <a:cubicBezTo>
                    <a:pt x="2371" y="19149"/>
                    <a:pt x="1703" y="17538"/>
                    <a:pt x="1308" y="15958"/>
                  </a:cubicBezTo>
                  <a:cubicBezTo>
                    <a:pt x="456" y="12766"/>
                    <a:pt x="608" y="9757"/>
                    <a:pt x="1095" y="7325"/>
                  </a:cubicBezTo>
                  <a:cubicBezTo>
                    <a:pt x="1368" y="6110"/>
                    <a:pt x="1703" y="5046"/>
                    <a:pt x="2067" y="4134"/>
                  </a:cubicBezTo>
                  <a:cubicBezTo>
                    <a:pt x="2402" y="3222"/>
                    <a:pt x="2827" y="2462"/>
                    <a:pt x="3131" y="1854"/>
                  </a:cubicBezTo>
                  <a:cubicBezTo>
                    <a:pt x="3466" y="1246"/>
                    <a:pt x="3739" y="790"/>
                    <a:pt x="3952" y="486"/>
                  </a:cubicBezTo>
                  <a:cubicBezTo>
                    <a:pt x="4134" y="183"/>
                    <a:pt x="4256" y="0"/>
                    <a:pt x="4256" y="0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56"/>
            <p:cNvSpPr/>
            <p:nvPr/>
          </p:nvSpPr>
          <p:spPr>
            <a:xfrm>
              <a:off x="2900775" y="2801250"/>
              <a:ext cx="718875" cy="671350"/>
            </a:xfrm>
            <a:custGeom>
              <a:avLst/>
              <a:gdLst/>
              <a:ahLst/>
              <a:cxnLst/>
              <a:rect l="l" t="t" r="r" b="b"/>
              <a:pathLst>
                <a:path w="28755" h="26854" extrusionOk="0">
                  <a:moveTo>
                    <a:pt x="365" y="0"/>
                  </a:moveTo>
                  <a:cubicBezTo>
                    <a:pt x="365" y="0"/>
                    <a:pt x="335" y="152"/>
                    <a:pt x="305" y="456"/>
                  </a:cubicBezTo>
                  <a:cubicBezTo>
                    <a:pt x="274" y="760"/>
                    <a:pt x="213" y="1216"/>
                    <a:pt x="183" y="1824"/>
                  </a:cubicBezTo>
                  <a:cubicBezTo>
                    <a:pt x="122" y="3009"/>
                    <a:pt x="1" y="4712"/>
                    <a:pt x="61" y="6809"/>
                  </a:cubicBezTo>
                  <a:cubicBezTo>
                    <a:pt x="183" y="8906"/>
                    <a:pt x="578" y="11490"/>
                    <a:pt x="1855" y="13982"/>
                  </a:cubicBezTo>
                  <a:cubicBezTo>
                    <a:pt x="2189" y="14590"/>
                    <a:pt x="2615" y="15198"/>
                    <a:pt x="3192" y="15745"/>
                  </a:cubicBezTo>
                  <a:cubicBezTo>
                    <a:pt x="3435" y="16019"/>
                    <a:pt x="3800" y="16231"/>
                    <a:pt x="4134" y="16383"/>
                  </a:cubicBezTo>
                  <a:cubicBezTo>
                    <a:pt x="4317" y="16475"/>
                    <a:pt x="4469" y="16535"/>
                    <a:pt x="4651" y="16627"/>
                  </a:cubicBezTo>
                  <a:lnTo>
                    <a:pt x="4925" y="16687"/>
                  </a:lnTo>
                  <a:lnTo>
                    <a:pt x="5229" y="16718"/>
                  </a:lnTo>
                  <a:cubicBezTo>
                    <a:pt x="5525" y="16773"/>
                    <a:pt x="5818" y="16796"/>
                    <a:pt x="6107" y="16796"/>
                  </a:cubicBezTo>
                  <a:cubicBezTo>
                    <a:pt x="6617" y="16796"/>
                    <a:pt x="7114" y="16724"/>
                    <a:pt x="7599" y="16627"/>
                  </a:cubicBezTo>
                  <a:cubicBezTo>
                    <a:pt x="8359" y="16475"/>
                    <a:pt x="9150" y="16231"/>
                    <a:pt x="9910" y="16049"/>
                  </a:cubicBezTo>
                  <a:cubicBezTo>
                    <a:pt x="10535" y="15899"/>
                    <a:pt x="11181" y="15790"/>
                    <a:pt x="11796" y="15790"/>
                  </a:cubicBezTo>
                  <a:cubicBezTo>
                    <a:pt x="11929" y="15790"/>
                    <a:pt x="12060" y="15795"/>
                    <a:pt x="12189" y="15806"/>
                  </a:cubicBezTo>
                  <a:cubicBezTo>
                    <a:pt x="12949" y="15897"/>
                    <a:pt x="13648" y="16110"/>
                    <a:pt x="14226" y="16535"/>
                  </a:cubicBezTo>
                  <a:cubicBezTo>
                    <a:pt x="15442" y="17326"/>
                    <a:pt x="16293" y="18542"/>
                    <a:pt x="17053" y="19697"/>
                  </a:cubicBezTo>
                  <a:cubicBezTo>
                    <a:pt x="17812" y="20821"/>
                    <a:pt x="18542" y="21976"/>
                    <a:pt x="19393" y="22888"/>
                  </a:cubicBezTo>
                  <a:cubicBezTo>
                    <a:pt x="20244" y="23800"/>
                    <a:pt x="21186" y="24529"/>
                    <a:pt x="22098" y="25077"/>
                  </a:cubicBezTo>
                  <a:cubicBezTo>
                    <a:pt x="23922" y="26201"/>
                    <a:pt x="25624" y="26596"/>
                    <a:pt x="26810" y="26748"/>
                  </a:cubicBezTo>
                  <a:cubicBezTo>
                    <a:pt x="27114" y="26809"/>
                    <a:pt x="27387" y="26840"/>
                    <a:pt x="27600" y="26840"/>
                  </a:cubicBezTo>
                  <a:cubicBezTo>
                    <a:pt x="27762" y="26840"/>
                    <a:pt x="27897" y="26853"/>
                    <a:pt x="28014" y="26853"/>
                  </a:cubicBezTo>
                  <a:cubicBezTo>
                    <a:pt x="28073" y="26853"/>
                    <a:pt x="28127" y="26850"/>
                    <a:pt x="28177" y="26840"/>
                  </a:cubicBezTo>
                  <a:cubicBezTo>
                    <a:pt x="28603" y="26809"/>
                    <a:pt x="28755" y="26809"/>
                    <a:pt x="28755" y="26809"/>
                  </a:cubicBezTo>
                  <a:cubicBezTo>
                    <a:pt x="28755" y="26748"/>
                    <a:pt x="28117" y="26748"/>
                    <a:pt x="26931" y="26566"/>
                  </a:cubicBezTo>
                  <a:cubicBezTo>
                    <a:pt x="25807" y="26384"/>
                    <a:pt x="24135" y="25928"/>
                    <a:pt x="22372" y="24833"/>
                  </a:cubicBezTo>
                  <a:cubicBezTo>
                    <a:pt x="21490" y="24286"/>
                    <a:pt x="20578" y="23557"/>
                    <a:pt x="19788" y="22645"/>
                  </a:cubicBezTo>
                  <a:cubicBezTo>
                    <a:pt x="18967" y="21733"/>
                    <a:pt x="18268" y="20639"/>
                    <a:pt x="17508" y="19453"/>
                  </a:cubicBezTo>
                  <a:cubicBezTo>
                    <a:pt x="17113" y="18906"/>
                    <a:pt x="16718" y="18298"/>
                    <a:pt x="16262" y="17721"/>
                  </a:cubicBezTo>
                  <a:cubicBezTo>
                    <a:pt x="15806" y="17143"/>
                    <a:pt x="15229" y="16566"/>
                    <a:pt x="14590" y="16171"/>
                  </a:cubicBezTo>
                  <a:cubicBezTo>
                    <a:pt x="13952" y="15745"/>
                    <a:pt x="13131" y="15441"/>
                    <a:pt x="12341" y="15350"/>
                  </a:cubicBezTo>
                  <a:cubicBezTo>
                    <a:pt x="12216" y="15341"/>
                    <a:pt x="12090" y="15336"/>
                    <a:pt x="11965" y="15336"/>
                  </a:cubicBezTo>
                  <a:cubicBezTo>
                    <a:pt x="11270" y="15336"/>
                    <a:pt x="10579" y="15469"/>
                    <a:pt x="9910" y="15624"/>
                  </a:cubicBezTo>
                  <a:cubicBezTo>
                    <a:pt x="9119" y="15806"/>
                    <a:pt x="8359" y="16049"/>
                    <a:pt x="7599" y="16201"/>
                  </a:cubicBezTo>
                  <a:cubicBezTo>
                    <a:pt x="7083" y="16304"/>
                    <a:pt x="6567" y="16365"/>
                    <a:pt x="6070" y="16365"/>
                  </a:cubicBezTo>
                  <a:cubicBezTo>
                    <a:pt x="5835" y="16365"/>
                    <a:pt x="5605" y="16352"/>
                    <a:pt x="5381" y="16323"/>
                  </a:cubicBezTo>
                  <a:lnTo>
                    <a:pt x="5137" y="16262"/>
                  </a:lnTo>
                  <a:lnTo>
                    <a:pt x="4864" y="16201"/>
                  </a:lnTo>
                  <a:cubicBezTo>
                    <a:pt x="4712" y="16171"/>
                    <a:pt x="4530" y="16079"/>
                    <a:pt x="4378" y="16019"/>
                  </a:cubicBezTo>
                  <a:cubicBezTo>
                    <a:pt x="4074" y="15867"/>
                    <a:pt x="3770" y="15654"/>
                    <a:pt x="3496" y="15441"/>
                  </a:cubicBezTo>
                  <a:cubicBezTo>
                    <a:pt x="2949" y="14985"/>
                    <a:pt x="2584" y="14408"/>
                    <a:pt x="2250" y="13800"/>
                  </a:cubicBezTo>
                  <a:cubicBezTo>
                    <a:pt x="943" y="11368"/>
                    <a:pt x="517" y="8876"/>
                    <a:pt x="365" y="6809"/>
                  </a:cubicBezTo>
                  <a:cubicBezTo>
                    <a:pt x="213" y="4712"/>
                    <a:pt x="305" y="3009"/>
                    <a:pt x="335" y="1824"/>
                  </a:cubicBezTo>
                  <a:cubicBezTo>
                    <a:pt x="335" y="1338"/>
                    <a:pt x="365" y="882"/>
                    <a:pt x="365" y="456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56"/>
            <p:cNvSpPr/>
            <p:nvPr/>
          </p:nvSpPr>
          <p:spPr>
            <a:xfrm>
              <a:off x="3047425" y="2605950"/>
              <a:ext cx="655075" cy="718875"/>
            </a:xfrm>
            <a:custGeom>
              <a:avLst/>
              <a:gdLst/>
              <a:ahLst/>
              <a:cxnLst/>
              <a:rect l="l" t="t" r="r" b="b"/>
              <a:pathLst>
                <a:path w="26203" h="28755" extrusionOk="0">
                  <a:moveTo>
                    <a:pt x="92" y="1"/>
                  </a:moveTo>
                  <a:cubicBezTo>
                    <a:pt x="92" y="1"/>
                    <a:pt x="62" y="153"/>
                    <a:pt x="62" y="457"/>
                  </a:cubicBezTo>
                  <a:cubicBezTo>
                    <a:pt x="62" y="760"/>
                    <a:pt x="1" y="1186"/>
                    <a:pt x="1" y="1703"/>
                  </a:cubicBezTo>
                  <a:cubicBezTo>
                    <a:pt x="1" y="2797"/>
                    <a:pt x="1" y="4378"/>
                    <a:pt x="274" y="6292"/>
                  </a:cubicBezTo>
                  <a:cubicBezTo>
                    <a:pt x="426" y="7296"/>
                    <a:pt x="609" y="8329"/>
                    <a:pt x="1004" y="9423"/>
                  </a:cubicBezTo>
                  <a:cubicBezTo>
                    <a:pt x="1369" y="10517"/>
                    <a:pt x="1916" y="11672"/>
                    <a:pt x="2676" y="12736"/>
                  </a:cubicBezTo>
                  <a:cubicBezTo>
                    <a:pt x="3436" y="13800"/>
                    <a:pt x="4408" y="14773"/>
                    <a:pt x="5715" y="15472"/>
                  </a:cubicBezTo>
                  <a:cubicBezTo>
                    <a:pt x="6962" y="16141"/>
                    <a:pt x="8451" y="16475"/>
                    <a:pt x="9940" y="16718"/>
                  </a:cubicBezTo>
                  <a:cubicBezTo>
                    <a:pt x="11399" y="16931"/>
                    <a:pt x="12828" y="17144"/>
                    <a:pt x="14105" y="17660"/>
                  </a:cubicBezTo>
                  <a:cubicBezTo>
                    <a:pt x="14743" y="17934"/>
                    <a:pt x="15320" y="18238"/>
                    <a:pt x="15867" y="18663"/>
                  </a:cubicBezTo>
                  <a:cubicBezTo>
                    <a:pt x="16384" y="19059"/>
                    <a:pt x="16810" y="19515"/>
                    <a:pt x="17235" y="20031"/>
                  </a:cubicBezTo>
                  <a:cubicBezTo>
                    <a:pt x="18785" y="22037"/>
                    <a:pt x="19667" y="24226"/>
                    <a:pt x="20913" y="25746"/>
                  </a:cubicBezTo>
                  <a:cubicBezTo>
                    <a:pt x="22099" y="27326"/>
                    <a:pt x="23497" y="28268"/>
                    <a:pt x="24561" y="28572"/>
                  </a:cubicBezTo>
                  <a:cubicBezTo>
                    <a:pt x="24834" y="28633"/>
                    <a:pt x="25047" y="28694"/>
                    <a:pt x="25290" y="28724"/>
                  </a:cubicBezTo>
                  <a:cubicBezTo>
                    <a:pt x="25503" y="28724"/>
                    <a:pt x="25655" y="28755"/>
                    <a:pt x="25807" y="28755"/>
                  </a:cubicBezTo>
                  <a:cubicBezTo>
                    <a:pt x="26050" y="28694"/>
                    <a:pt x="26202" y="28694"/>
                    <a:pt x="26202" y="28694"/>
                  </a:cubicBezTo>
                  <a:cubicBezTo>
                    <a:pt x="26202" y="28694"/>
                    <a:pt x="26050" y="28664"/>
                    <a:pt x="25776" y="28664"/>
                  </a:cubicBezTo>
                  <a:cubicBezTo>
                    <a:pt x="25624" y="28664"/>
                    <a:pt x="25473" y="28603"/>
                    <a:pt x="25260" y="28572"/>
                  </a:cubicBezTo>
                  <a:cubicBezTo>
                    <a:pt x="25047" y="28542"/>
                    <a:pt x="24834" y="28451"/>
                    <a:pt x="24561" y="28390"/>
                  </a:cubicBezTo>
                  <a:cubicBezTo>
                    <a:pt x="23527" y="28056"/>
                    <a:pt x="22251" y="27083"/>
                    <a:pt x="21096" y="25533"/>
                  </a:cubicBezTo>
                  <a:cubicBezTo>
                    <a:pt x="20518" y="24773"/>
                    <a:pt x="20001" y="23861"/>
                    <a:pt x="19454" y="22828"/>
                  </a:cubicBezTo>
                  <a:cubicBezTo>
                    <a:pt x="18907" y="21855"/>
                    <a:pt x="18330" y="20730"/>
                    <a:pt x="17539" y="19727"/>
                  </a:cubicBezTo>
                  <a:cubicBezTo>
                    <a:pt x="17114" y="19180"/>
                    <a:pt x="16658" y="18694"/>
                    <a:pt x="16111" y="18268"/>
                  </a:cubicBezTo>
                  <a:cubicBezTo>
                    <a:pt x="15594" y="17843"/>
                    <a:pt x="14956" y="17478"/>
                    <a:pt x="14287" y="17204"/>
                  </a:cubicBezTo>
                  <a:cubicBezTo>
                    <a:pt x="12980" y="16688"/>
                    <a:pt x="11490" y="16505"/>
                    <a:pt x="10032" y="16232"/>
                  </a:cubicBezTo>
                  <a:cubicBezTo>
                    <a:pt x="8603" y="15989"/>
                    <a:pt x="7144" y="15685"/>
                    <a:pt x="5989" y="15046"/>
                  </a:cubicBezTo>
                  <a:cubicBezTo>
                    <a:pt x="4773" y="14408"/>
                    <a:pt x="3800" y="13435"/>
                    <a:pt x="3040" y="12432"/>
                  </a:cubicBezTo>
                  <a:cubicBezTo>
                    <a:pt x="2281" y="11399"/>
                    <a:pt x="1764" y="10305"/>
                    <a:pt x="1369" y="9271"/>
                  </a:cubicBezTo>
                  <a:cubicBezTo>
                    <a:pt x="1004" y="8207"/>
                    <a:pt x="761" y="7174"/>
                    <a:pt x="609" y="6232"/>
                  </a:cubicBezTo>
                  <a:cubicBezTo>
                    <a:pt x="305" y="4317"/>
                    <a:pt x="274" y="2736"/>
                    <a:pt x="214" y="1672"/>
                  </a:cubicBezTo>
                  <a:cubicBezTo>
                    <a:pt x="153" y="1216"/>
                    <a:pt x="153" y="791"/>
                    <a:pt x="122" y="426"/>
                  </a:cubicBezTo>
                  <a:cubicBezTo>
                    <a:pt x="122" y="122"/>
                    <a:pt x="92" y="1"/>
                    <a:pt x="92" y="1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56"/>
            <p:cNvSpPr/>
            <p:nvPr/>
          </p:nvSpPr>
          <p:spPr>
            <a:xfrm>
              <a:off x="2881025" y="2173225"/>
              <a:ext cx="456725" cy="429750"/>
            </a:xfrm>
            <a:custGeom>
              <a:avLst/>
              <a:gdLst/>
              <a:ahLst/>
              <a:cxnLst/>
              <a:rect l="l" t="t" r="r" b="b"/>
              <a:pathLst>
                <a:path w="18269" h="17190" extrusionOk="0">
                  <a:moveTo>
                    <a:pt x="9900" y="0"/>
                  </a:moveTo>
                  <a:cubicBezTo>
                    <a:pt x="6832" y="0"/>
                    <a:pt x="3740" y="1921"/>
                    <a:pt x="2158" y="5151"/>
                  </a:cubicBezTo>
                  <a:cubicBezTo>
                    <a:pt x="0" y="9498"/>
                    <a:pt x="1398" y="14544"/>
                    <a:pt x="5259" y="16458"/>
                  </a:cubicBezTo>
                  <a:cubicBezTo>
                    <a:pt x="6251" y="16955"/>
                    <a:pt x="7316" y="17190"/>
                    <a:pt x="8385" y="17190"/>
                  </a:cubicBezTo>
                  <a:cubicBezTo>
                    <a:pt x="11440" y="17190"/>
                    <a:pt x="14534" y="15271"/>
                    <a:pt x="16110" y="12051"/>
                  </a:cubicBezTo>
                  <a:cubicBezTo>
                    <a:pt x="18268" y="7705"/>
                    <a:pt x="16870" y="2629"/>
                    <a:pt x="13010" y="714"/>
                  </a:cubicBezTo>
                  <a:cubicBezTo>
                    <a:pt x="12018" y="230"/>
                    <a:pt x="10961" y="0"/>
                    <a:pt x="9900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56"/>
            <p:cNvSpPr/>
            <p:nvPr/>
          </p:nvSpPr>
          <p:spPr>
            <a:xfrm>
              <a:off x="1963075" y="2822525"/>
              <a:ext cx="1609475" cy="1868600"/>
            </a:xfrm>
            <a:custGeom>
              <a:avLst/>
              <a:gdLst/>
              <a:ahLst/>
              <a:cxnLst/>
              <a:rect l="l" t="t" r="r" b="b"/>
              <a:pathLst>
                <a:path w="64379" h="74744" extrusionOk="0">
                  <a:moveTo>
                    <a:pt x="34925" y="0"/>
                  </a:moveTo>
                  <a:lnTo>
                    <a:pt x="19666" y="2219"/>
                  </a:lnTo>
                  <a:lnTo>
                    <a:pt x="11642" y="21247"/>
                  </a:lnTo>
                  <a:lnTo>
                    <a:pt x="0" y="52463"/>
                  </a:lnTo>
                  <a:lnTo>
                    <a:pt x="7447" y="66688"/>
                  </a:lnTo>
                  <a:lnTo>
                    <a:pt x="2888" y="74743"/>
                  </a:lnTo>
                  <a:lnTo>
                    <a:pt x="64378" y="73527"/>
                  </a:lnTo>
                  <a:cubicBezTo>
                    <a:pt x="64378" y="73527"/>
                    <a:pt x="64014" y="36141"/>
                    <a:pt x="62707" y="27995"/>
                  </a:cubicBezTo>
                  <a:cubicBezTo>
                    <a:pt x="61369" y="19879"/>
                    <a:pt x="41703" y="22523"/>
                    <a:pt x="37478" y="18967"/>
                  </a:cubicBezTo>
                  <a:cubicBezTo>
                    <a:pt x="33223" y="15380"/>
                    <a:pt x="34925" y="0"/>
                    <a:pt x="34925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56"/>
            <p:cNvSpPr/>
            <p:nvPr/>
          </p:nvSpPr>
          <p:spPr>
            <a:xfrm>
              <a:off x="3086200" y="2229725"/>
              <a:ext cx="125400" cy="305575"/>
            </a:xfrm>
            <a:custGeom>
              <a:avLst/>
              <a:gdLst/>
              <a:ahLst/>
              <a:cxnLst/>
              <a:rect l="l" t="t" r="r" b="b"/>
              <a:pathLst>
                <a:path w="5016" h="12223" extrusionOk="0">
                  <a:moveTo>
                    <a:pt x="4941" y="0"/>
                  </a:moveTo>
                  <a:cubicBezTo>
                    <a:pt x="4829" y="0"/>
                    <a:pt x="4056" y="187"/>
                    <a:pt x="3100" y="946"/>
                  </a:cubicBezTo>
                  <a:cubicBezTo>
                    <a:pt x="2067" y="1767"/>
                    <a:pt x="1003" y="3317"/>
                    <a:pt x="486" y="5201"/>
                  </a:cubicBezTo>
                  <a:cubicBezTo>
                    <a:pt x="0" y="7147"/>
                    <a:pt x="30" y="8940"/>
                    <a:pt x="152" y="10186"/>
                  </a:cubicBezTo>
                  <a:cubicBezTo>
                    <a:pt x="243" y="11432"/>
                    <a:pt x="365" y="12223"/>
                    <a:pt x="456" y="12223"/>
                  </a:cubicBezTo>
                  <a:cubicBezTo>
                    <a:pt x="517" y="12223"/>
                    <a:pt x="517" y="11432"/>
                    <a:pt x="517" y="10186"/>
                  </a:cubicBezTo>
                  <a:cubicBezTo>
                    <a:pt x="517" y="8940"/>
                    <a:pt x="547" y="7177"/>
                    <a:pt x="1003" y="5353"/>
                  </a:cubicBezTo>
                  <a:cubicBezTo>
                    <a:pt x="1520" y="3530"/>
                    <a:pt x="2462" y="2101"/>
                    <a:pt x="3344" y="1250"/>
                  </a:cubicBezTo>
                  <a:cubicBezTo>
                    <a:pt x="4286" y="338"/>
                    <a:pt x="5015" y="95"/>
                    <a:pt x="4955" y="4"/>
                  </a:cubicBezTo>
                  <a:cubicBezTo>
                    <a:pt x="4955" y="1"/>
                    <a:pt x="4950" y="0"/>
                    <a:pt x="4941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56"/>
            <p:cNvSpPr/>
            <p:nvPr/>
          </p:nvSpPr>
          <p:spPr>
            <a:xfrm>
              <a:off x="3120375" y="2305725"/>
              <a:ext cx="59300" cy="188575"/>
            </a:xfrm>
            <a:custGeom>
              <a:avLst/>
              <a:gdLst/>
              <a:ahLst/>
              <a:cxnLst/>
              <a:rect l="l" t="t" r="r" b="b"/>
              <a:pathLst>
                <a:path w="2372" h="7543" extrusionOk="0">
                  <a:moveTo>
                    <a:pt x="72" y="1"/>
                  </a:moveTo>
                  <a:cubicBezTo>
                    <a:pt x="67" y="1"/>
                    <a:pt x="64" y="1"/>
                    <a:pt x="62" y="3"/>
                  </a:cubicBezTo>
                  <a:cubicBezTo>
                    <a:pt x="1" y="95"/>
                    <a:pt x="305" y="429"/>
                    <a:pt x="670" y="1037"/>
                  </a:cubicBezTo>
                  <a:cubicBezTo>
                    <a:pt x="852" y="1341"/>
                    <a:pt x="1065" y="1705"/>
                    <a:pt x="1217" y="2131"/>
                  </a:cubicBezTo>
                  <a:cubicBezTo>
                    <a:pt x="1369" y="2557"/>
                    <a:pt x="1521" y="3043"/>
                    <a:pt x="1612" y="3590"/>
                  </a:cubicBezTo>
                  <a:cubicBezTo>
                    <a:pt x="1825" y="4654"/>
                    <a:pt x="1825" y="5626"/>
                    <a:pt x="1733" y="6356"/>
                  </a:cubicBezTo>
                  <a:cubicBezTo>
                    <a:pt x="1703" y="7085"/>
                    <a:pt x="1581" y="7481"/>
                    <a:pt x="1673" y="7541"/>
                  </a:cubicBezTo>
                  <a:cubicBezTo>
                    <a:pt x="1675" y="7542"/>
                    <a:pt x="1677" y="7543"/>
                    <a:pt x="1679" y="7543"/>
                  </a:cubicBezTo>
                  <a:cubicBezTo>
                    <a:pt x="1750" y="7543"/>
                    <a:pt x="1982" y="7122"/>
                    <a:pt x="2129" y="6417"/>
                  </a:cubicBezTo>
                  <a:cubicBezTo>
                    <a:pt x="2311" y="5718"/>
                    <a:pt x="2372" y="4654"/>
                    <a:pt x="2159" y="3499"/>
                  </a:cubicBezTo>
                  <a:cubicBezTo>
                    <a:pt x="2037" y="2921"/>
                    <a:pt x="1855" y="2405"/>
                    <a:pt x="1673" y="1949"/>
                  </a:cubicBezTo>
                  <a:cubicBezTo>
                    <a:pt x="1430" y="1493"/>
                    <a:pt x="1217" y="1098"/>
                    <a:pt x="974" y="794"/>
                  </a:cubicBezTo>
                  <a:cubicBezTo>
                    <a:pt x="546" y="223"/>
                    <a:pt x="144" y="1"/>
                    <a:pt x="72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56"/>
            <p:cNvSpPr/>
            <p:nvPr/>
          </p:nvSpPr>
          <p:spPr>
            <a:xfrm>
              <a:off x="2322500" y="2822525"/>
              <a:ext cx="521300" cy="399725"/>
            </a:xfrm>
            <a:custGeom>
              <a:avLst/>
              <a:gdLst/>
              <a:ahLst/>
              <a:cxnLst/>
              <a:rect l="l" t="t" r="r" b="b"/>
              <a:pathLst>
                <a:path w="20852" h="15989" extrusionOk="0">
                  <a:moveTo>
                    <a:pt x="20548" y="0"/>
                  </a:moveTo>
                  <a:lnTo>
                    <a:pt x="5350" y="2219"/>
                  </a:lnTo>
                  <a:lnTo>
                    <a:pt x="0" y="14864"/>
                  </a:lnTo>
                  <a:cubicBezTo>
                    <a:pt x="3236" y="15574"/>
                    <a:pt x="6518" y="15988"/>
                    <a:pt x="9845" y="15988"/>
                  </a:cubicBezTo>
                  <a:cubicBezTo>
                    <a:pt x="10362" y="15988"/>
                    <a:pt x="10880" y="15978"/>
                    <a:pt x="11399" y="15958"/>
                  </a:cubicBezTo>
                  <a:cubicBezTo>
                    <a:pt x="14590" y="15836"/>
                    <a:pt x="17812" y="15259"/>
                    <a:pt x="20852" y="14286"/>
                  </a:cubicBezTo>
                  <a:cubicBezTo>
                    <a:pt x="19606" y="8481"/>
                    <a:pt x="20548" y="0"/>
                    <a:pt x="20548" y="0"/>
                  </a:cubicBezTo>
                  <a:close/>
                </a:path>
              </a:pathLst>
            </a:custGeom>
            <a:solidFill>
              <a:srgbClr val="3A3939">
                <a:alpha val="22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56"/>
            <p:cNvSpPr/>
            <p:nvPr/>
          </p:nvSpPr>
          <p:spPr>
            <a:xfrm>
              <a:off x="1842250" y="1690100"/>
              <a:ext cx="1328325" cy="1391750"/>
            </a:xfrm>
            <a:custGeom>
              <a:avLst/>
              <a:gdLst/>
              <a:ahLst/>
              <a:cxnLst/>
              <a:rect l="l" t="t" r="r" b="b"/>
              <a:pathLst>
                <a:path w="53133" h="55670" extrusionOk="0">
                  <a:moveTo>
                    <a:pt x="27483" y="1"/>
                  </a:moveTo>
                  <a:cubicBezTo>
                    <a:pt x="25998" y="1"/>
                    <a:pt x="24490" y="161"/>
                    <a:pt x="22979" y="494"/>
                  </a:cubicBezTo>
                  <a:lnTo>
                    <a:pt x="18116" y="1588"/>
                  </a:lnTo>
                  <a:cubicBezTo>
                    <a:pt x="6991" y="4081"/>
                    <a:pt x="0" y="15115"/>
                    <a:pt x="2462" y="26270"/>
                  </a:cubicBezTo>
                  <a:lnTo>
                    <a:pt x="5441" y="39522"/>
                  </a:lnTo>
                  <a:cubicBezTo>
                    <a:pt x="7570" y="49141"/>
                    <a:pt x="16129" y="55669"/>
                    <a:pt x="25598" y="55669"/>
                  </a:cubicBezTo>
                  <a:cubicBezTo>
                    <a:pt x="27081" y="55669"/>
                    <a:pt x="28586" y="55509"/>
                    <a:pt x="30092" y="55176"/>
                  </a:cubicBezTo>
                  <a:lnTo>
                    <a:pt x="34955" y="54082"/>
                  </a:lnTo>
                  <a:cubicBezTo>
                    <a:pt x="46111" y="51559"/>
                    <a:pt x="53132" y="40525"/>
                    <a:pt x="50609" y="29431"/>
                  </a:cubicBezTo>
                  <a:lnTo>
                    <a:pt x="47661" y="16148"/>
                  </a:lnTo>
                  <a:cubicBezTo>
                    <a:pt x="45506" y="6529"/>
                    <a:pt x="36966" y="1"/>
                    <a:pt x="27483" y="1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56"/>
            <p:cNvSpPr/>
            <p:nvPr/>
          </p:nvSpPr>
          <p:spPr>
            <a:xfrm>
              <a:off x="1711550" y="2439625"/>
              <a:ext cx="484075" cy="394625"/>
            </a:xfrm>
            <a:custGeom>
              <a:avLst/>
              <a:gdLst/>
              <a:ahLst/>
              <a:cxnLst/>
              <a:rect l="l" t="t" r="r" b="b"/>
              <a:pathLst>
                <a:path w="19363" h="15785" extrusionOk="0">
                  <a:moveTo>
                    <a:pt x="9107" y="0"/>
                  </a:moveTo>
                  <a:cubicBezTo>
                    <a:pt x="5583" y="0"/>
                    <a:pt x="2412" y="1962"/>
                    <a:pt x="1368" y="5164"/>
                  </a:cubicBezTo>
                  <a:cubicBezTo>
                    <a:pt x="0" y="9237"/>
                    <a:pt x="2645" y="13766"/>
                    <a:pt x="7265" y="15286"/>
                  </a:cubicBezTo>
                  <a:cubicBezTo>
                    <a:pt x="8286" y="15624"/>
                    <a:pt x="9320" y="15785"/>
                    <a:pt x="10324" y="15785"/>
                  </a:cubicBezTo>
                  <a:cubicBezTo>
                    <a:pt x="13833" y="15785"/>
                    <a:pt x="16985" y="13825"/>
                    <a:pt x="18025" y="10635"/>
                  </a:cubicBezTo>
                  <a:cubicBezTo>
                    <a:pt x="19362" y="6562"/>
                    <a:pt x="16748" y="2003"/>
                    <a:pt x="12128" y="483"/>
                  </a:cubicBezTo>
                  <a:cubicBezTo>
                    <a:pt x="11120" y="156"/>
                    <a:pt x="10100" y="0"/>
                    <a:pt x="9107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56"/>
            <p:cNvSpPr/>
            <p:nvPr/>
          </p:nvSpPr>
          <p:spPr>
            <a:xfrm>
              <a:off x="1792100" y="2557200"/>
              <a:ext cx="250025" cy="176450"/>
            </a:xfrm>
            <a:custGeom>
              <a:avLst/>
              <a:gdLst/>
              <a:ahLst/>
              <a:cxnLst/>
              <a:rect l="l" t="t" r="r" b="b"/>
              <a:pathLst>
                <a:path w="10001" h="7058" extrusionOk="0">
                  <a:moveTo>
                    <a:pt x="1728" y="1"/>
                  </a:moveTo>
                  <a:cubicBezTo>
                    <a:pt x="1201" y="1"/>
                    <a:pt x="756" y="112"/>
                    <a:pt x="456" y="248"/>
                  </a:cubicBezTo>
                  <a:cubicBezTo>
                    <a:pt x="152" y="400"/>
                    <a:pt x="0" y="492"/>
                    <a:pt x="0" y="552"/>
                  </a:cubicBezTo>
                  <a:cubicBezTo>
                    <a:pt x="3" y="558"/>
                    <a:pt x="10" y="560"/>
                    <a:pt x="22" y="560"/>
                  </a:cubicBezTo>
                  <a:cubicBezTo>
                    <a:pt x="122" y="560"/>
                    <a:pt x="550" y="391"/>
                    <a:pt x="1238" y="391"/>
                  </a:cubicBezTo>
                  <a:cubicBezTo>
                    <a:pt x="1416" y="391"/>
                    <a:pt x="1612" y="402"/>
                    <a:pt x="1824" y="431"/>
                  </a:cubicBezTo>
                  <a:cubicBezTo>
                    <a:pt x="2979" y="583"/>
                    <a:pt x="4499" y="1130"/>
                    <a:pt x="5927" y="2133"/>
                  </a:cubicBezTo>
                  <a:cubicBezTo>
                    <a:pt x="7386" y="3166"/>
                    <a:pt x="8359" y="4413"/>
                    <a:pt x="8967" y="5416"/>
                  </a:cubicBezTo>
                  <a:cubicBezTo>
                    <a:pt x="9562" y="6368"/>
                    <a:pt x="9808" y="7058"/>
                    <a:pt x="9903" y="7058"/>
                  </a:cubicBezTo>
                  <a:cubicBezTo>
                    <a:pt x="9905" y="7058"/>
                    <a:pt x="9907" y="7058"/>
                    <a:pt x="9909" y="7057"/>
                  </a:cubicBezTo>
                  <a:cubicBezTo>
                    <a:pt x="10000" y="7057"/>
                    <a:pt x="9879" y="6297"/>
                    <a:pt x="9362" y="5172"/>
                  </a:cubicBezTo>
                  <a:cubicBezTo>
                    <a:pt x="8815" y="4109"/>
                    <a:pt x="7842" y="2710"/>
                    <a:pt x="6323" y="1647"/>
                  </a:cubicBezTo>
                  <a:cubicBezTo>
                    <a:pt x="5563" y="1099"/>
                    <a:pt x="4742" y="704"/>
                    <a:pt x="3982" y="461"/>
                  </a:cubicBezTo>
                  <a:cubicBezTo>
                    <a:pt x="3222" y="218"/>
                    <a:pt x="2523" y="66"/>
                    <a:pt x="1915" y="5"/>
                  </a:cubicBezTo>
                  <a:cubicBezTo>
                    <a:pt x="1852" y="2"/>
                    <a:pt x="1789" y="1"/>
                    <a:pt x="1728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56"/>
            <p:cNvSpPr/>
            <p:nvPr/>
          </p:nvSpPr>
          <p:spPr>
            <a:xfrm>
              <a:off x="1912150" y="2592275"/>
              <a:ext cx="51700" cy="140575"/>
            </a:xfrm>
            <a:custGeom>
              <a:avLst/>
              <a:gdLst/>
              <a:ahLst/>
              <a:cxnLst/>
              <a:rect l="l" t="t" r="r" b="b"/>
              <a:pathLst>
                <a:path w="2068" h="5623" extrusionOk="0">
                  <a:moveTo>
                    <a:pt x="548" y="0"/>
                  </a:moveTo>
                  <a:cubicBezTo>
                    <a:pt x="487" y="0"/>
                    <a:pt x="335" y="335"/>
                    <a:pt x="214" y="882"/>
                  </a:cubicBezTo>
                  <a:cubicBezTo>
                    <a:pt x="92" y="1459"/>
                    <a:pt x="1" y="2250"/>
                    <a:pt x="153" y="3162"/>
                  </a:cubicBezTo>
                  <a:cubicBezTo>
                    <a:pt x="305" y="4073"/>
                    <a:pt x="761" y="4803"/>
                    <a:pt x="1217" y="5228"/>
                  </a:cubicBezTo>
                  <a:cubicBezTo>
                    <a:pt x="1575" y="5491"/>
                    <a:pt x="1877" y="5623"/>
                    <a:pt x="1990" y="5623"/>
                  </a:cubicBezTo>
                  <a:cubicBezTo>
                    <a:pt x="2021" y="5623"/>
                    <a:pt x="2037" y="5613"/>
                    <a:pt x="2037" y="5593"/>
                  </a:cubicBezTo>
                  <a:cubicBezTo>
                    <a:pt x="2068" y="5532"/>
                    <a:pt x="1824" y="5350"/>
                    <a:pt x="1460" y="4925"/>
                  </a:cubicBezTo>
                  <a:cubicBezTo>
                    <a:pt x="1125" y="4499"/>
                    <a:pt x="791" y="3861"/>
                    <a:pt x="669" y="3040"/>
                  </a:cubicBezTo>
                  <a:cubicBezTo>
                    <a:pt x="517" y="2250"/>
                    <a:pt x="548" y="1490"/>
                    <a:pt x="609" y="943"/>
                  </a:cubicBezTo>
                  <a:cubicBezTo>
                    <a:pt x="639" y="365"/>
                    <a:pt x="639" y="0"/>
                    <a:pt x="548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56"/>
            <p:cNvSpPr/>
            <p:nvPr/>
          </p:nvSpPr>
          <p:spPr>
            <a:xfrm>
              <a:off x="2529200" y="2116575"/>
              <a:ext cx="158825" cy="430975"/>
            </a:xfrm>
            <a:custGeom>
              <a:avLst/>
              <a:gdLst/>
              <a:ahLst/>
              <a:cxnLst/>
              <a:rect l="l" t="t" r="r" b="b"/>
              <a:pathLst>
                <a:path w="6353" h="17239" extrusionOk="0">
                  <a:moveTo>
                    <a:pt x="1064" y="1"/>
                  </a:moveTo>
                  <a:cubicBezTo>
                    <a:pt x="1003" y="1"/>
                    <a:pt x="608" y="1156"/>
                    <a:pt x="334" y="3040"/>
                  </a:cubicBezTo>
                  <a:cubicBezTo>
                    <a:pt x="122" y="4986"/>
                    <a:pt x="0" y="7661"/>
                    <a:pt x="517" y="10609"/>
                  </a:cubicBezTo>
                  <a:cubicBezTo>
                    <a:pt x="608" y="11004"/>
                    <a:pt x="760" y="11369"/>
                    <a:pt x="942" y="11703"/>
                  </a:cubicBezTo>
                  <a:cubicBezTo>
                    <a:pt x="1185" y="12068"/>
                    <a:pt x="1489" y="12402"/>
                    <a:pt x="1885" y="12524"/>
                  </a:cubicBezTo>
                  <a:cubicBezTo>
                    <a:pt x="2083" y="12595"/>
                    <a:pt x="2281" y="12619"/>
                    <a:pt x="2470" y="12619"/>
                  </a:cubicBezTo>
                  <a:cubicBezTo>
                    <a:pt x="2687" y="12619"/>
                    <a:pt x="2891" y="12587"/>
                    <a:pt x="3070" y="12554"/>
                  </a:cubicBezTo>
                  <a:cubicBezTo>
                    <a:pt x="3404" y="12524"/>
                    <a:pt x="3708" y="12433"/>
                    <a:pt x="3982" y="12433"/>
                  </a:cubicBezTo>
                  <a:cubicBezTo>
                    <a:pt x="4529" y="12463"/>
                    <a:pt x="4985" y="12767"/>
                    <a:pt x="5289" y="13192"/>
                  </a:cubicBezTo>
                  <a:cubicBezTo>
                    <a:pt x="5593" y="13618"/>
                    <a:pt x="5745" y="14074"/>
                    <a:pt x="5775" y="14500"/>
                  </a:cubicBezTo>
                  <a:cubicBezTo>
                    <a:pt x="5806" y="15351"/>
                    <a:pt x="5441" y="16080"/>
                    <a:pt x="5167" y="16506"/>
                  </a:cubicBezTo>
                  <a:cubicBezTo>
                    <a:pt x="5015" y="16992"/>
                    <a:pt x="4833" y="17235"/>
                    <a:pt x="4863" y="17235"/>
                  </a:cubicBezTo>
                  <a:cubicBezTo>
                    <a:pt x="4866" y="17238"/>
                    <a:pt x="4870" y="17239"/>
                    <a:pt x="4876" y="17239"/>
                  </a:cubicBezTo>
                  <a:cubicBezTo>
                    <a:pt x="4939" y="17239"/>
                    <a:pt x="5195" y="17079"/>
                    <a:pt x="5502" y="16688"/>
                  </a:cubicBezTo>
                  <a:cubicBezTo>
                    <a:pt x="5714" y="16475"/>
                    <a:pt x="5897" y="16202"/>
                    <a:pt x="6049" y="15867"/>
                  </a:cubicBezTo>
                  <a:cubicBezTo>
                    <a:pt x="6201" y="15472"/>
                    <a:pt x="6353" y="15047"/>
                    <a:pt x="6353" y="14530"/>
                  </a:cubicBezTo>
                  <a:cubicBezTo>
                    <a:pt x="6353" y="13983"/>
                    <a:pt x="6201" y="13436"/>
                    <a:pt x="5806" y="12889"/>
                  </a:cubicBezTo>
                  <a:cubicBezTo>
                    <a:pt x="5471" y="12402"/>
                    <a:pt x="4863" y="11946"/>
                    <a:pt x="4103" y="11855"/>
                  </a:cubicBezTo>
                  <a:cubicBezTo>
                    <a:pt x="4038" y="11850"/>
                    <a:pt x="3974" y="11848"/>
                    <a:pt x="3911" y="11848"/>
                  </a:cubicBezTo>
                  <a:cubicBezTo>
                    <a:pt x="3418" y="11848"/>
                    <a:pt x="2980" y="11988"/>
                    <a:pt x="2607" y="11988"/>
                  </a:cubicBezTo>
                  <a:cubicBezTo>
                    <a:pt x="2468" y="11988"/>
                    <a:pt x="2339" y="11968"/>
                    <a:pt x="2219" y="11916"/>
                  </a:cubicBezTo>
                  <a:cubicBezTo>
                    <a:pt x="1702" y="11764"/>
                    <a:pt x="1398" y="11095"/>
                    <a:pt x="1246" y="10457"/>
                  </a:cubicBezTo>
                  <a:cubicBezTo>
                    <a:pt x="1185" y="10123"/>
                    <a:pt x="1155" y="9758"/>
                    <a:pt x="1064" y="9423"/>
                  </a:cubicBezTo>
                  <a:lnTo>
                    <a:pt x="942" y="8420"/>
                  </a:lnTo>
                  <a:cubicBezTo>
                    <a:pt x="882" y="7721"/>
                    <a:pt x="821" y="7083"/>
                    <a:pt x="790" y="6445"/>
                  </a:cubicBezTo>
                  <a:cubicBezTo>
                    <a:pt x="760" y="5168"/>
                    <a:pt x="790" y="4043"/>
                    <a:pt x="821" y="3101"/>
                  </a:cubicBezTo>
                  <a:cubicBezTo>
                    <a:pt x="942" y="1186"/>
                    <a:pt x="1185" y="1"/>
                    <a:pt x="1064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56"/>
            <p:cNvSpPr/>
            <p:nvPr/>
          </p:nvSpPr>
          <p:spPr>
            <a:xfrm>
              <a:off x="2580850" y="2514700"/>
              <a:ext cx="39550" cy="23225"/>
            </a:xfrm>
            <a:custGeom>
              <a:avLst/>
              <a:gdLst/>
              <a:ahLst/>
              <a:cxnLst/>
              <a:rect l="l" t="t" r="r" b="b"/>
              <a:pathLst>
                <a:path w="1582" h="929" extrusionOk="0">
                  <a:moveTo>
                    <a:pt x="295" y="1"/>
                  </a:moveTo>
                  <a:cubicBezTo>
                    <a:pt x="205" y="1"/>
                    <a:pt x="135" y="21"/>
                    <a:pt x="92" y="64"/>
                  </a:cubicBezTo>
                  <a:cubicBezTo>
                    <a:pt x="1" y="246"/>
                    <a:pt x="214" y="581"/>
                    <a:pt x="639" y="793"/>
                  </a:cubicBezTo>
                  <a:cubicBezTo>
                    <a:pt x="828" y="888"/>
                    <a:pt x="1011" y="928"/>
                    <a:pt x="1164" y="928"/>
                  </a:cubicBezTo>
                  <a:cubicBezTo>
                    <a:pt x="1356" y="928"/>
                    <a:pt x="1500" y="864"/>
                    <a:pt x="1551" y="763"/>
                  </a:cubicBezTo>
                  <a:cubicBezTo>
                    <a:pt x="1582" y="581"/>
                    <a:pt x="1308" y="337"/>
                    <a:pt x="943" y="185"/>
                  </a:cubicBezTo>
                  <a:cubicBezTo>
                    <a:pt x="688" y="68"/>
                    <a:pt x="458" y="1"/>
                    <a:pt x="295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56"/>
            <p:cNvSpPr/>
            <p:nvPr/>
          </p:nvSpPr>
          <p:spPr>
            <a:xfrm rot="9998516">
              <a:off x="2567802" y="2613709"/>
              <a:ext cx="234570" cy="54627"/>
            </a:xfrm>
            <a:custGeom>
              <a:avLst/>
              <a:gdLst/>
              <a:ahLst/>
              <a:cxnLst/>
              <a:rect l="l" t="t" r="r" b="b"/>
              <a:pathLst>
                <a:path w="4682" h="2185" extrusionOk="0">
                  <a:moveTo>
                    <a:pt x="119" y="1"/>
                  </a:moveTo>
                  <a:cubicBezTo>
                    <a:pt x="108" y="1"/>
                    <a:pt x="99" y="4"/>
                    <a:pt x="92" y="11"/>
                  </a:cubicBezTo>
                  <a:cubicBezTo>
                    <a:pt x="1" y="41"/>
                    <a:pt x="92" y="345"/>
                    <a:pt x="396" y="771"/>
                  </a:cubicBezTo>
                  <a:cubicBezTo>
                    <a:pt x="700" y="1166"/>
                    <a:pt x="1217" y="1622"/>
                    <a:pt x="1977" y="1926"/>
                  </a:cubicBezTo>
                  <a:cubicBezTo>
                    <a:pt x="2471" y="2111"/>
                    <a:pt x="2979" y="2185"/>
                    <a:pt x="3406" y="2185"/>
                  </a:cubicBezTo>
                  <a:cubicBezTo>
                    <a:pt x="3610" y="2185"/>
                    <a:pt x="3795" y="2168"/>
                    <a:pt x="3952" y="2139"/>
                  </a:cubicBezTo>
                  <a:cubicBezTo>
                    <a:pt x="4408" y="2017"/>
                    <a:pt x="4682" y="1835"/>
                    <a:pt x="4652" y="1744"/>
                  </a:cubicBezTo>
                  <a:cubicBezTo>
                    <a:pt x="4591" y="1683"/>
                    <a:pt x="4287" y="1683"/>
                    <a:pt x="3892" y="1683"/>
                  </a:cubicBezTo>
                  <a:cubicBezTo>
                    <a:pt x="3436" y="1683"/>
                    <a:pt x="2828" y="1561"/>
                    <a:pt x="2220" y="1318"/>
                  </a:cubicBezTo>
                  <a:cubicBezTo>
                    <a:pt x="1612" y="1105"/>
                    <a:pt x="1065" y="771"/>
                    <a:pt x="730" y="467"/>
                  </a:cubicBezTo>
                  <a:cubicBezTo>
                    <a:pt x="408" y="198"/>
                    <a:pt x="204" y="1"/>
                    <a:pt x="119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56"/>
            <p:cNvSpPr/>
            <p:nvPr/>
          </p:nvSpPr>
          <p:spPr>
            <a:xfrm>
              <a:off x="2843775" y="2433450"/>
              <a:ext cx="290325" cy="374650"/>
            </a:xfrm>
            <a:custGeom>
              <a:avLst/>
              <a:gdLst/>
              <a:ahLst/>
              <a:cxnLst/>
              <a:rect l="l" t="t" r="r" b="b"/>
              <a:pathLst>
                <a:path w="11613" h="14986" extrusionOk="0">
                  <a:moveTo>
                    <a:pt x="7478" y="1"/>
                  </a:moveTo>
                  <a:cubicBezTo>
                    <a:pt x="3375" y="1"/>
                    <a:pt x="1" y="3375"/>
                    <a:pt x="1" y="7508"/>
                  </a:cubicBezTo>
                  <a:cubicBezTo>
                    <a:pt x="1" y="11642"/>
                    <a:pt x="3344" y="14986"/>
                    <a:pt x="7478" y="14986"/>
                  </a:cubicBezTo>
                  <a:cubicBezTo>
                    <a:pt x="7630" y="14986"/>
                    <a:pt x="7813" y="14986"/>
                    <a:pt x="7965" y="14955"/>
                  </a:cubicBezTo>
                  <a:cubicBezTo>
                    <a:pt x="10518" y="10852"/>
                    <a:pt x="11612" y="5837"/>
                    <a:pt x="10761" y="761"/>
                  </a:cubicBezTo>
                  <a:cubicBezTo>
                    <a:pt x="9758" y="244"/>
                    <a:pt x="8664" y="1"/>
                    <a:pt x="7478" y="1"/>
                  </a:cubicBezTo>
                  <a:close/>
                </a:path>
              </a:pathLst>
            </a:custGeom>
            <a:solidFill>
              <a:srgbClr val="3A3939">
                <a:alpha val="22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56"/>
            <p:cNvSpPr/>
            <p:nvPr/>
          </p:nvSpPr>
          <p:spPr>
            <a:xfrm>
              <a:off x="2164450" y="2608575"/>
              <a:ext cx="411125" cy="374725"/>
            </a:xfrm>
            <a:custGeom>
              <a:avLst/>
              <a:gdLst/>
              <a:ahLst/>
              <a:cxnLst/>
              <a:rect l="l" t="t" r="r" b="b"/>
              <a:pathLst>
                <a:path w="16445" h="14989" extrusionOk="0">
                  <a:moveTo>
                    <a:pt x="8200" y="0"/>
                  </a:moveTo>
                  <a:cubicBezTo>
                    <a:pt x="4814" y="0"/>
                    <a:pt x="1750" y="2327"/>
                    <a:pt x="942" y="5792"/>
                  </a:cubicBezTo>
                  <a:cubicBezTo>
                    <a:pt x="0" y="9805"/>
                    <a:pt x="2493" y="13847"/>
                    <a:pt x="6505" y="14789"/>
                  </a:cubicBezTo>
                  <a:cubicBezTo>
                    <a:pt x="7082" y="14924"/>
                    <a:pt x="7658" y="14988"/>
                    <a:pt x="8225" y="14988"/>
                  </a:cubicBezTo>
                  <a:cubicBezTo>
                    <a:pt x="11630" y="14988"/>
                    <a:pt x="14694" y="12662"/>
                    <a:pt x="15502" y="9197"/>
                  </a:cubicBezTo>
                  <a:cubicBezTo>
                    <a:pt x="16444" y="5184"/>
                    <a:pt x="13952" y="1142"/>
                    <a:pt x="9909" y="200"/>
                  </a:cubicBezTo>
                  <a:cubicBezTo>
                    <a:pt x="9336" y="65"/>
                    <a:pt x="8764" y="0"/>
                    <a:pt x="8200" y="0"/>
                  </a:cubicBezTo>
                  <a:close/>
                </a:path>
              </a:pathLst>
            </a:custGeom>
            <a:solidFill>
              <a:srgbClr val="3A3939">
                <a:alpha val="22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56"/>
            <p:cNvSpPr/>
            <p:nvPr/>
          </p:nvSpPr>
          <p:spPr>
            <a:xfrm>
              <a:off x="2112000" y="2063400"/>
              <a:ext cx="209775" cy="144750"/>
            </a:xfrm>
            <a:custGeom>
              <a:avLst/>
              <a:gdLst/>
              <a:ahLst/>
              <a:cxnLst/>
              <a:rect l="l" t="t" r="r" b="b"/>
              <a:pathLst>
                <a:path w="8391" h="5790" extrusionOk="0">
                  <a:moveTo>
                    <a:pt x="6309" y="1"/>
                  </a:moveTo>
                  <a:cubicBezTo>
                    <a:pt x="5386" y="1"/>
                    <a:pt x="4188" y="383"/>
                    <a:pt x="3040" y="1125"/>
                  </a:cubicBezTo>
                  <a:cubicBezTo>
                    <a:pt x="1095" y="2371"/>
                    <a:pt x="1" y="4195"/>
                    <a:pt x="639" y="5167"/>
                  </a:cubicBezTo>
                  <a:cubicBezTo>
                    <a:pt x="920" y="5588"/>
                    <a:pt x="1452" y="5790"/>
                    <a:pt x="2119" y="5790"/>
                  </a:cubicBezTo>
                  <a:cubicBezTo>
                    <a:pt x="3041" y="5790"/>
                    <a:pt x="4221" y="5404"/>
                    <a:pt x="5350" y="4681"/>
                  </a:cubicBezTo>
                  <a:cubicBezTo>
                    <a:pt x="7296" y="3435"/>
                    <a:pt x="8390" y="1611"/>
                    <a:pt x="7752" y="608"/>
                  </a:cubicBezTo>
                  <a:cubicBezTo>
                    <a:pt x="7497" y="200"/>
                    <a:pt x="6975" y="1"/>
                    <a:pt x="6309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56"/>
            <p:cNvSpPr/>
            <p:nvPr/>
          </p:nvSpPr>
          <p:spPr>
            <a:xfrm>
              <a:off x="1963075" y="3316450"/>
              <a:ext cx="1609475" cy="1374675"/>
            </a:xfrm>
            <a:custGeom>
              <a:avLst/>
              <a:gdLst/>
              <a:ahLst/>
              <a:cxnLst/>
              <a:rect l="l" t="t" r="r" b="b"/>
              <a:pathLst>
                <a:path w="64379" h="54987" extrusionOk="0">
                  <a:moveTo>
                    <a:pt x="12280" y="0"/>
                  </a:moveTo>
                  <a:lnTo>
                    <a:pt x="11642" y="1490"/>
                  </a:lnTo>
                  <a:lnTo>
                    <a:pt x="0" y="32706"/>
                  </a:lnTo>
                  <a:lnTo>
                    <a:pt x="7447" y="46931"/>
                  </a:lnTo>
                  <a:lnTo>
                    <a:pt x="2888" y="54986"/>
                  </a:lnTo>
                  <a:lnTo>
                    <a:pt x="64378" y="53770"/>
                  </a:lnTo>
                  <a:cubicBezTo>
                    <a:pt x="64378" y="53770"/>
                    <a:pt x="64014" y="16384"/>
                    <a:pt x="62707" y="8238"/>
                  </a:cubicBezTo>
                  <a:cubicBezTo>
                    <a:pt x="61521" y="1003"/>
                    <a:pt x="45685" y="2371"/>
                    <a:pt x="39302" y="152"/>
                  </a:cubicBezTo>
                  <a:cubicBezTo>
                    <a:pt x="35130" y="1992"/>
                    <a:pt x="30561" y="2904"/>
                    <a:pt x="25993" y="2904"/>
                  </a:cubicBezTo>
                  <a:cubicBezTo>
                    <a:pt x="21275" y="2904"/>
                    <a:pt x="16558" y="1931"/>
                    <a:pt x="12280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56"/>
            <p:cNvSpPr/>
            <p:nvPr/>
          </p:nvSpPr>
          <p:spPr>
            <a:xfrm>
              <a:off x="2235100" y="3316450"/>
              <a:ext cx="851125" cy="164225"/>
            </a:xfrm>
            <a:custGeom>
              <a:avLst/>
              <a:gdLst/>
              <a:ahLst/>
              <a:cxnLst/>
              <a:rect l="l" t="t" r="r" b="b"/>
              <a:pathLst>
                <a:path w="34045" h="6569" extrusionOk="0">
                  <a:moveTo>
                    <a:pt x="1399" y="0"/>
                  </a:moveTo>
                  <a:lnTo>
                    <a:pt x="761" y="1490"/>
                  </a:lnTo>
                  <a:lnTo>
                    <a:pt x="1" y="3496"/>
                  </a:lnTo>
                  <a:cubicBezTo>
                    <a:pt x="4713" y="5535"/>
                    <a:pt x="9855" y="6569"/>
                    <a:pt x="14990" y="6569"/>
                  </a:cubicBezTo>
                  <a:cubicBezTo>
                    <a:pt x="21184" y="6569"/>
                    <a:pt x="27366" y="5064"/>
                    <a:pt x="32767" y="2007"/>
                  </a:cubicBezTo>
                  <a:cubicBezTo>
                    <a:pt x="33193" y="1794"/>
                    <a:pt x="33619" y="1520"/>
                    <a:pt x="34044" y="1247"/>
                  </a:cubicBezTo>
                  <a:cubicBezTo>
                    <a:pt x="31856" y="1003"/>
                    <a:pt x="29880" y="639"/>
                    <a:pt x="28421" y="152"/>
                  </a:cubicBezTo>
                  <a:cubicBezTo>
                    <a:pt x="24249" y="1992"/>
                    <a:pt x="19680" y="2904"/>
                    <a:pt x="15112" y="2904"/>
                  </a:cubicBezTo>
                  <a:cubicBezTo>
                    <a:pt x="10394" y="2904"/>
                    <a:pt x="5677" y="1931"/>
                    <a:pt x="1399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56"/>
            <p:cNvSpPr/>
            <p:nvPr/>
          </p:nvSpPr>
          <p:spPr>
            <a:xfrm>
              <a:off x="2020050" y="3357475"/>
              <a:ext cx="1385325" cy="1333650"/>
            </a:xfrm>
            <a:custGeom>
              <a:avLst/>
              <a:gdLst/>
              <a:ahLst/>
              <a:cxnLst/>
              <a:rect l="l" t="t" r="r" b="b"/>
              <a:pathLst>
                <a:path w="55413" h="53346" extrusionOk="0">
                  <a:moveTo>
                    <a:pt x="45594" y="1"/>
                  </a:moveTo>
                  <a:lnTo>
                    <a:pt x="45321" y="21582"/>
                  </a:lnTo>
                  <a:lnTo>
                    <a:pt x="30640" y="25411"/>
                  </a:lnTo>
                  <a:lnTo>
                    <a:pt x="6870" y="22311"/>
                  </a:lnTo>
                  <a:lnTo>
                    <a:pt x="1" y="35320"/>
                  </a:lnTo>
                  <a:lnTo>
                    <a:pt x="5199" y="45290"/>
                  </a:lnTo>
                  <a:lnTo>
                    <a:pt x="639" y="53345"/>
                  </a:lnTo>
                  <a:lnTo>
                    <a:pt x="51947" y="52312"/>
                  </a:lnTo>
                  <a:cubicBezTo>
                    <a:pt x="52099" y="51096"/>
                    <a:pt x="52282" y="49910"/>
                    <a:pt x="52525" y="48695"/>
                  </a:cubicBezTo>
                  <a:cubicBezTo>
                    <a:pt x="53437" y="43649"/>
                    <a:pt x="54835" y="38451"/>
                    <a:pt x="55260" y="33254"/>
                  </a:cubicBezTo>
                  <a:cubicBezTo>
                    <a:pt x="55412" y="31521"/>
                    <a:pt x="54896" y="29849"/>
                    <a:pt x="53953" y="28451"/>
                  </a:cubicBezTo>
                  <a:cubicBezTo>
                    <a:pt x="52555" y="26415"/>
                    <a:pt x="51035" y="24287"/>
                    <a:pt x="49576" y="22645"/>
                  </a:cubicBezTo>
                  <a:lnTo>
                    <a:pt x="47813" y="274"/>
                  </a:lnTo>
                  <a:cubicBezTo>
                    <a:pt x="47601" y="214"/>
                    <a:pt x="47418" y="214"/>
                    <a:pt x="47236" y="183"/>
                  </a:cubicBezTo>
                  <a:cubicBezTo>
                    <a:pt x="46689" y="122"/>
                    <a:pt x="46142" y="31"/>
                    <a:pt x="45594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56"/>
            <p:cNvSpPr/>
            <p:nvPr/>
          </p:nvSpPr>
          <p:spPr>
            <a:xfrm>
              <a:off x="2655325" y="2199350"/>
              <a:ext cx="320700" cy="244625"/>
            </a:xfrm>
            <a:custGeom>
              <a:avLst/>
              <a:gdLst/>
              <a:ahLst/>
              <a:cxnLst/>
              <a:rect l="l" t="t" r="r" b="b"/>
              <a:pathLst>
                <a:path w="12828" h="9785" extrusionOk="0">
                  <a:moveTo>
                    <a:pt x="7398" y="0"/>
                  </a:moveTo>
                  <a:cubicBezTo>
                    <a:pt x="7332" y="0"/>
                    <a:pt x="7296" y="3"/>
                    <a:pt x="7296" y="3"/>
                  </a:cubicBezTo>
                  <a:cubicBezTo>
                    <a:pt x="1" y="854"/>
                    <a:pt x="1794" y="9122"/>
                    <a:pt x="1794" y="9122"/>
                  </a:cubicBezTo>
                  <a:cubicBezTo>
                    <a:pt x="3196" y="9589"/>
                    <a:pt x="4433" y="9785"/>
                    <a:pt x="5522" y="9785"/>
                  </a:cubicBezTo>
                  <a:cubicBezTo>
                    <a:pt x="11162" y="9785"/>
                    <a:pt x="12828" y="4532"/>
                    <a:pt x="12828" y="4532"/>
                  </a:cubicBezTo>
                  <a:cubicBezTo>
                    <a:pt x="10945" y="221"/>
                    <a:pt x="7984" y="0"/>
                    <a:pt x="73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56"/>
            <p:cNvSpPr/>
            <p:nvPr/>
          </p:nvSpPr>
          <p:spPr>
            <a:xfrm>
              <a:off x="2843025" y="2200175"/>
              <a:ext cx="133000" cy="190000"/>
            </a:xfrm>
            <a:custGeom>
              <a:avLst/>
              <a:gdLst/>
              <a:ahLst/>
              <a:cxnLst/>
              <a:rect l="l" t="t" r="r" b="b"/>
              <a:pathLst>
                <a:path w="5320" h="7600" extrusionOk="0">
                  <a:moveTo>
                    <a:pt x="152" y="0"/>
                  </a:moveTo>
                  <a:lnTo>
                    <a:pt x="152" y="0"/>
                  </a:lnTo>
                  <a:cubicBezTo>
                    <a:pt x="0" y="1490"/>
                    <a:pt x="213" y="3040"/>
                    <a:pt x="821" y="4408"/>
                  </a:cubicBezTo>
                  <a:cubicBezTo>
                    <a:pt x="1399" y="5684"/>
                    <a:pt x="2280" y="6779"/>
                    <a:pt x="3344" y="7599"/>
                  </a:cubicBezTo>
                  <a:cubicBezTo>
                    <a:pt x="4773" y="6171"/>
                    <a:pt x="5320" y="4499"/>
                    <a:pt x="5320" y="4499"/>
                  </a:cubicBezTo>
                  <a:cubicBezTo>
                    <a:pt x="3587" y="669"/>
                    <a:pt x="1064" y="92"/>
                    <a:pt x="152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56"/>
            <p:cNvSpPr/>
            <p:nvPr/>
          </p:nvSpPr>
          <p:spPr>
            <a:xfrm>
              <a:off x="2805025" y="2129500"/>
              <a:ext cx="12950" cy="74500"/>
            </a:xfrm>
            <a:custGeom>
              <a:avLst/>
              <a:gdLst/>
              <a:ahLst/>
              <a:cxnLst/>
              <a:rect l="l" t="t" r="r" b="b"/>
              <a:pathLst>
                <a:path w="518" h="2980" extrusionOk="0">
                  <a:moveTo>
                    <a:pt x="183" y="1"/>
                  </a:moveTo>
                  <a:cubicBezTo>
                    <a:pt x="61" y="1"/>
                    <a:pt x="1" y="669"/>
                    <a:pt x="31" y="1520"/>
                  </a:cubicBezTo>
                  <a:cubicBezTo>
                    <a:pt x="61" y="2341"/>
                    <a:pt x="213" y="2979"/>
                    <a:pt x="335" y="2979"/>
                  </a:cubicBezTo>
                  <a:cubicBezTo>
                    <a:pt x="457" y="2979"/>
                    <a:pt x="517" y="2311"/>
                    <a:pt x="487" y="1460"/>
                  </a:cubicBezTo>
                  <a:cubicBezTo>
                    <a:pt x="426" y="669"/>
                    <a:pt x="335" y="1"/>
                    <a:pt x="183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56"/>
            <p:cNvSpPr/>
            <p:nvPr/>
          </p:nvSpPr>
          <p:spPr>
            <a:xfrm>
              <a:off x="2862025" y="2135550"/>
              <a:ext cx="31175" cy="72350"/>
            </a:xfrm>
            <a:custGeom>
              <a:avLst/>
              <a:gdLst/>
              <a:ahLst/>
              <a:cxnLst/>
              <a:rect l="l" t="t" r="r" b="b"/>
              <a:pathLst>
                <a:path w="1247" h="2894" extrusionOk="0">
                  <a:moveTo>
                    <a:pt x="1116" y="1"/>
                  </a:moveTo>
                  <a:cubicBezTo>
                    <a:pt x="987" y="1"/>
                    <a:pt x="663" y="598"/>
                    <a:pt x="396" y="1370"/>
                  </a:cubicBezTo>
                  <a:cubicBezTo>
                    <a:pt x="92" y="2190"/>
                    <a:pt x="0" y="2859"/>
                    <a:pt x="61" y="2889"/>
                  </a:cubicBezTo>
                  <a:cubicBezTo>
                    <a:pt x="67" y="2892"/>
                    <a:pt x="73" y="2893"/>
                    <a:pt x="79" y="2893"/>
                  </a:cubicBezTo>
                  <a:cubicBezTo>
                    <a:pt x="213" y="2893"/>
                    <a:pt x="530" y="2304"/>
                    <a:pt x="791" y="1521"/>
                  </a:cubicBezTo>
                  <a:cubicBezTo>
                    <a:pt x="1095" y="731"/>
                    <a:pt x="1247" y="62"/>
                    <a:pt x="1125" y="2"/>
                  </a:cubicBezTo>
                  <a:cubicBezTo>
                    <a:pt x="1122" y="1"/>
                    <a:pt x="1119" y="1"/>
                    <a:pt x="1116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56"/>
            <p:cNvSpPr/>
            <p:nvPr/>
          </p:nvSpPr>
          <p:spPr>
            <a:xfrm>
              <a:off x="2901525" y="2171725"/>
              <a:ext cx="59300" cy="56725"/>
            </a:xfrm>
            <a:custGeom>
              <a:avLst/>
              <a:gdLst/>
              <a:ahLst/>
              <a:cxnLst/>
              <a:rect l="l" t="t" r="r" b="b"/>
              <a:pathLst>
                <a:path w="2372" h="2269" extrusionOk="0">
                  <a:moveTo>
                    <a:pt x="2248" y="1"/>
                  </a:moveTo>
                  <a:cubicBezTo>
                    <a:pt x="2098" y="1"/>
                    <a:pt x="1526" y="379"/>
                    <a:pt x="1004" y="956"/>
                  </a:cubicBezTo>
                  <a:cubicBezTo>
                    <a:pt x="366" y="1564"/>
                    <a:pt x="1" y="2172"/>
                    <a:pt x="92" y="2263"/>
                  </a:cubicBezTo>
                  <a:cubicBezTo>
                    <a:pt x="96" y="2267"/>
                    <a:pt x="101" y="2268"/>
                    <a:pt x="108" y="2268"/>
                  </a:cubicBezTo>
                  <a:cubicBezTo>
                    <a:pt x="219" y="2268"/>
                    <a:pt x="737" y="1831"/>
                    <a:pt x="1308" y="1260"/>
                  </a:cubicBezTo>
                  <a:cubicBezTo>
                    <a:pt x="1885" y="652"/>
                    <a:pt x="2372" y="74"/>
                    <a:pt x="2281" y="14"/>
                  </a:cubicBezTo>
                  <a:cubicBezTo>
                    <a:pt x="2275" y="5"/>
                    <a:pt x="2264" y="1"/>
                    <a:pt x="2248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56"/>
            <p:cNvSpPr/>
            <p:nvPr/>
          </p:nvSpPr>
          <p:spPr>
            <a:xfrm>
              <a:off x="2692575" y="2199350"/>
              <a:ext cx="283450" cy="229575"/>
            </a:xfrm>
            <a:custGeom>
              <a:avLst/>
              <a:gdLst/>
              <a:ahLst/>
              <a:cxnLst/>
              <a:rect l="l" t="t" r="r" b="b"/>
              <a:pathLst>
                <a:path w="11338" h="9183" extrusionOk="0">
                  <a:moveTo>
                    <a:pt x="5890" y="1"/>
                  </a:moveTo>
                  <a:cubicBezTo>
                    <a:pt x="5835" y="1"/>
                    <a:pt x="5806" y="3"/>
                    <a:pt x="5806" y="3"/>
                  </a:cubicBezTo>
                  <a:cubicBezTo>
                    <a:pt x="4104" y="185"/>
                    <a:pt x="2432" y="915"/>
                    <a:pt x="1398" y="2313"/>
                  </a:cubicBezTo>
                  <a:cubicBezTo>
                    <a:pt x="578" y="3498"/>
                    <a:pt x="122" y="4927"/>
                    <a:pt x="31" y="6386"/>
                  </a:cubicBezTo>
                  <a:cubicBezTo>
                    <a:pt x="0" y="6994"/>
                    <a:pt x="31" y="7602"/>
                    <a:pt x="61" y="8210"/>
                  </a:cubicBezTo>
                  <a:cubicBezTo>
                    <a:pt x="122" y="8514"/>
                    <a:pt x="61" y="8939"/>
                    <a:pt x="213" y="9182"/>
                  </a:cubicBezTo>
                  <a:cubicBezTo>
                    <a:pt x="365" y="6234"/>
                    <a:pt x="1459" y="3134"/>
                    <a:pt x="4863" y="2556"/>
                  </a:cubicBezTo>
                  <a:cubicBezTo>
                    <a:pt x="5332" y="2476"/>
                    <a:pt x="5781" y="2438"/>
                    <a:pt x="6212" y="2438"/>
                  </a:cubicBezTo>
                  <a:cubicBezTo>
                    <a:pt x="8243" y="2438"/>
                    <a:pt x="9884" y="3278"/>
                    <a:pt x="11338" y="4532"/>
                  </a:cubicBezTo>
                  <a:cubicBezTo>
                    <a:pt x="9434" y="201"/>
                    <a:pt x="6430" y="1"/>
                    <a:pt x="5890" y="1"/>
                  </a:cubicBezTo>
                  <a:close/>
                </a:path>
              </a:pathLst>
            </a:custGeom>
            <a:solidFill>
              <a:srgbClr val="3A3939">
                <a:alpha val="22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56"/>
            <p:cNvSpPr/>
            <p:nvPr/>
          </p:nvSpPr>
          <p:spPr>
            <a:xfrm>
              <a:off x="2688000" y="2189350"/>
              <a:ext cx="288800" cy="238050"/>
            </a:xfrm>
            <a:custGeom>
              <a:avLst/>
              <a:gdLst/>
              <a:ahLst/>
              <a:cxnLst/>
              <a:rect l="l" t="t" r="r" b="b"/>
              <a:pathLst>
                <a:path w="11552" h="9522" extrusionOk="0">
                  <a:moveTo>
                    <a:pt x="5510" y="0"/>
                  </a:moveTo>
                  <a:cubicBezTo>
                    <a:pt x="4811" y="0"/>
                    <a:pt x="4089" y="129"/>
                    <a:pt x="3405" y="433"/>
                  </a:cubicBezTo>
                  <a:cubicBezTo>
                    <a:pt x="2736" y="707"/>
                    <a:pt x="2128" y="1193"/>
                    <a:pt x="1673" y="1710"/>
                  </a:cubicBezTo>
                  <a:cubicBezTo>
                    <a:pt x="1217" y="2227"/>
                    <a:pt x="852" y="2804"/>
                    <a:pt x="609" y="3382"/>
                  </a:cubicBezTo>
                  <a:cubicBezTo>
                    <a:pt x="92" y="4506"/>
                    <a:pt x="1" y="5661"/>
                    <a:pt x="1" y="6604"/>
                  </a:cubicBezTo>
                  <a:cubicBezTo>
                    <a:pt x="1" y="7516"/>
                    <a:pt x="92" y="8275"/>
                    <a:pt x="214" y="8762"/>
                  </a:cubicBezTo>
                  <a:cubicBezTo>
                    <a:pt x="335" y="9248"/>
                    <a:pt x="396" y="9522"/>
                    <a:pt x="487" y="9522"/>
                  </a:cubicBezTo>
                  <a:cubicBezTo>
                    <a:pt x="517" y="9522"/>
                    <a:pt x="548" y="9218"/>
                    <a:pt x="517" y="8731"/>
                  </a:cubicBezTo>
                  <a:cubicBezTo>
                    <a:pt x="517" y="8245"/>
                    <a:pt x="487" y="7516"/>
                    <a:pt x="517" y="6634"/>
                  </a:cubicBezTo>
                  <a:cubicBezTo>
                    <a:pt x="609" y="5753"/>
                    <a:pt x="761" y="4750"/>
                    <a:pt x="1247" y="3716"/>
                  </a:cubicBezTo>
                  <a:cubicBezTo>
                    <a:pt x="1733" y="2683"/>
                    <a:pt x="2524" y="1710"/>
                    <a:pt x="3709" y="1193"/>
                  </a:cubicBezTo>
                  <a:cubicBezTo>
                    <a:pt x="4348" y="931"/>
                    <a:pt x="5013" y="819"/>
                    <a:pt x="5657" y="819"/>
                  </a:cubicBezTo>
                  <a:cubicBezTo>
                    <a:pt x="6209" y="819"/>
                    <a:pt x="6744" y="901"/>
                    <a:pt x="7235" y="1041"/>
                  </a:cubicBezTo>
                  <a:cubicBezTo>
                    <a:pt x="8299" y="1406"/>
                    <a:pt x="9150" y="2044"/>
                    <a:pt x="9758" y="2652"/>
                  </a:cubicBezTo>
                  <a:cubicBezTo>
                    <a:pt x="10366" y="3260"/>
                    <a:pt x="10761" y="3868"/>
                    <a:pt x="11004" y="4294"/>
                  </a:cubicBezTo>
                  <a:cubicBezTo>
                    <a:pt x="11293" y="4669"/>
                    <a:pt x="11417" y="4934"/>
                    <a:pt x="11507" y="4934"/>
                  </a:cubicBezTo>
                  <a:cubicBezTo>
                    <a:pt x="11511" y="4934"/>
                    <a:pt x="11516" y="4933"/>
                    <a:pt x="11521" y="4932"/>
                  </a:cubicBezTo>
                  <a:cubicBezTo>
                    <a:pt x="11551" y="4932"/>
                    <a:pt x="11521" y="4628"/>
                    <a:pt x="11308" y="4142"/>
                  </a:cubicBezTo>
                  <a:cubicBezTo>
                    <a:pt x="11126" y="3625"/>
                    <a:pt x="10791" y="2956"/>
                    <a:pt x="10183" y="2227"/>
                  </a:cubicBezTo>
                  <a:cubicBezTo>
                    <a:pt x="9575" y="1497"/>
                    <a:pt x="8694" y="737"/>
                    <a:pt x="7478" y="342"/>
                  </a:cubicBezTo>
                  <a:cubicBezTo>
                    <a:pt x="6885" y="129"/>
                    <a:pt x="6209" y="0"/>
                    <a:pt x="5510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56"/>
            <p:cNvSpPr/>
            <p:nvPr/>
          </p:nvSpPr>
          <p:spPr>
            <a:xfrm>
              <a:off x="2144675" y="2325725"/>
              <a:ext cx="324500" cy="263775"/>
            </a:xfrm>
            <a:custGeom>
              <a:avLst/>
              <a:gdLst/>
              <a:ahLst/>
              <a:cxnLst/>
              <a:rect l="l" t="t" r="r" b="b"/>
              <a:pathLst>
                <a:path w="12980" h="10551" extrusionOk="0">
                  <a:moveTo>
                    <a:pt x="6184" y="0"/>
                  </a:moveTo>
                  <a:cubicBezTo>
                    <a:pt x="1333" y="0"/>
                    <a:pt x="1" y="5738"/>
                    <a:pt x="1" y="5738"/>
                  </a:cubicBezTo>
                  <a:cubicBezTo>
                    <a:pt x="1255" y="9363"/>
                    <a:pt x="3740" y="10551"/>
                    <a:pt x="6218" y="10551"/>
                  </a:cubicBezTo>
                  <a:cubicBezTo>
                    <a:pt x="9205" y="10551"/>
                    <a:pt x="12182" y="8825"/>
                    <a:pt x="12980" y="7562"/>
                  </a:cubicBezTo>
                  <a:cubicBezTo>
                    <a:pt x="11777" y="561"/>
                    <a:pt x="8507" y="138"/>
                    <a:pt x="7735" y="138"/>
                  </a:cubicBezTo>
                  <a:cubicBezTo>
                    <a:pt x="7628" y="138"/>
                    <a:pt x="7569" y="146"/>
                    <a:pt x="7569" y="146"/>
                  </a:cubicBezTo>
                  <a:cubicBezTo>
                    <a:pt x="7079" y="46"/>
                    <a:pt x="6617" y="0"/>
                    <a:pt x="6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56"/>
            <p:cNvSpPr/>
            <p:nvPr/>
          </p:nvSpPr>
          <p:spPr>
            <a:xfrm>
              <a:off x="2351375" y="2333150"/>
              <a:ext cx="119325" cy="211275"/>
            </a:xfrm>
            <a:custGeom>
              <a:avLst/>
              <a:gdLst/>
              <a:ahLst/>
              <a:cxnLst/>
              <a:rect l="l" t="t" r="r" b="b"/>
              <a:pathLst>
                <a:path w="4773" h="8451" extrusionOk="0">
                  <a:moveTo>
                    <a:pt x="456" y="1"/>
                  </a:moveTo>
                  <a:lnTo>
                    <a:pt x="456" y="1"/>
                  </a:lnTo>
                  <a:cubicBezTo>
                    <a:pt x="0" y="1672"/>
                    <a:pt x="122" y="3496"/>
                    <a:pt x="821" y="5137"/>
                  </a:cubicBezTo>
                  <a:cubicBezTo>
                    <a:pt x="1368" y="6475"/>
                    <a:pt x="2371" y="7660"/>
                    <a:pt x="3557" y="8451"/>
                  </a:cubicBezTo>
                  <a:cubicBezTo>
                    <a:pt x="4073" y="8055"/>
                    <a:pt x="4499" y="7660"/>
                    <a:pt x="4773" y="7265"/>
                  </a:cubicBezTo>
                  <a:cubicBezTo>
                    <a:pt x="3861" y="1976"/>
                    <a:pt x="1763" y="456"/>
                    <a:pt x="456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56"/>
            <p:cNvSpPr/>
            <p:nvPr/>
          </p:nvSpPr>
          <p:spPr>
            <a:xfrm>
              <a:off x="2096050" y="2357550"/>
              <a:ext cx="73725" cy="44675"/>
            </a:xfrm>
            <a:custGeom>
              <a:avLst/>
              <a:gdLst/>
              <a:ahLst/>
              <a:cxnLst/>
              <a:rect l="l" t="t" r="r" b="b"/>
              <a:pathLst>
                <a:path w="2949" h="1787" extrusionOk="0">
                  <a:moveTo>
                    <a:pt x="146" y="1"/>
                  </a:moveTo>
                  <a:cubicBezTo>
                    <a:pt x="115" y="1"/>
                    <a:pt x="96" y="9"/>
                    <a:pt x="92" y="28"/>
                  </a:cubicBezTo>
                  <a:cubicBezTo>
                    <a:pt x="0" y="149"/>
                    <a:pt x="608" y="605"/>
                    <a:pt x="1368" y="1091"/>
                  </a:cubicBezTo>
                  <a:cubicBezTo>
                    <a:pt x="2015" y="1505"/>
                    <a:pt x="2617" y="1787"/>
                    <a:pt x="2820" y="1787"/>
                  </a:cubicBezTo>
                  <a:cubicBezTo>
                    <a:pt x="2856" y="1787"/>
                    <a:pt x="2879" y="1778"/>
                    <a:pt x="2888" y="1760"/>
                  </a:cubicBezTo>
                  <a:cubicBezTo>
                    <a:pt x="2949" y="1669"/>
                    <a:pt x="2371" y="1213"/>
                    <a:pt x="1611" y="696"/>
                  </a:cubicBezTo>
                  <a:cubicBezTo>
                    <a:pt x="913" y="283"/>
                    <a:pt x="325" y="1"/>
                    <a:pt x="146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56"/>
            <p:cNvSpPr/>
            <p:nvPr/>
          </p:nvSpPr>
          <p:spPr>
            <a:xfrm>
              <a:off x="2147725" y="2301850"/>
              <a:ext cx="55500" cy="63275"/>
            </a:xfrm>
            <a:custGeom>
              <a:avLst/>
              <a:gdLst/>
              <a:ahLst/>
              <a:cxnLst/>
              <a:rect l="l" t="t" r="r" b="b"/>
              <a:pathLst>
                <a:path w="2220" h="2531" extrusionOk="0">
                  <a:moveTo>
                    <a:pt x="86" y="0"/>
                  </a:moveTo>
                  <a:cubicBezTo>
                    <a:pt x="76" y="0"/>
                    <a:pt x="67" y="2"/>
                    <a:pt x="61" y="6"/>
                  </a:cubicBezTo>
                  <a:cubicBezTo>
                    <a:pt x="0" y="67"/>
                    <a:pt x="396" y="645"/>
                    <a:pt x="973" y="1374"/>
                  </a:cubicBezTo>
                  <a:cubicBezTo>
                    <a:pt x="1535" y="1995"/>
                    <a:pt x="1982" y="2530"/>
                    <a:pt x="2118" y="2530"/>
                  </a:cubicBezTo>
                  <a:cubicBezTo>
                    <a:pt x="2121" y="2530"/>
                    <a:pt x="2125" y="2530"/>
                    <a:pt x="2128" y="2529"/>
                  </a:cubicBezTo>
                  <a:cubicBezTo>
                    <a:pt x="2219" y="2438"/>
                    <a:pt x="1885" y="1800"/>
                    <a:pt x="1307" y="1070"/>
                  </a:cubicBezTo>
                  <a:cubicBezTo>
                    <a:pt x="797" y="390"/>
                    <a:pt x="234" y="0"/>
                    <a:pt x="86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56"/>
            <p:cNvSpPr/>
            <p:nvPr/>
          </p:nvSpPr>
          <p:spPr>
            <a:xfrm>
              <a:off x="2210800" y="2261625"/>
              <a:ext cx="34225" cy="77650"/>
            </a:xfrm>
            <a:custGeom>
              <a:avLst/>
              <a:gdLst/>
              <a:ahLst/>
              <a:cxnLst/>
              <a:rect l="l" t="t" r="r" b="b"/>
              <a:pathLst>
                <a:path w="1369" h="3106" extrusionOk="0">
                  <a:moveTo>
                    <a:pt x="139" y="0"/>
                  </a:moveTo>
                  <a:cubicBezTo>
                    <a:pt x="133" y="0"/>
                    <a:pt x="127" y="2"/>
                    <a:pt x="122" y="4"/>
                  </a:cubicBezTo>
                  <a:cubicBezTo>
                    <a:pt x="0" y="65"/>
                    <a:pt x="243" y="764"/>
                    <a:pt x="547" y="1615"/>
                  </a:cubicBezTo>
                  <a:cubicBezTo>
                    <a:pt x="845" y="2448"/>
                    <a:pt x="1142" y="3106"/>
                    <a:pt x="1269" y="3106"/>
                  </a:cubicBezTo>
                  <a:cubicBezTo>
                    <a:pt x="1271" y="3106"/>
                    <a:pt x="1274" y="3105"/>
                    <a:pt x="1277" y="3105"/>
                  </a:cubicBezTo>
                  <a:cubicBezTo>
                    <a:pt x="1368" y="3074"/>
                    <a:pt x="1277" y="2345"/>
                    <a:pt x="973" y="1463"/>
                  </a:cubicBezTo>
                  <a:cubicBezTo>
                    <a:pt x="653" y="621"/>
                    <a:pt x="278" y="0"/>
                    <a:pt x="139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56"/>
            <p:cNvSpPr/>
            <p:nvPr/>
          </p:nvSpPr>
          <p:spPr>
            <a:xfrm>
              <a:off x="2145450" y="2325725"/>
              <a:ext cx="325250" cy="198175"/>
            </a:xfrm>
            <a:custGeom>
              <a:avLst/>
              <a:gdLst/>
              <a:ahLst/>
              <a:cxnLst/>
              <a:rect l="l" t="t" r="r" b="b"/>
              <a:pathLst>
                <a:path w="13010" h="7927" extrusionOk="0">
                  <a:moveTo>
                    <a:pt x="6190" y="0"/>
                  </a:moveTo>
                  <a:cubicBezTo>
                    <a:pt x="1358" y="0"/>
                    <a:pt x="0" y="5738"/>
                    <a:pt x="0" y="5738"/>
                  </a:cubicBezTo>
                  <a:lnTo>
                    <a:pt x="0" y="5769"/>
                  </a:lnTo>
                  <a:cubicBezTo>
                    <a:pt x="1288" y="3881"/>
                    <a:pt x="3464" y="2531"/>
                    <a:pt x="5717" y="2531"/>
                  </a:cubicBezTo>
                  <a:cubicBezTo>
                    <a:pt x="5858" y="2531"/>
                    <a:pt x="5999" y="2536"/>
                    <a:pt x="6140" y="2547"/>
                  </a:cubicBezTo>
                  <a:cubicBezTo>
                    <a:pt x="7994" y="2699"/>
                    <a:pt x="9636" y="3671"/>
                    <a:pt x="10821" y="5009"/>
                  </a:cubicBezTo>
                  <a:cubicBezTo>
                    <a:pt x="11611" y="5890"/>
                    <a:pt x="12189" y="6863"/>
                    <a:pt x="12706" y="7927"/>
                  </a:cubicBezTo>
                  <a:cubicBezTo>
                    <a:pt x="12797" y="7805"/>
                    <a:pt x="12918" y="7684"/>
                    <a:pt x="13010" y="7562"/>
                  </a:cubicBezTo>
                  <a:cubicBezTo>
                    <a:pt x="11807" y="561"/>
                    <a:pt x="8513" y="138"/>
                    <a:pt x="7735" y="138"/>
                  </a:cubicBezTo>
                  <a:cubicBezTo>
                    <a:pt x="7628" y="138"/>
                    <a:pt x="7569" y="146"/>
                    <a:pt x="7569" y="146"/>
                  </a:cubicBezTo>
                  <a:cubicBezTo>
                    <a:pt x="7080" y="46"/>
                    <a:pt x="6621" y="0"/>
                    <a:pt x="6190" y="0"/>
                  </a:cubicBezTo>
                  <a:close/>
                </a:path>
              </a:pathLst>
            </a:custGeom>
            <a:solidFill>
              <a:srgbClr val="3A3939">
                <a:alpha val="22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56"/>
            <p:cNvSpPr/>
            <p:nvPr/>
          </p:nvSpPr>
          <p:spPr>
            <a:xfrm>
              <a:off x="2141650" y="2312300"/>
              <a:ext cx="329800" cy="202500"/>
            </a:xfrm>
            <a:custGeom>
              <a:avLst/>
              <a:gdLst/>
              <a:ahLst/>
              <a:cxnLst/>
              <a:rect l="l" t="t" r="r" b="b"/>
              <a:pathLst>
                <a:path w="13192" h="8100" extrusionOk="0">
                  <a:moveTo>
                    <a:pt x="6523" y="0"/>
                  </a:moveTo>
                  <a:cubicBezTo>
                    <a:pt x="5268" y="0"/>
                    <a:pt x="4077" y="376"/>
                    <a:pt x="3161" y="987"/>
                  </a:cubicBezTo>
                  <a:cubicBezTo>
                    <a:pt x="2067" y="1716"/>
                    <a:pt x="1307" y="2658"/>
                    <a:pt x="851" y="3509"/>
                  </a:cubicBezTo>
                  <a:cubicBezTo>
                    <a:pt x="395" y="4360"/>
                    <a:pt x="152" y="5120"/>
                    <a:pt x="91" y="5667"/>
                  </a:cubicBezTo>
                  <a:cubicBezTo>
                    <a:pt x="0" y="6184"/>
                    <a:pt x="0" y="6488"/>
                    <a:pt x="91" y="6488"/>
                  </a:cubicBezTo>
                  <a:cubicBezTo>
                    <a:pt x="94" y="6490"/>
                    <a:pt x="96" y="6490"/>
                    <a:pt x="98" y="6490"/>
                  </a:cubicBezTo>
                  <a:cubicBezTo>
                    <a:pt x="190" y="6490"/>
                    <a:pt x="359" y="5297"/>
                    <a:pt x="1338" y="3813"/>
                  </a:cubicBezTo>
                  <a:cubicBezTo>
                    <a:pt x="1824" y="3053"/>
                    <a:pt x="2553" y="2202"/>
                    <a:pt x="3587" y="1594"/>
                  </a:cubicBezTo>
                  <a:cubicBezTo>
                    <a:pt x="4380" y="1099"/>
                    <a:pt x="5416" y="785"/>
                    <a:pt x="6497" y="785"/>
                  </a:cubicBezTo>
                  <a:cubicBezTo>
                    <a:pt x="6741" y="785"/>
                    <a:pt x="6988" y="801"/>
                    <a:pt x="7234" y="835"/>
                  </a:cubicBezTo>
                  <a:cubicBezTo>
                    <a:pt x="7873" y="926"/>
                    <a:pt x="8511" y="1108"/>
                    <a:pt x="9058" y="1412"/>
                  </a:cubicBezTo>
                  <a:cubicBezTo>
                    <a:pt x="9575" y="1716"/>
                    <a:pt x="10061" y="2142"/>
                    <a:pt x="10456" y="2537"/>
                  </a:cubicBezTo>
                  <a:cubicBezTo>
                    <a:pt x="11247" y="3418"/>
                    <a:pt x="11733" y="4421"/>
                    <a:pt x="12098" y="5242"/>
                  </a:cubicBezTo>
                  <a:cubicBezTo>
                    <a:pt x="12432" y="6093"/>
                    <a:pt x="12645" y="6853"/>
                    <a:pt x="12797" y="7339"/>
                  </a:cubicBezTo>
                  <a:cubicBezTo>
                    <a:pt x="12949" y="7826"/>
                    <a:pt x="13070" y="8099"/>
                    <a:pt x="13162" y="8099"/>
                  </a:cubicBezTo>
                  <a:cubicBezTo>
                    <a:pt x="13192" y="8099"/>
                    <a:pt x="13192" y="7795"/>
                    <a:pt x="13101" y="7278"/>
                  </a:cubicBezTo>
                  <a:cubicBezTo>
                    <a:pt x="13040" y="6731"/>
                    <a:pt x="12918" y="5971"/>
                    <a:pt x="12614" y="5060"/>
                  </a:cubicBezTo>
                  <a:cubicBezTo>
                    <a:pt x="12310" y="4148"/>
                    <a:pt x="11855" y="3053"/>
                    <a:pt x="10973" y="2050"/>
                  </a:cubicBezTo>
                  <a:cubicBezTo>
                    <a:pt x="10578" y="1564"/>
                    <a:pt x="10031" y="1108"/>
                    <a:pt x="9393" y="743"/>
                  </a:cubicBezTo>
                  <a:cubicBezTo>
                    <a:pt x="8754" y="348"/>
                    <a:pt x="8025" y="135"/>
                    <a:pt x="7265" y="44"/>
                  </a:cubicBezTo>
                  <a:cubicBezTo>
                    <a:pt x="7016" y="14"/>
                    <a:pt x="6769" y="0"/>
                    <a:pt x="6523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56"/>
            <p:cNvSpPr/>
            <p:nvPr/>
          </p:nvSpPr>
          <p:spPr>
            <a:xfrm>
              <a:off x="1564875" y="2614175"/>
              <a:ext cx="947625" cy="2055300"/>
            </a:xfrm>
            <a:custGeom>
              <a:avLst/>
              <a:gdLst/>
              <a:ahLst/>
              <a:cxnLst/>
              <a:rect l="l" t="t" r="r" b="b"/>
              <a:pathLst>
                <a:path w="37905" h="82212" extrusionOk="0">
                  <a:moveTo>
                    <a:pt x="22503" y="0"/>
                  </a:moveTo>
                  <a:cubicBezTo>
                    <a:pt x="22085" y="0"/>
                    <a:pt x="21753" y="427"/>
                    <a:pt x="21582" y="827"/>
                  </a:cubicBezTo>
                  <a:cubicBezTo>
                    <a:pt x="20700" y="2802"/>
                    <a:pt x="20852" y="5082"/>
                    <a:pt x="21339" y="7210"/>
                  </a:cubicBezTo>
                  <a:cubicBezTo>
                    <a:pt x="21582" y="8638"/>
                    <a:pt x="22007" y="10036"/>
                    <a:pt x="22463" y="11404"/>
                  </a:cubicBezTo>
                  <a:cubicBezTo>
                    <a:pt x="22889" y="12620"/>
                    <a:pt x="23406" y="13988"/>
                    <a:pt x="22889" y="15204"/>
                  </a:cubicBezTo>
                  <a:cubicBezTo>
                    <a:pt x="21065" y="12377"/>
                    <a:pt x="19758" y="9185"/>
                    <a:pt x="19089" y="5842"/>
                  </a:cubicBezTo>
                  <a:cubicBezTo>
                    <a:pt x="18846" y="4778"/>
                    <a:pt x="18694" y="3653"/>
                    <a:pt x="18360" y="2590"/>
                  </a:cubicBezTo>
                  <a:cubicBezTo>
                    <a:pt x="18243" y="2298"/>
                    <a:pt x="18070" y="1949"/>
                    <a:pt x="17760" y="1949"/>
                  </a:cubicBezTo>
                  <a:cubicBezTo>
                    <a:pt x="17748" y="1949"/>
                    <a:pt x="17735" y="1950"/>
                    <a:pt x="17722" y="1951"/>
                  </a:cubicBezTo>
                  <a:cubicBezTo>
                    <a:pt x="17570" y="1951"/>
                    <a:pt x="17448" y="2073"/>
                    <a:pt x="17326" y="2194"/>
                  </a:cubicBezTo>
                  <a:cubicBezTo>
                    <a:pt x="16202" y="3289"/>
                    <a:pt x="16202" y="5112"/>
                    <a:pt x="16445" y="6693"/>
                  </a:cubicBezTo>
                  <a:cubicBezTo>
                    <a:pt x="16810" y="8638"/>
                    <a:pt x="17357" y="10492"/>
                    <a:pt x="18238" y="12255"/>
                  </a:cubicBezTo>
                  <a:cubicBezTo>
                    <a:pt x="18785" y="13319"/>
                    <a:pt x="19393" y="14413"/>
                    <a:pt x="19454" y="15599"/>
                  </a:cubicBezTo>
                  <a:cubicBezTo>
                    <a:pt x="18421" y="15204"/>
                    <a:pt x="17661" y="14353"/>
                    <a:pt x="17114" y="13380"/>
                  </a:cubicBezTo>
                  <a:cubicBezTo>
                    <a:pt x="16536" y="12438"/>
                    <a:pt x="16141" y="11465"/>
                    <a:pt x="15594" y="10492"/>
                  </a:cubicBezTo>
                  <a:cubicBezTo>
                    <a:pt x="15267" y="9948"/>
                    <a:pt x="14565" y="9059"/>
                    <a:pt x="13959" y="9059"/>
                  </a:cubicBezTo>
                  <a:cubicBezTo>
                    <a:pt x="13719" y="9059"/>
                    <a:pt x="13495" y="9197"/>
                    <a:pt x="13314" y="9550"/>
                  </a:cubicBezTo>
                  <a:cubicBezTo>
                    <a:pt x="12949" y="10188"/>
                    <a:pt x="13314" y="11100"/>
                    <a:pt x="13527" y="11708"/>
                  </a:cubicBezTo>
                  <a:cubicBezTo>
                    <a:pt x="14074" y="13167"/>
                    <a:pt x="15016" y="14565"/>
                    <a:pt x="15989" y="15751"/>
                  </a:cubicBezTo>
                  <a:cubicBezTo>
                    <a:pt x="17144" y="17119"/>
                    <a:pt x="18512" y="18334"/>
                    <a:pt x="19789" y="19581"/>
                  </a:cubicBezTo>
                  <a:cubicBezTo>
                    <a:pt x="21004" y="20736"/>
                    <a:pt x="22038" y="21344"/>
                    <a:pt x="21855" y="23198"/>
                  </a:cubicBezTo>
                  <a:cubicBezTo>
                    <a:pt x="21855" y="23319"/>
                    <a:pt x="21825" y="23411"/>
                    <a:pt x="21825" y="23502"/>
                  </a:cubicBezTo>
                  <a:cubicBezTo>
                    <a:pt x="15199" y="34626"/>
                    <a:pt x="2858" y="55873"/>
                    <a:pt x="2129" y="59824"/>
                  </a:cubicBezTo>
                  <a:cubicBezTo>
                    <a:pt x="1156" y="65265"/>
                    <a:pt x="1" y="76390"/>
                    <a:pt x="7630" y="81253"/>
                  </a:cubicBezTo>
                  <a:cubicBezTo>
                    <a:pt x="8668" y="81912"/>
                    <a:pt x="9760" y="82212"/>
                    <a:pt x="10879" y="82212"/>
                  </a:cubicBezTo>
                  <a:cubicBezTo>
                    <a:pt x="18018" y="82212"/>
                    <a:pt x="26275" y="70017"/>
                    <a:pt x="28877" y="61162"/>
                  </a:cubicBezTo>
                  <a:cubicBezTo>
                    <a:pt x="31886" y="50888"/>
                    <a:pt x="37570" y="24383"/>
                    <a:pt x="37570" y="24383"/>
                  </a:cubicBezTo>
                  <a:lnTo>
                    <a:pt x="37509" y="24262"/>
                  </a:lnTo>
                  <a:cubicBezTo>
                    <a:pt x="37904" y="20888"/>
                    <a:pt x="37296" y="17362"/>
                    <a:pt x="35837" y="14292"/>
                  </a:cubicBezTo>
                  <a:cubicBezTo>
                    <a:pt x="34956" y="12407"/>
                    <a:pt x="33740" y="10644"/>
                    <a:pt x="32281" y="9185"/>
                  </a:cubicBezTo>
                  <a:cubicBezTo>
                    <a:pt x="31936" y="8863"/>
                    <a:pt x="29672" y="6727"/>
                    <a:pt x="28568" y="6727"/>
                  </a:cubicBezTo>
                  <a:cubicBezTo>
                    <a:pt x="28214" y="6727"/>
                    <a:pt x="27980" y="6946"/>
                    <a:pt x="27965" y="7514"/>
                  </a:cubicBezTo>
                  <a:cubicBezTo>
                    <a:pt x="27965" y="8061"/>
                    <a:pt x="28360" y="8729"/>
                    <a:pt x="28573" y="9216"/>
                  </a:cubicBezTo>
                  <a:cubicBezTo>
                    <a:pt x="29211" y="10462"/>
                    <a:pt x="30488" y="12103"/>
                    <a:pt x="30518" y="13532"/>
                  </a:cubicBezTo>
                  <a:cubicBezTo>
                    <a:pt x="30542" y="14347"/>
                    <a:pt x="30188" y="15067"/>
                    <a:pt x="29546" y="15067"/>
                  </a:cubicBezTo>
                  <a:cubicBezTo>
                    <a:pt x="29373" y="15067"/>
                    <a:pt x="29180" y="15015"/>
                    <a:pt x="28968" y="14900"/>
                  </a:cubicBezTo>
                  <a:cubicBezTo>
                    <a:pt x="26840" y="13775"/>
                    <a:pt x="25412" y="10128"/>
                    <a:pt x="24865" y="8000"/>
                  </a:cubicBezTo>
                  <a:cubicBezTo>
                    <a:pt x="24196" y="5629"/>
                    <a:pt x="23983" y="3197"/>
                    <a:pt x="23254" y="887"/>
                  </a:cubicBezTo>
                  <a:cubicBezTo>
                    <a:pt x="23132" y="523"/>
                    <a:pt x="22950" y="97"/>
                    <a:pt x="22585" y="6"/>
                  </a:cubicBezTo>
                  <a:cubicBezTo>
                    <a:pt x="22557" y="2"/>
                    <a:pt x="22530" y="0"/>
                    <a:pt x="22503" y="0"/>
                  </a:cubicBezTo>
                  <a:close/>
                </a:path>
              </a:pathLst>
            </a:custGeom>
            <a:solidFill>
              <a:srgbClr val="E587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56"/>
            <p:cNvSpPr/>
            <p:nvPr/>
          </p:nvSpPr>
          <p:spPr>
            <a:xfrm>
              <a:off x="2227500" y="4029225"/>
              <a:ext cx="382250" cy="487125"/>
            </a:xfrm>
            <a:custGeom>
              <a:avLst/>
              <a:gdLst/>
              <a:ahLst/>
              <a:cxnLst/>
              <a:rect l="l" t="t" r="r" b="b"/>
              <a:pathLst>
                <a:path w="15290" h="19485" extrusionOk="0">
                  <a:moveTo>
                    <a:pt x="8998" y="0"/>
                  </a:moveTo>
                  <a:cubicBezTo>
                    <a:pt x="4013" y="0"/>
                    <a:pt x="1" y="4013"/>
                    <a:pt x="1" y="8998"/>
                  </a:cubicBezTo>
                  <a:lnTo>
                    <a:pt x="1" y="10457"/>
                  </a:lnTo>
                  <a:cubicBezTo>
                    <a:pt x="1" y="15441"/>
                    <a:pt x="4013" y="19484"/>
                    <a:pt x="8998" y="19484"/>
                  </a:cubicBezTo>
                  <a:lnTo>
                    <a:pt x="11612" y="19484"/>
                  </a:lnTo>
                  <a:cubicBezTo>
                    <a:pt x="12950" y="19484"/>
                    <a:pt x="14196" y="19180"/>
                    <a:pt x="15290" y="18663"/>
                  </a:cubicBezTo>
                  <a:lnTo>
                    <a:pt x="15290" y="13678"/>
                  </a:lnTo>
                  <a:cubicBezTo>
                    <a:pt x="14317" y="14894"/>
                    <a:pt x="12798" y="15654"/>
                    <a:pt x="11095" y="15654"/>
                  </a:cubicBezTo>
                  <a:lnTo>
                    <a:pt x="9484" y="15654"/>
                  </a:lnTo>
                  <a:cubicBezTo>
                    <a:pt x="6445" y="15654"/>
                    <a:pt x="4013" y="13162"/>
                    <a:pt x="4013" y="10183"/>
                  </a:cubicBezTo>
                  <a:lnTo>
                    <a:pt x="4013" y="9271"/>
                  </a:lnTo>
                  <a:cubicBezTo>
                    <a:pt x="4013" y="6232"/>
                    <a:pt x="6475" y="3800"/>
                    <a:pt x="9484" y="3800"/>
                  </a:cubicBezTo>
                  <a:lnTo>
                    <a:pt x="11095" y="3800"/>
                  </a:lnTo>
                  <a:cubicBezTo>
                    <a:pt x="12798" y="3800"/>
                    <a:pt x="14287" y="4560"/>
                    <a:pt x="15290" y="5776"/>
                  </a:cubicBezTo>
                  <a:lnTo>
                    <a:pt x="15290" y="791"/>
                  </a:lnTo>
                  <a:cubicBezTo>
                    <a:pt x="14165" y="304"/>
                    <a:pt x="12889" y="0"/>
                    <a:pt x="116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56"/>
            <p:cNvSpPr/>
            <p:nvPr/>
          </p:nvSpPr>
          <p:spPr>
            <a:xfrm>
              <a:off x="2466875" y="3788300"/>
              <a:ext cx="804750" cy="872425"/>
            </a:xfrm>
            <a:custGeom>
              <a:avLst/>
              <a:gdLst/>
              <a:ahLst/>
              <a:cxnLst/>
              <a:rect l="l" t="t" r="r" b="b"/>
              <a:pathLst>
                <a:path w="32190" h="34897" extrusionOk="0">
                  <a:moveTo>
                    <a:pt x="15799" y="0"/>
                  </a:moveTo>
                  <a:cubicBezTo>
                    <a:pt x="13016" y="0"/>
                    <a:pt x="10237" y="392"/>
                    <a:pt x="7600" y="1066"/>
                  </a:cubicBezTo>
                  <a:cubicBezTo>
                    <a:pt x="5381" y="1643"/>
                    <a:pt x="2219" y="2434"/>
                    <a:pt x="943" y="4257"/>
                  </a:cubicBezTo>
                  <a:cubicBezTo>
                    <a:pt x="517" y="4865"/>
                    <a:pt x="457" y="5595"/>
                    <a:pt x="396" y="6324"/>
                  </a:cubicBezTo>
                  <a:cubicBezTo>
                    <a:pt x="1" y="14410"/>
                    <a:pt x="1247" y="22586"/>
                    <a:pt x="4165" y="30246"/>
                  </a:cubicBezTo>
                  <a:cubicBezTo>
                    <a:pt x="4560" y="31279"/>
                    <a:pt x="5016" y="32313"/>
                    <a:pt x="5867" y="33042"/>
                  </a:cubicBezTo>
                  <a:cubicBezTo>
                    <a:pt x="6596" y="33589"/>
                    <a:pt x="7539" y="33954"/>
                    <a:pt x="8511" y="34167"/>
                  </a:cubicBezTo>
                  <a:cubicBezTo>
                    <a:pt x="10214" y="34592"/>
                    <a:pt x="11916" y="34775"/>
                    <a:pt x="13709" y="34775"/>
                  </a:cubicBezTo>
                  <a:cubicBezTo>
                    <a:pt x="14773" y="34775"/>
                    <a:pt x="15867" y="34896"/>
                    <a:pt x="16961" y="34896"/>
                  </a:cubicBezTo>
                  <a:cubicBezTo>
                    <a:pt x="19302" y="34866"/>
                    <a:pt x="21582" y="34714"/>
                    <a:pt x="23800" y="34167"/>
                  </a:cubicBezTo>
                  <a:cubicBezTo>
                    <a:pt x="24773" y="33954"/>
                    <a:pt x="25715" y="33650"/>
                    <a:pt x="26445" y="33042"/>
                  </a:cubicBezTo>
                  <a:cubicBezTo>
                    <a:pt x="27296" y="32313"/>
                    <a:pt x="27752" y="31279"/>
                    <a:pt x="28147" y="30246"/>
                  </a:cubicBezTo>
                  <a:cubicBezTo>
                    <a:pt x="30913" y="22586"/>
                    <a:pt x="32190" y="14410"/>
                    <a:pt x="31795" y="6324"/>
                  </a:cubicBezTo>
                  <a:cubicBezTo>
                    <a:pt x="31764" y="5595"/>
                    <a:pt x="31673" y="4865"/>
                    <a:pt x="31247" y="4257"/>
                  </a:cubicBezTo>
                  <a:cubicBezTo>
                    <a:pt x="29940" y="2434"/>
                    <a:pt x="26810" y="1643"/>
                    <a:pt x="24621" y="1066"/>
                  </a:cubicBezTo>
                  <a:cubicBezTo>
                    <a:pt x="21925" y="392"/>
                    <a:pt x="19144" y="0"/>
                    <a:pt x="16415" y="0"/>
                  </a:cubicBezTo>
                  <a:cubicBezTo>
                    <a:pt x="16313" y="0"/>
                    <a:pt x="16212" y="1"/>
                    <a:pt x="16110" y="2"/>
                  </a:cubicBezTo>
                  <a:cubicBezTo>
                    <a:pt x="16007" y="1"/>
                    <a:pt x="15903" y="0"/>
                    <a:pt x="157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56"/>
            <p:cNvSpPr/>
            <p:nvPr/>
          </p:nvSpPr>
          <p:spPr>
            <a:xfrm>
              <a:off x="2555775" y="3856725"/>
              <a:ext cx="624675" cy="167200"/>
            </a:xfrm>
            <a:custGeom>
              <a:avLst/>
              <a:gdLst/>
              <a:ahLst/>
              <a:cxnLst/>
              <a:rect l="l" t="t" r="r" b="b"/>
              <a:pathLst>
                <a:path w="24987" h="6688" extrusionOk="0">
                  <a:moveTo>
                    <a:pt x="12494" y="1"/>
                  </a:moveTo>
                  <a:cubicBezTo>
                    <a:pt x="5594" y="1"/>
                    <a:pt x="1" y="1490"/>
                    <a:pt x="1" y="3344"/>
                  </a:cubicBezTo>
                  <a:cubicBezTo>
                    <a:pt x="1" y="5198"/>
                    <a:pt x="5594" y="6688"/>
                    <a:pt x="12494" y="6688"/>
                  </a:cubicBezTo>
                  <a:cubicBezTo>
                    <a:pt x="19393" y="6688"/>
                    <a:pt x="24986" y="5198"/>
                    <a:pt x="24986" y="3344"/>
                  </a:cubicBezTo>
                  <a:cubicBezTo>
                    <a:pt x="24986" y="1490"/>
                    <a:pt x="19393" y="1"/>
                    <a:pt x="12494" y="1"/>
                  </a:cubicBezTo>
                  <a:close/>
                </a:path>
              </a:pathLst>
            </a:custGeom>
            <a:solidFill>
              <a:srgbClr val="D3D7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56"/>
            <p:cNvSpPr/>
            <p:nvPr/>
          </p:nvSpPr>
          <p:spPr>
            <a:xfrm>
              <a:off x="2591500" y="3935000"/>
              <a:ext cx="553225" cy="88925"/>
            </a:xfrm>
            <a:custGeom>
              <a:avLst/>
              <a:gdLst/>
              <a:ahLst/>
              <a:cxnLst/>
              <a:rect l="l" t="t" r="r" b="b"/>
              <a:pathLst>
                <a:path w="22129" h="3557" extrusionOk="0">
                  <a:moveTo>
                    <a:pt x="11065" y="0"/>
                  </a:moveTo>
                  <a:cubicBezTo>
                    <a:pt x="4955" y="0"/>
                    <a:pt x="0" y="791"/>
                    <a:pt x="0" y="1763"/>
                  </a:cubicBezTo>
                  <a:cubicBezTo>
                    <a:pt x="0" y="2766"/>
                    <a:pt x="4955" y="3557"/>
                    <a:pt x="11065" y="3557"/>
                  </a:cubicBezTo>
                  <a:cubicBezTo>
                    <a:pt x="17174" y="3557"/>
                    <a:pt x="22129" y="2766"/>
                    <a:pt x="22129" y="1763"/>
                  </a:cubicBezTo>
                  <a:cubicBezTo>
                    <a:pt x="22129" y="791"/>
                    <a:pt x="17174" y="0"/>
                    <a:pt x="11065" y="0"/>
                  </a:cubicBezTo>
                  <a:close/>
                </a:path>
              </a:pathLst>
            </a:custGeom>
            <a:solidFill>
              <a:srgbClr val="5630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56"/>
            <p:cNvSpPr/>
            <p:nvPr/>
          </p:nvSpPr>
          <p:spPr>
            <a:xfrm>
              <a:off x="2640125" y="4102175"/>
              <a:ext cx="455975" cy="400825"/>
            </a:xfrm>
            <a:custGeom>
              <a:avLst/>
              <a:gdLst/>
              <a:ahLst/>
              <a:cxnLst/>
              <a:rect l="l" t="t" r="r" b="b"/>
              <a:pathLst>
                <a:path w="18239" h="16033" extrusionOk="0">
                  <a:moveTo>
                    <a:pt x="9102" y="0"/>
                  </a:moveTo>
                  <a:cubicBezTo>
                    <a:pt x="5979" y="0"/>
                    <a:pt x="3010" y="1847"/>
                    <a:pt x="1733" y="4925"/>
                  </a:cubicBezTo>
                  <a:cubicBezTo>
                    <a:pt x="1" y="8998"/>
                    <a:pt x="1916" y="13709"/>
                    <a:pt x="6019" y="15411"/>
                  </a:cubicBezTo>
                  <a:cubicBezTo>
                    <a:pt x="7028" y="15833"/>
                    <a:pt x="8076" y="16032"/>
                    <a:pt x="9107" y="16032"/>
                  </a:cubicBezTo>
                  <a:cubicBezTo>
                    <a:pt x="12241" y="16032"/>
                    <a:pt x="15225" y="14190"/>
                    <a:pt x="16506" y="11125"/>
                  </a:cubicBezTo>
                  <a:cubicBezTo>
                    <a:pt x="18238" y="7052"/>
                    <a:pt x="16293" y="2341"/>
                    <a:pt x="12220" y="639"/>
                  </a:cubicBezTo>
                  <a:cubicBezTo>
                    <a:pt x="11202" y="206"/>
                    <a:pt x="10143" y="0"/>
                    <a:pt x="9102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56"/>
            <p:cNvSpPr/>
            <p:nvPr/>
          </p:nvSpPr>
          <p:spPr>
            <a:xfrm>
              <a:off x="2772350" y="4245800"/>
              <a:ext cx="26625" cy="53200"/>
            </a:xfrm>
            <a:custGeom>
              <a:avLst/>
              <a:gdLst/>
              <a:ahLst/>
              <a:cxnLst/>
              <a:rect l="l" t="t" r="r" b="b"/>
              <a:pathLst>
                <a:path w="1065" h="2128" extrusionOk="0">
                  <a:moveTo>
                    <a:pt x="548" y="0"/>
                  </a:moveTo>
                  <a:cubicBezTo>
                    <a:pt x="244" y="0"/>
                    <a:pt x="1" y="487"/>
                    <a:pt x="1" y="1064"/>
                  </a:cubicBezTo>
                  <a:cubicBezTo>
                    <a:pt x="1" y="1672"/>
                    <a:pt x="244" y="2128"/>
                    <a:pt x="548" y="2128"/>
                  </a:cubicBezTo>
                  <a:cubicBezTo>
                    <a:pt x="852" y="2128"/>
                    <a:pt x="1065" y="1611"/>
                    <a:pt x="1065" y="1064"/>
                  </a:cubicBezTo>
                  <a:cubicBezTo>
                    <a:pt x="1065" y="487"/>
                    <a:pt x="852" y="0"/>
                    <a:pt x="548" y="0"/>
                  </a:cubicBezTo>
                  <a:close/>
                </a:path>
              </a:pathLst>
            </a:custGeom>
            <a:solidFill>
              <a:srgbClr val="9B2F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56"/>
            <p:cNvSpPr/>
            <p:nvPr/>
          </p:nvSpPr>
          <p:spPr>
            <a:xfrm>
              <a:off x="2936500" y="4245800"/>
              <a:ext cx="26600" cy="53200"/>
            </a:xfrm>
            <a:custGeom>
              <a:avLst/>
              <a:gdLst/>
              <a:ahLst/>
              <a:cxnLst/>
              <a:rect l="l" t="t" r="r" b="b"/>
              <a:pathLst>
                <a:path w="1064" h="2128" extrusionOk="0">
                  <a:moveTo>
                    <a:pt x="547" y="0"/>
                  </a:moveTo>
                  <a:cubicBezTo>
                    <a:pt x="243" y="0"/>
                    <a:pt x="0" y="487"/>
                    <a:pt x="0" y="1064"/>
                  </a:cubicBezTo>
                  <a:cubicBezTo>
                    <a:pt x="0" y="1672"/>
                    <a:pt x="243" y="2128"/>
                    <a:pt x="547" y="2128"/>
                  </a:cubicBezTo>
                  <a:cubicBezTo>
                    <a:pt x="851" y="2128"/>
                    <a:pt x="1064" y="1611"/>
                    <a:pt x="1064" y="1064"/>
                  </a:cubicBezTo>
                  <a:cubicBezTo>
                    <a:pt x="1064" y="487"/>
                    <a:pt x="851" y="0"/>
                    <a:pt x="547" y="0"/>
                  </a:cubicBezTo>
                  <a:close/>
                </a:path>
              </a:pathLst>
            </a:custGeom>
            <a:solidFill>
              <a:srgbClr val="9B2F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56"/>
            <p:cNvSpPr/>
            <p:nvPr/>
          </p:nvSpPr>
          <p:spPr>
            <a:xfrm>
              <a:off x="2824025" y="4291375"/>
              <a:ext cx="104125" cy="57800"/>
            </a:xfrm>
            <a:custGeom>
              <a:avLst/>
              <a:gdLst/>
              <a:ahLst/>
              <a:cxnLst/>
              <a:rect l="l" t="t" r="r" b="b"/>
              <a:pathLst>
                <a:path w="4165" h="2312" extrusionOk="0">
                  <a:moveTo>
                    <a:pt x="1" y="1"/>
                  </a:moveTo>
                  <a:lnTo>
                    <a:pt x="1" y="31"/>
                  </a:lnTo>
                  <a:cubicBezTo>
                    <a:pt x="1" y="1278"/>
                    <a:pt x="943" y="2311"/>
                    <a:pt x="2067" y="2311"/>
                  </a:cubicBezTo>
                  <a:cubicBezTo>
                    <a:pt x="3223" y="2311"/>
                    <a:pt x="4165" y="1278"/>
                    <a:pt x="4165" y="31"/>
                  </a:cubicBezTo>
                  <a:lnTo>
                    <a:pt x="4165" y="1"/>
                  </a:lnTo>
                  <a:close/>
                </a:path>
              </a:pathLst>
            </a:custGeom>
            <a:solidFill>
              <a:srgbClr val="9B2F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56"/>
            <p:cNvSpPr/>
            <p:nvPr/>
          </p:nvSpPr>
          <p:spPr>
            <a:xfrm>
              <a:off x="2843025" y="4315700"/>
              <a:ext cx="66125" cy="33475"/>
            </a:xfrm>
            <a:custGeom>
              <a:avLst/>
              <a:gdLst/>
              <a:ahLst/>
              <a:cxnLst/>
              <a:rect l="l" t="t" r="r" b="b"/>
              <a:pathLst>
                <a:path w="2645" h="1339" extrusionOk="0">
                  <a:moveTo>
                    <a:pt x="1307" y="1"/>
                  </a:moveTo>
                  <a:cubicBezTo>
                    <a:pt x="760" y="1"/>
                    <a:pt x="244" y="335"/>
                    <a:pt x="0" y="791"/>
                  </a:cubicBezTo>
                  <a:cubicBezTo>
                    <a:pt x="365" y="1125"/>
                    <a:pt x="821" y="1338"/>
                    <a:pt x="1307" y="1338"/>
                  </a:cubicBezTo>
                  <a:cubicBezTo>
                    <a:pt x="1824" y="1338"/>
                    <a:pt x="2311" y="1156"/>
                    <a:pt x="2645" y="791"/>
                  </a:cubicBezTo>
                  <a:cubicBezTo>
                    <a:pt x="2371" y="335"/>
                    <a:pt x="1885" y="1"/>
                    <a:pt x="1307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56"/>
            <p:cNvSpPr/>
            <p:nvPr/>
          </p:nvSpPr>
          <p:spPr>
            <a:xfrm>
              <a:off x="2964600" y="4289100"/>
              <a:ext cx="104125" cy="148975"/>
            </a:xfrm>
            <a:custGeom>
              <a:avLst/>
              <a:gdLst/>
              <a:ahLst/>
              <a:cxnLst/>
              <a:rect l="l" t="t" r="r" b="b"/>
              <a:pathLst>
                <a:path w="4165" h="5959" extrusionOk="0">
                  <a:moveTo>
                    <a:pt x="3101" y="1"/>
                  </a:moveTo>
                  <a:cubicBezTo>
                    <a:pt x="1399" y="1"/>
                    <a:pt x="1" y="1369"/>
                    <a:pt x="1" y="3071"/>
                  </a:cubicBezTo>
                  <a:cubicBezTo>
                    <a:pt x="1" y="4408"/>
                    <a:pt x="821" y="5563"/>
                    <a:pt x="2037" y="5958"/>
                  </a:cubicBezTo>
                  <a:cubicBezTo>
                    <a:pt x="3375" y="4530"/>
                    <a:pt x="4165" y="2615"/>
                    <a:pt x="4165" y="548"/>
                  </a:cubicBezTo>
                  <a:lnTo>
                    <a:pt x="4165" y="183"/>
                  </a:lnTo>
                  <a:cubicBezTo>
                    <a:pt x="3831" y="92"/>
                    <a:pt x="3496" y="1"/>
                    <a:pt x="3101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56"/>
            <p:cNvSpPr/>
            <p:nvPr/>
          </p:nvSpPr>
          <p:spPr>
            <a:xfrm>
              <a:off x="2669000" y="4289100"/>
              <a:ext cx="104150" cy="148975"/>
            </a:xfrm>
            <a:custGeom>
              <a:avLst/>
              <a:gdLst/>
              <a:ahLst/>
              <a:cxnLst/>
              <a:rect l="l" t="t" r="r" b="b"/>
              <a:pathLst>
                <a:path w="4166" h="5959" extrusionOk="0">
                  <a:moveTo>
                    <a:pt x="1065" y="1"/>
                  </a:moveTo>
                  <a:cubicBezTo>
                    <a:pt x="670" y="1"/>
                    <a:pt x="335" y="92"/>
                    <a:pt x="1" y="183"/>
                  </a:cubicBezTo>
                  <a:lnTo>
                    <a:pt x="1" y="548"/>
                  </a:lnTo>
                  <a:cubicBezTo>
                    <a:pt x="1" y="2615"/>
                    <a:pt x="791" y="4530"/>
                    <a:pt x="2129" y="5958"/>
                  </a:cubicBezTo>
                  <a:cubicBezTo>
                    <a:pt x="3314" y="5563"/>
                    <a:pt x="4165" y="4408"/>
                    <a:pt x="4165" y="3071"/>
                  </a:cubicBezTo>
                  <a:cubicBezTo>
                    <a:pt x="4104" y="1369"/>
                    <a:pt x="2736" y="1"/>
                    <a:pt x="1065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56"/>
            <p:cNvSpPr/>
            <p:nvPr/>
          </p:nvSpPr>
          <p:spPr>
            <a:xfrm>
              <a:off x="2714600" y="4079550"/>
              <a:ext cx="997775" cy="532825"/>
            </a:xfrm>
            <a:custGeom>
              <a:avLst/>
              <a:gdLst/>
              <a:ahLst/>
              <a:cxnLst/>
              <a:rect l="l" t="t" r="r" b="b"/>
              <a:pathLst>
                <a:path w="39911" h="21313" extrusionOk="0">
                  <a:moveTo>
                    <a:pt x="12411" y="0"/>
                  </a:moveTo>
                  <a:cubicBezTo>
                    <a:pt x="12020" y="0"/>
                    <a:pt x="11636" y="58"/>
                    <a:pt x="11277" y="206"/>
                  </a:cubicBezTo>
                  <a:cubicBezTo>
                    <a:pt x="11125" y="298"/>
                    <a:pt x="10973" y="358"/>
                    <a:pt x="10913" y="510"/>
                  </a:cubicBezTo>
                  <a:cubicBezTo>
                    <a:pt x="10821" y="753"/>
                    <a:pt x="10973" y="1027"/>
                    <a:pt x="11125" y="1209"/>
                  </a:cubicBezTo>
                  <a:cubicBezTo>
                    <a:pt x="12341" y="2608"/>
                    <a:pt x="14195" y="3155"/>
                    <a:pt x="15837" y="3854"/>
                  </a:cubicBezTo>
                  <a:cubicBezTo>
                    <a:pt x="17296" y="4492"/>
                    <a:pt x="20123" y="6103"/>
                    <a:pt x="17509" y="7441"/>
                  </a:cubicBezTo>
                  <a:cubicBezTo>
                    <a:pt x="16870" y="7775"/>
                    <a:pt x="16080" y="7805"/>
                    <a:pt x="15350" y="7805"/>
                  </a:cubicBezTo>
                  <a:cubicBezTo>
                    <a:pt x="12493" y="7775"/>
                    <a:pt x="9636" y="6863"/>
                    <a:pt x="7296" y="5222"/>
                  </a:cubicBezTo>
                  <a:cubicBezTo>
                    <a:pt x="6505" y="4644"/>
                    <a:pt x="5745" y="4006"/>
                    <a:pt x="4773" y="3732"/>
                  </a:cubicBezTo>
                  <a:cubicBezTo>
                    <a:pt x="4644" y="3711"/>
                    <a:pt x="4500" y="3689"/>
                    <a:pt x="4351" y="3689"/>
                  </a:cubicBezTo>
                  <a:cubicBezTo>
                    <a:pt x="4289" y="3689"/>
                    <a:pt x="4227" y="3693"/>
                    <a:pt x="4165" y="3702"/>
                  </a:cubicBezTo>
                  <a:cubicBezTo>
                    <a:pt x="3830" y="3823"/>
                    <a:pt x="3648" y="4249"/>
                    <a:pt x="3678" y="4614"/>
                  </a:cubicBezTo>
                  <a:cubicBezTo>
                    <a:pt x="3709" y="5009"/>
                    <a:pt x="3952" y="5313"/>
                    <a:pt x="4134" y="5617"/>
                  </a:cubicBezTo>
                  <a:cubicBezTo>
                    <a:pt x="6399" y="8731"/>
                    <a:pt x="10272" y="10447"/>
                    <a:pt x="14108" y="10447"/>
                  </a:cubicBezTo>
                  <a:cubicBezTo>
                    <a:pt x="14391" y="10447"/>
                    <a:pt x="14674" y="10438"/>
                    <a:pt x="14955" y="10419"/>
                  </a:cubicBezTo>
                  <a:lnTo>
                    <a:pt x="14955" y="10419"/>
                  </a:lnTo>
                  <a:cubicBezTo>
                    <a:pt x="13786" y="11073"/>
                    <a:pt x="12449" y="11417"/>
                    <a:pt x="11112" y="11417"/>
                  </a:cubicBezTo>
                  <a:cubicBezTo>
                    <a:pt x="10398" y="11417"/>
                    <a:pt x="9685" y="11319"/>
                    <a:pt x="8998" y="11118"/>
                  </a:cubicBezTo>
                  <a:cubicBezTo>
                    <a:pt x="7052" y="10541"/>
                    <a:pt x="5381" y="9264"/>
                    <a:pt x="3557" y="8352"/>
                  </a:cubicBezTo>
                  <a:cubicBezTo>
                    <a:pt x="3131" y="8140"/>
                    <a:pt x="2675" y="7957"/>
                    <a:pt x="2219" y="7957"/>
                  </a:cubicBezTo>
                  <a:cubicBezTo>
                    <a:pt x="1" y="7957"/>
                    <a:pt x="1764" y="10358"/>
                    <a:pt x="2615" y="10936"/>
                  </a:cubicBezTo>
                  <a:cubicBezTo>
                    <a:pt x="5801" y="13127"/>
                    <a:pt x="10054" y="14173"/>
                    <a:pt x="13950" y="14173"/>
                  </a:cubicBezTo>
                  <a:cubicBezTo>
                    <a:pt x="14199" y="14173"/>
                    <a:pt x="14447" y="14168"/>
                    <a:pt x="14693" y="14160"/>
                  </a:cubicBezTo>
                  <a:lnTo>
                    <a:pt x="14693" y="14160"/>
                  </a:lnTo>
                  <a:cubicBezTo>
                    <a:pt x="13674" y="14203"/>
                    <a:pt x="12599" y="14647"/>
                    <a:pt x="11612" y="14827"/>
                  </a:cubicBezTo>
                  <a:cubicBezTo>
                    <a:pt x="10487" y="15039"/>
                    <a:pt x="9362" y="15131"/>
                    <a:pt x="8238" y="15191"/>
                  </a:cubicBezTo>
                  <a:cubicBezTo>
                    <a:pt x="8127" y="15195"/>
                    <a:pt x="8017" y="15196"/>
                    <a:pt x="7907" y="15196"/>
                  </a:cubicBezTo>
                  <a:cubicBezTo>
                    <a:pt x="6027" y="15196"/>
                    <a:pt x="4264" y="14727"/>
                    <a:pt x="2311" y="14583"/>
                  </a:cubicBezTo>
                  <a:cubicBezTo>
                    <a:pt x="2234" y="14572"/>
                    <a:pt x="2154" y="14566"/>
                    <a:pt x="2074" y="14566"/>
                  </a:cubicBezTo>
                  <a:cubicBezTo>
                    <a:pt x="1712" y="14566"/>
                    <a:pt x="1352" y="14691"/>
                    <a:pt x="1277" y="15039"/>
                  </a:cubicBezTo>
                  <a:cubicBezTo>
                    <a:pt x="1247" y="15191"/>
                    <a:pt x="1338" y="15343"/>
                    <a:pt x="1399" y="15495"/>
                  </a:cubicBezTo>
                  <a:cubicBezTo>
                    <a:pt x="2128" y="16894"/>
                    <a:pt x="3922" y="17319"/>
                    <a:pt x="5502" y="17410"/>
                  </a:cubicBezTo>
                  <a:cubicBezTo>
                    <a:pt x="6440" y="17498"/>
                    <a:pt x="7378" y="17542"/>
                    <a:pt x="8316" y="17542"/>
                  </a:cubicBezTo>
                  <a:cubicBezTo>
                    <a:pt x="10296" y="17542"/>
                    <a:pt x="12276" y="17346"/>
                    <a:pt x="14256" y="16954"/>
                  </a:cubicBezTo>
                  <a:lnTo>
                    <a:pt x="14256" y="16954"/>
                  </a:lnTo>
                  <a:cubicBezTo>
                    <a:pt x="12493" y="17927"/>
                    <a:pt x="10669" y="18626"/>
                    <a:pt x="8724" y="19143"/>
                  </a:cubicBezTo>
                  <a:cubicBezTo>
                    <a:pt x="7721" y="19386"/>
                    <a:pt x="6596" y="19599"/>
                    <a:pt x="5745" y="20146"/>
                  </a:cubicBezTo>
                  <a:cubicBezTo>
                    <a:pt x="5441" y="20359"/>
                    <a:pt x="5137" y="20815"/>
                    <a:pt x="5381" y="21027"/>
                  </a:cubicBezTo>
                  <a:cubicBezTo>
                    <a:pt x="5472" y="21119"/>
                    <a:pt x="5624" y="21149"/>
                    <a:pt x="5745" y="21179"/>
                  </a:cubicBezTo>
                  <a:cubicBezTo>
                    <a:pt x="6250" y="21273"/>
                    <a:pt x="6753" y="21312"/>
                    <a:pt x="7256" y="21312"/>
                  </a:cubicBezTo>
                  <a:cubicBezTo>
                    <a:pt x="9695" y="21312"/>
                    <a:pt x="12126" y="20388"/>
                    <a:pt x="14621" y="20237"/>
                  </a:cubicBezTo>
                  <a:cubicBezTo>
                    <a:pt x="14905" y="20218"/>
                    <a:pt x="15189" y="20210"/>
                    <a:pt x="15473" y="20210"/>
                  </a:cubicBezTo>
                  <a:cubicBezTo>
                    <a:pt x="17469" y="20210"/>
                    <a:pt x="19464" y="20632"/>
                    <a:pt x="21460" y="20845"/>
                  </a:cubicBezTo>
                  <a:cubicBezTo>
                    <a:pt x="22154" y="20916"/>
                    <a:pt x="22828" y="20946"/>
                    <a:pt x="23505" y="20946"/>
                  </a:cubicBezTo>
                  <a:cubicBezTo>
                    <a:pt x="23984" y="20946"/>
                    <a:pt x="24464" y="20931"/>
                    <a:pt x="24955" y="20906"/>
                  </a:cubicBezTo>
                  <a:cubicBezTo>
                    <a:pt x="25003" y="20904"/>
                    <a:pt x="25051" y="20904"/>
                    <a:pt x="25099" y="20904"/>
                  </a:cubicBezTo>
                  <a:cubicBezTo>
                    <a:pt x="25955" y="20904"/>
                    <a:pt x="26750" y="21127"/>
                    <a:pt x="27601" y="21127"/>
                  </a:cubicBezTo>
                  <a:cubicBezTo>
                    <a:pt x="27691" y="21127"/>
                    <a:pt x="27782" y="21124"/>
                    <a:pt x="27873" y="21119"/>
                  </a:cubicBezTo>
                  <a:cubicBezTo>
                    <a:pt x="31187" y="20906"/>
                    <a:pt x="34500" y="19629"/>
                    <a:pt x="36779" y="17197"/>
                  </a:cubicBezTo>
                  <a:cubicBezTo>
                    <a:pt x="38208" y="15678"/>
                    <a:pt x="39211" y="13702"/>
                    <a:pt x="39576" y="11605"/>
                  </a:cubicBezTo>
                  <a:cubicBezTo>
                    <a:pt x="39910" y="9811"/>
                    <a:pt x="39728" y="7805"/>
                    <a:pt x="38482" y="6529"/>
                  </a:cubicBezTo>
                  <a:lnTo>
                    <a:pt x="24469" y="3915"/>
                  </a:lnTo>
                  <a:cubicBezTo>
                    <a:pt x="21156" y="2334"/>
                    <a:pt x="17661" y="1118"/>
                    <a:pt x="14104" y="267"/>
                  </a:cubicBezTo>
                  <a:cubicBezTo>
                    <a:pt x="13563" y="123"/>
                    <a:pt x="12980" y="0"/>
                    <a:pt x="12411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56"/>
            <p:cNvSpPr/>
            <p:nvPr/>
          </p:nvSpPr>
          <p:spPr>
            <a:xfrm>
              <a:off x="1811100" y="1625975"/>
              <a:ext cx="750800" cy="798550"/>
            </a:xfrm>
            <a:custGeom>
              <a:avLst/>
              <a:gdLst/>
              <a:ahLst/>
              <a:cxnLst/>
              <a:rect l="l" t="t" r="r" b="b"/>
              <a:pathLst>
                <a:path w="30032" h="31942" extrusionOk="0">
                  <a:moveTo>
                    <a:pt x="23422" y="1"/>
                  </a:moveTo>
                  <a:cubicBezTo>
                    <a:pt x="19658" y="1"/>
                    <a:pt x="17018" y="1598"/>
                    <a:pt x="13952" y="3698"/>
                  </a:cubicBezTo>
                  <a:cubicBezTo>
                    <a:pt x="10304" y="6220"/>
                    <a:pt x="6991" y="8135"/>
                    <a:pt x="4499" y="11996"/>
                  </a:cubicBezTo>
                  <a:cubicBezTo>
                    <a:pt x="1094" y="17254"/>
                    <a:pt x="0" y="23880"/>
                    <a:pt x="1489" y="29929"/>
                  </a:cubicBezTo>
                  <a:cubicBezTo>
                    <a:pt x="1641" y="30537"/>
                    <a:pt x="1824" y="31175"/>
                    <a:pt x="2310" y="31570"/>
                  </a:cubicBezTo>
                  <a:cubicBezTo>
                    <a:pt x="2736" y="31813"/>
                    <a:pt x="3222" y="31905"/>
                    <a:pt x="3739" y="31935"/>
                  </a:cubicBezTo>
                  <a:cubicBezTo>
                    <a:pt x="3842" y="31939"/>
                    <a:pt x="3946" y="31941"/>
                    <a:pt x="4049" y="31941"/>
                  </a:cubicBezTo>
                  <a:cubicBezTo>
                    <a:pt x="6877" y="31941"/>
                    <a:pt x="9480" y="30361"/>
                    <a:pt x="11885" y="28865"/>
                  </a:cubicBezTo>
                  <a:cubicBezTo>
                    <a:pt x="14894" y="27011"/>
                    <a:pt x="17873" y="25096"/>
                    <a:pt x="20335" y="22604"/>
                  </a:cubicBezTo>
                  <a:cubicBezTo>
                    <a:pt x="25320" y="17588"/>
                    <a:pt x="30031" y="7315"/>
                    <a:pt x="25654" y="628"/>
                  </a:cubicBezTo>
                  <a:cubicBezTo>
                    <a:pt x="25563" y="506"/>
                    <a:pt x="25472" y="415"/>
                    <a:pt x="25350" y="293"/>
                  </a:cubicBezTo>
                  <a:cubicBezTo>
                    <a:pt x="25168" y="141"/>
                    <a:pt x="24864" y="111"/>
                    <a:pt x="24590" y="50"/>
                  </a:cubicBezTo>
                  <a:cubicBezTo>
                    <a:pt x="24188" y="17"/>
                    <a:pt x="23799" y="1"/>
                    <a:pt x="23422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56"/>
            <p:cNvSpPr/>
            <p:nvPr/>
          </p:nvSpPr>
          <p:spPr>
            <a:xfrm>
              <a:off x="1856675" y="2055025"/>
              <a:ext cx="352625" cy="443250"/>
            </a:xfrm>
            <a:custGeom>
              <a:avLst/>
              <a:gdLst/>
              <a:ahLst/>
              <a:cxnLst/>
              <a:rect l="l" t="t" r="r" b="b"/>
              <a:pathLst>
                <a:path w="14105" h="17730" extrusionOk="0">
                  <a:moveTo>
                    <a:pt x="9849" y="1"/>
                  </a:moveTo>
                  <a:lnTo>
                    <a:pt x="1" y="12129"/>
                  </a:lnTo>
                  <a:cubicBezTo>
                    <a:pt x="153" y="14104"/>
                    <a:pt x="1521" y="15776"/>
                    <a:pt x="3162" y="16870"/>
                  </a:cubicBezTo>
                  <a:cubicBezTo>
                    <a:pt x="3873" y="17352"/>
                    <a:pt x="4722" y="17730"/>
                    <a:pt x="5553" y="17730"/>
                  </a:cubicBezTo>
                  <a:cubicBezTo>
                    <a:pt x="5823" y="17730"/>
                    <a:pt x="6092" y="17689"/>
                    <a:pt x="6354" y="17600"/>
                  </a:cubicBezTo>
                  <a:cubicBezTo>
                    <a:pt x="7265" y="17265"/>
                    <a:pt x="7843" y="16354"/>
                    <a:pt x="8208" y="15442"/>
                  </a:cubicBezTo>
                  <a:cubicBezTo>
                    <a:pt x="9393" y="12767"/>
                    <a:pt x="9758" y="9697"/>
                    <a:pt x="11642" y="7448"/>
                  </a:cubicBezTo>
                  <a:cubicBezTo>
                    <a:pt x="12190" y="6779"/>
                    <a:pt x="12889" y="6171"/>
                    <a:pt x="13375" y="5442"/>
                  </a:cubicBezTo>
                  <a:cubicBezTo>
                    <a:pt x="13861" y="4682"/>
                    <a:pt x="14104" y="3679"/>
                    <a:pt x="13679" y="2888"/>
                  </a:cubicBezTo>
                  <a:cubicBezTo>
                    <a:pt x="13466" y="2432"/>
                    <a:pt x="13041" y="2128"/>
                    <a:pt x="12615" y="1825"/>
                  </a:cubicBezTo>
                  <a:cubicBezTo>
                    <a:pt x="11734" y="1186"/>
                    <a:pt x="10791" y="578"/>
                    <a:pt x="9849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56"/>
            <p:cNvSpPr/>
            <p:nvPr/>
          </p:nvSpPr>
          <p:spPr>
            <a:xfrm>
              <a:off x="1960025" y="1716075"/>
              <a:ext cx="465850" cy="687775"/>
            </a:xfrm>
            <a:custGeom>
              <a:avLst/>
              <a:gdLst/>
              <a:ahLst/>
              <a:cxnLst/>
              <a:rect l="l" t="t" r="r" b="b"/>
              <a:pathLst>
                <a:path w="18634" h="27511" extrusionOk="0">
                  <a:moveTo>
                    <a:pt x="18626" y="0"/>
                  </a:moveTo>
                  <a:cubicBezTo>
                    <a:pt x="18566" y="0"/>
                    <a:pt x="18205" y="277"/>
                    <a:pt x="17569" y="884"/>
                  </a:cubicBezTo>
                  <a:cubicBezTo>
                    <a:pt x="16931" y="1492"/>
                    <a:pt x="15958" y="2312"/>
                    <a:pt x="15016" y="3619"/>
                  </a:cubicBezTo>
                  <a:cubicBezTo>
                    <a:pt x="14560" y="4258"/>
                    <a:pt x="14104" y="5018"/>
                    <a:pt x="13770" y="5899"/>
                  </a:cubicBezTo>
                  <a:cubicBezTo>
                    <a:pt x="13436" y="6750"/>
                    <a:pt x="13223" y="7753"/>
                    <a:pt x="13071" y="8756"/>
                  </a:cubicBezTo>
                  <a:cubicBezTo>
                    <a:pt x="12919" y="9790"/>
                    <a:pt x="12736" y="10854"/>
                    <a:pt x="12372" y="11887"/>
                  </a:cubicBezTo>
                  <a:cubicBezTo>
                    <a:pt x="11977" y="12920"/>
                    <a:pt x="11399" y="13954"/>
                    <a:pt x="10670" y="14866"/>
                  </a:cubicBezTo>
                  <a:cubicBezTo>
                    <a:pt x="9241" y="16720"/>
                    <a:pt x="7235" y="17845"/>
                    <a:pt x="5533" y="19000"/>
                  </a:cubicBezTo>
                  <a:cubicBezTo>
                    <a:pt x="4651" y="19577"/>
                    <a:pt x="3831" y="20124"/>
                    <a:pt x="3131" y="20732"/>
                  </a:cubicBezTo>
                  <a:cubicBezTo>
                    <a:pt x="2402" y="21340"/>
                    <a:pt x="1824" y="22009"/>
                    <a:pt x="1368" y="22647"/>
                  </a:cubicBezTo>
                  <a:cubicBezTo>
                    <a:pt x="913" y="23285"/>
                    <a:pt x="578" y="23924"/>
                    <a:pt x="365" y="24532"/>
                  </a:cubicBezTo>
                  <a:cubicBezTo>
                    <a:pt x="122" y="25139"/>
                    <a:pt x="31" y="25687"/>
                    <a:pt x="1" y="26143"/>
                  </a:cubicBezTo>
                  <a:lnTo>
                    <a:pt x="1" y="26750"/>
                  </a:lnTo>
                  <a:cubicBezTo>
                    <a:pt x="1" y="26902"/>
                    <a:pt x="31" y="27054"/>
                    <a:pt x="31" y="27146"/>
                  </a:cubicBezTo>
                  <a:cubicBezTo>
                    <a:pt x="92" y="27389"/>
                    <a:pt x="122" y="27510"/>
                    <a:pt x="122" y="27510"/>
                  </a:cubicBezTo>
                  <a:cubicBezTo>
                    <a:pt x="153" y="27510"/>
                    <a:pt x="31" y="26994"/>
                    <a:pt x="122" y="26173"/>
                  </a:cubicBezTo>
                  <a:cubicBezTo>
                    <a:pt x="153" y="25747"/>
                    <a:pt x="274" y="25231"/>
                    <a:pt x="487" y="24653"/>
                  </a:cubicBezTo>
                  <a:cubicBezTo>
                    <a:pt x="730" y="24076"/>
                    <a:pt x="1065" y="23468"/>
                    <a:pt x="1520" y="22860"/>
                  </a:cubicBezTo>
                  <a:cubicBezTo>
                    <a:pt x="1976" y="22252"/>
                    <a:pt x="2584" y="21644"/>
                    <a:pt x="3283" y="21036"/>
                  </a:cubicBezTo>
                  <a:cubicBezTo>
                    <a:pt x="3952" y="20459"/>
                    <a:pt x="4803" y="19911"/>
                    <a:pt x="5654" y="19364"/>
                  </a:cubicBezTo>
                  <a:cubicBezTo>
                    <a:pt x="6536" y="18787"/>
                    <a:pt x="7448" y="18270"/>
                    <a:pt x="8390" y="17571"/>
                  </a:cubicBezTo>
                  <a:cubicBezTo>
                    <a:pt x="9302" y="16933"/>
                    <a:pt x="10214" y="16142"/>
                    <a:pt x="10974" y="15200"/>
                  </a:cubicBezTo>
                  <a:cubicBezTo>
                    <a:pt x="11733" y="14227"/>
                    <a:pt x="12311" y="13164"/>
                    <a:pt x="12706" y="12100"/>
                  </a:cubicBezTo>
                  <a:cubicBezTo>
                    <a:pt x="13101" y="11036"/>
                    <a:pt x="13253" y="9942"/>
                    <a:pt x="13405" y="8908"/>
                  </a:cubicBezTo>
                  <a:cubicBezTo>
                    <a:pt x="13557" y="7905"/>
                    <a:pt x="13709" y="6933"/>
                    <a:pt x="14074" y="6112"/>
                  </a:cubicBezTo>
                  <a:cubicBezTo>
                    <a:pt x="14378" y="5261"/>
                    <a:pt x="14773" y="4501"/>
                    <a:pt x="15229" y="3893"/>
                  </a:cubicBezTo>
                  <a:cubicBezTo>
                    <a:pt x="16110" y="2647"/>
                    <a:pt x="17022" y="1735"/>
                    <a:pt x="17630" y="1127"/>
                  </a:cubicBezTo>
                  <a:cubicBezTo>
                    <a:pt x="18329" y="337"/>
                    <a:pt x="18633" y="2"/>
                    <a:pt x="18633" y="2"/>
                  </a:cubicBezTo>
                  <a:cubicBezTo>
                    <a:pt x="18632" y="1"/>
                    <a:pt x="18629" y="0"/>
                    <a:pt x="18626" y="0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56"/>
            <p:cNvSpPr/>
            <p:nvPr/>
          </p:nvSpPr>
          <p:spPr>
            <a:xfrm>
              <a:off x="1786775" y="1675050"/>
              <a:ext cx="502300" cy="577575"/>
            </a:xfrm>
            <a:custGeom>
              <a:avLst/>
              <a:gdLst/>
              <a:ahLst/>
              <a:cxnLst/>
              <a:rect l="l" t="t" r="r" b="b"/>
              <a:pathLst>
                <a:path w="20092" h="23103" extrusionOk="0">
                  <a:moveTo>
                    <a:pt x="20087" y="0"/>
                  </a:moveTo>
                  <a:cubicBezTo>
                    <a:pt x="20040" y="0"/>
                    <a:pt x="19764" y="359"/>
                    <a:pt x="19180" y="914"/>
                  </a:cubicBezTo>
                  <a:cubicBezTo>
                    <a:pt x="18603" y="1491"/>
                    <a:pt x="17721" y="2312"/>
                    <a:pt x="16475" y="3072"/>
                  </a:cubicBezTo>
                  <a:cubicBezTo>
                    <a:pt x="15867" y="3467"/>
                    <a:pt x="15138" y="3862"/>
                    <a:pt x="14378" y="4227"/>
                  </a:cubicBezTo>
                  <a:cubicBezTo>
                    <a:pt x="13587" y="4561"/>
                    <a:pt x="12706" y="4865"/>
                    <a:pt x="11794" y="5169"/>
                  </a:cubicBezTo>
                  <a:cubicBezTo>
                    <a:pt x="10882" y="5473"/>
                    <a:pt x="9909" y="5777"/>
                    <a:pt x="8906" y="6233"/>
                  </a:cubicBezTo>
                  <a:cubicBezTo>
                    <a:pt x="8420" y="6446"/>
                    <a:pt x="7964" y="6719"/>
                    <a:pt x="7478" y="7023"/>
                  </a:cubicBezTo>
                  <a:cubicBezTo>
                    <a:pt x="7022" y="7327"/>
                    <a:pt x="6566" y="7662"/>
                    <a:pt x="6140" y="8087"/>
                  </a:cubicBezTo>
                  <a:cubicBezTo>
                    <a:pt x="4438" y="9637"/>
                    <a:pt x="3253" y="11522"/>
                    <a:pt x="2462" y="13346"/>
                  </a:cubicBezTo>
                  <a:cubicBezTo>
                    <a:pt x="1672" y="15169"/>
                    <a:pt x="1216" y="16872"/>
                    <a:pt x="852" y="18331"/>
                  </a:cubicBezTo>
                  <a:cubicBezTo>
                    <a:pt x="548" y="19759"/>
                    <a:pt x="365" y="20945"/>
                    <a:pt x="213" y="21765"/>
                  </a:cubicBezTo>
                  <a:cubicBezTo>
                    <a:pt x="61" y="22647"/>
                    <a:pt x="0" y="23103"/>
                    <a:pt x="31" y="23103"/>
                  </a:cubicBezTo>
                  <a:cubicBezTo>
                    <a:pt x="61" y="23103"/>
                    <a:pt x="183" y="22647"/>
                    <a:pt x="335" y="21856"/>
                  </a:cubicBezTo>
                  <a:cubicBezTo>
                    <a:pt x="517" y="21066"/>
                    <a:pt x="760" y="19881"/>
                    <a:pt x="1095" y="18422"/>
                  </a:cubicBezTo>
                  <a:cubicBezTo>
                    <a:pt x="1459" y="16993"/>
                    <a:pt x="1915" y="15321"/>
                    <a:pt x="2766" y="13558"/>
                  </a:cubicBezTo>
                  <a:cubicBezTo>
                    <a:pt x="3557" y="11826"/>
                    <a:pt x="4742" y="10002"/>
                    <a:pt x="6384" y="8482"/>
                  </a:cubicBezTo>
                  <a:cubicBezTo>
                    <a:pt x="6779" y="8087"/>
                    <a:pt x="7204" y="7753"/>
                    <a:pt x="7660" y="7449"/>
                  </a:cubicBezTo>
                  <a:cubicBezTo>
                    <a:pt x="8116" y="7145"/>
                    <a:pt x="8572" y="6871"/>
                    <a:pt x="9028" y="6659"/>
                  </a:cubicBezTo>
                  <a:cubicBezTo>
                    <a:pt x="9970" y="6203"/>
                    <a:pt x="10943" y="5899"/>
                    <a:pt x="11885" y="5595"/>
                  </a:cubicBezTo>
                  <a:cubicBezTo>
                    <a:pt x="12797" y="5291"/>
                    <a:pt x="13709" y="4987"/>
                    <a:pt x="14499" y="4592"/>
                  </a:cubicBezTo>
                  <a:cubicBezTo>
                    <a:pt x="15289" y="4227"/>
                    <a:pt x="16019" y="3801"/>
                    <a:pt x="16627" y="3376"/>
                  </a:cubicBezTo>
                  <a:cubicBezTo>
                    <a:pt x="17873" y="2555"/>
                    <a:pt x="18724" y="1674"/>
                    <a:pt x="19302" y="1066"/>
                  </a:cubicBezTo>
                  <a:cubicBezTo>
                    <a:pt x="19545" y="762"/>
                    <a:pt x="19758" y="488"/>
                    <a:pt x="19910" y="306"/>
                  </a:cubicBezTo>
                  <a:cubicBezTo>
                    <a:pt x="20001" y="124"/>
                    <a:pt x="20092" y="32"/>
                    <a:pt x="20092" y="2"/>
                  </a:cubicBezTo>
                  <a:cubicBezTo>
                    <a:pt x="20091" y="1"/>
                    <a:pt x="20089" y="0"/>
                    <a:pt x="20087" y="0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56"/>
            <p:cNvSpPr/>
            <p:nvPr/>
          </p:nvSpPr>
          <p:spPr>
            <a:xfrm>
              <a:off x="1849075" y="1886325"/>
              <a:ext cx="284225" cy="517525"/>
            </a:xfrm>
            <a:custGeom>
              <a:avLst/>
              <a:gdLst/>
              <a:ahLst/>
              <a:cxnLst/>
              <a:rect l="l" t="t" r="r" b="b"/>
              <a:pathLst>
                <a:path w="11369" h="20701" extrusionOk="0">
                  <a:moveTo>
                    <a:pt x="11338" y="1"/>
                  </a:moveTo>
                  <a:cubicBezTo>
                    <a:pt x="11338" y="1"/>
                    <a:pt x="11035" y="183"/>
                    <a:pt x="10670" y="700"/>
                  </a:cubicBezTo>
                  <a:cubicBezTo>
                    <a:pt x="10305" y="1217"/>
                    <a:pt x="9879" y="2037"/>
                    <a:pt x="9454" y="3071"/>
                  </a:cubicBezTo>
                  <a:cubicBezTo>
                    <a:pt x="9059" y="4074"/>
                    <a:pt x="8633" y="5381"/>
                    <a:pt x="7843" y="6536"/>
                  </a:cubicBezTo>
                  <a:cubicBezTo>
                    <a:pt x="6992" y="7691"/>
                    <a:pt x="5776" y="8724"/>
                    <a:pt x="4439" y="9788"/>
                  </a:cubicBezTo>
                  <a:cubicBezTo>
                    <a:pt x="3162" y="10852"/>
                    <a:pt x="1916" y="12007"/>
                    <a:pt x="1156" y="13284"/>
                  </a:cubicBezTo>
                  <a:cubicBezTo>
                    <a:pt x="396" y="14621"/>
                    <a:pt x="153" y="15989"/>
                    <a:pt x="92" y="17083"/>
                  </a:cubicBezTo>
                  <a:cubicBezTo>
                    <a:pt x="1" y="18208"/>
                    <a:pt x="92" y="19089"/>
                    <a:pt x="153" y="19728"/>
                  </a:cubicBezTo>
                  <a:cubicBezTo>
                    <a:pt x="244" y="20336"/>
                    <a:pt x="274" y="20700"/>
                    <a:pt x="305" y="20700"/>
                  </a:cubicBezTo>
                  <a:cubicBezTo>
                    <a:pt x="335" y="20700"/>
                    <a:pt x="335" y="20336"/>
                    <a:pt x="335" y="19728"/>
                  </a:cubicBezTo>
                  <a:cubicBezTo>
                    <a:pt x="335" y="19120"/>
                    <a:pt x="305" y="18208"/>
                    <a:pt x="426" y="17114"/>
                  </a:cubicBezTo>
                  <a:cubicBezTo>
                    <a:pt x="548" y="16019"/>
                    <a:pt x="761" y="14712"/>
                    <a:pt x="1521" y="13497"/>
                  </a:cubicBezTo>
                  <a:cubicBezTo>
                    <a:pt x="2250" y="12281"/>
                    <a:pt x="3466" y="11187"/>
                    <a:pt x="4743" y="10123"/>
                  </a:cubicBezTo>
                  <a:cubicBezTo>
                    <a:pt x="6050" y="9059"/>
                    <a:pt x="7326" y="7995"/>
                    <a:pt x="8177" y="6749"/>
                  </a:cubicBezTo>
                  <a:cubicBezTo>
                    <a:pt x="9059" y="5503"/>
                    <a:pt x="9393" y="4196"/>
                    <a:pt x="9758" y="3132"/>
                  </a:cubicBezTo>
                  <a:cubicBezTo>
                    <a:pt x="10153" y="2098"/>
                    <a:pt x="10487" y="1278"/>
                    <a:pt x="10822" y="791"/>
                  </a:cubicBezTo>
                  <a:cubicBezTo>
                    <a:pt x="11126" y="305"/>
                    <a:pt x="11369" y="31"/>
                    <a:pt x="11338" y="1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56"/>
            <p:cNvSpPr/>
            <p:nvPr/>
          </p:nvSpPr>
          <p:spPr>
            <a:xfrm>
              <a:off x="5305075" y="2334675"/>
              <a:ext cx="974200" cy="856550"/>
            </a:xfrm>
            <a:custGeom>
              <a:avLst/>
              <a:gdLst/>
              <a:ahLst/>
              <a:cxnLst/>
              <a:rect l="l" t="t" r="r" b="b"/>
              <a:pathLst>
                <a:path w="38968" h="34262" extrusionOk="0">
                  <a:moveTo>
                    <a:pt x="10396" y="0"/>
                  </a:moveTo>
                  <a:cubicBezTo>
                    <a:pt x="4651" y="0"/>
                    <a:pt x="1" y="4651"/>
                    <a:pt x="1" y="10396"/>
                  </a:cubicBezTo>
                  <a:lnTo>
                    <a:pt x="1" y="18998"/>
                  </a:lnTo>
                  <a:cubicBezTo>
                    <a:pt x="1" y="24621"/>
                    <a:pt x="4438" y="29180"/>
                    <a:pt x="10001" y="29362"/>
                  </a:cubicBezTo>
                  <a:lnTo>
                    <a:pt x="10001" y="33162"/>
                  </a:lnTo>
                  <a:cubicBezTo>
                    <a:pt x="10001" y="33824"/>
                    <a:pt x="10551" y="34261"/>
                    <a:pt x="11132" y="34261"/>
                  </a:cubicBezTo>
                  <a:cubicBezTo>
                    <a:pt x="11404" y="34261"/>
                    <a:pt x="11683" y="34165"/>
                    <a:pt x="11916" y="33952"/>
                  </a:cubicBezTo>
                  <a:lnTo>
                    <a:pt x="16779" y="29362"/>
                  </a:lnTo>
                  <a:lnTo>
                    <a:pt x="28542" y="29362"/>
                  </a:lnTo>
                  <a:cubicBezTo>
                    <a:pt x="34287" y="29362"/>
                    <a:pt x="38968" y="24682"/>
                    <a:pt x="38968" y="18937"/>
                  </a:cubicBezTo>
                  <a:lnTo>
                    <a:pt x="38968" y="10365"/>
                  </a:lnTo>
                  <a:cubicBezTo>
                    <a:pt x="38937" y="4620"/>
                    <a:pt x="34257" y="0"/>
                    <a:pt x="28512" y="0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56"/>
            <p:cNvSpPr/>
            <p:nvPr/>
          </p:nvSpPr>
          <p:spPr>
            <a:xfrm>
              <a:off x="5514050" y="2451500"/>
              <a:ext cx="541825" cy="493575"/>
            </a:xfrm>
            <a:custGeom>
              <a:avLst/>
              <a:gdLst/>
              <a:ahLst/>
              <a:cxnLst/>
              <a:rect l="l" t="t" r="r" b="b"/>
              <a:pathLst>
                <a:path w="21673" h="19743" extrusionOk="0">
                  <a:moveTo>
                    <a:pt x="10836" y="1"/>
                  </a:moveTo>
                  <a:cubicBezTo>
                    <a:pt x="8314" y="1"/>
                    <a:pt x="5791" y="966"/>
                    <a:pt x="3861" y="2896"/>
                  </a:cubicBezTo>
                  <a:cubicBezTo>
                    <a:pt x="0" y="6756"/>
                    <a:pt x="0" y="13018"/>
                    <a:pt x="3861" y="16847"/>
                  </a:cubicBezTo>
                  <a:cubicBezTo>
                    <a:pt x="5791" y="18778"/>
                    <a:pt x="8314" y="19743"/>
                    <a:pt x="10836" y="19743"/>
                  </a:cubicBezTo>
                  <a:cubicBezTo>
                    <a:pt x="13359" y="19743"/>
                    <a:pt x="15882" y="18778"/>
                    <a:pt x="17812" y="16847"/>
                  </a:cubicBezTo>
                  <a:cubicBezTo>
                    <a:pt x="21673" y="13018"/>
                    <a:pt x="21673" y="6756"/>
                    <a:pt x="17812" y="2896"/>
                  </a:cubicBezTo>
                  <a:cubicBezTo>
                    <a:pt x="15882" y="966"/>
                    <a:pt x="13359" y="1"/>
                    <a:pt x="10836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56"/>
            <p:cNvSpPr/>
            <p:nvPr/>
          </p:nvSpPr>
          <p:spPr>
            <a:xfrm>
              <a:off x="5666025" y="2620400"/>
              <a:ext cx="34225" cy="68400"/>
            </a:xfrm>
            <a:custGeom>
              <a:avLst/>
              <a:gdLst/>
              <a:ahLst/>
              <a:cxnLst/>
              <a:rect l="l" t="t" r="r" b="b"/>
              <a:pathLst>
                <a:path w="1369" h="2736" extrusionOk="0">
                  <a:moveTo>
                    <a:pt x="669" y="0"/>
                  </a:moveTo>
                  <a:cubicBezTo>
                    <a:pt x="304" y="0"/>
                    <a:pt x="1" y="608"/>
                    <a:pt x="1" y="1368"/>
                  </a:cubicBezTo>
                  <a:cubicBezTo>
                    <a:pt x="1" y="2128"/>
                    <a:pt x="304" y="2736"/>
                    <a:pt x="669" y="2736"/>
                  </a:cubicBezTo>
                  <a:cubicBezTo>
                    <a:pt x="1034" y="2736"/>
                    <a:pt x="1368" y="2128"/>
                    <a:pt x="1368" y="1368"/>
                  </a:cubicBezTo>
                  <a:cubicBezTo>
                    <a:pt x="1368" y="608"/>
                    <a:pt x="1034" y="0"/>
                    <a:pt x="669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56"/>
            <p:cNvSpPr/>
            <p:nvPr/>
          </p:nvSpPr>
          <p:spPr>
            <a:xfrm>
              <a:off x="5871950" y="2620400"/>
              <a:ext cx="34225" cy="68400"/>
            </a:xfrm>
            <a:custGeom>
              <a:avLst/>
              <a:gdLst/>
              <a:ahLst/>
              <a:cxnLst/>
              <a:rect l="l" t="t" r="r" b="b"/>
              <a:pathLst>
                <a:path w="1369" h="2736" extrusionOk="0">
                  <a:moveTo>
                    <a:pt x="669" y="0"/>
                  </a:moveTo>
                  <a:cubicBezTo>
                    <a:pt x="305" y="0"/>
                    <a:pt x="1" y="608"/>
                    <a:pt x="1" y="1368"/>
                  </a:cubicBezTo>
                  <a:cubicBezTo>
                    <a:pt x="1" y="2128"/>
                    <a:pt x="305" y="2736"/>
                    <a:pt x="669" y="2736"/>
                  </a:cubicBezTo>
                  <a:cubicBezTo>
                    <a:pt x="1065" y="2736"/>
                    <a:pt x="1369" y="2128"/>
                    <a:pt x="1369" y="1368"/>
                  </a:cubicBezTo>
                  <a:cubicBezTo>
                    <a:pt x="1369" y="608"/>
                    <a:pt x="1065" y="0"/>
                    <a:pt x="669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56"/>
            <p:cNvSpPr/>
            <p:nvPr/>
          </p:nvSpPr>
          <p:spPr>
            <a:xfrm>
              <a:off x="5735925" y="2663700"/>
              <a:ext cx="101100" cy="58550"/>
            </a:xfrm>
            <a:custGeom>
              <a:avLst/>
              <a:gdLst/>
              <a:ahLst/>
              <a:cxnLst/>
              <a:rect l="l" t="t" r="r" b="b"/>
              <a:pathLst>
                <a:path w="4044" h="2342" extrusionOk="0">
                  <a:moveTo>
                    <a:pt x="1977" y="1"/>
                  </a:moveTo>
                  <a:cubicBezTo>
                    <a:pt x="1490" y="1"/>
                    <a:pt x="1034" y="244"/>
                    <a:pt x="761" y="517"/>
                  </a:cubicBezTo>
                  <a:cubicBezTo>
                    <a:pt x="457" y="761"/>
                    <a:pt x="274" y="1125"/>
                    <a:pt x="183" y="1368"/>
                  </a:cubicBezTo>
                  <a:cubicBezTo>
                    <a:pt x="1" y="1946"/>
                    <a:pt x="122" y="2341"/>
                    <a:pt x="153" y="2341"/>
                  </a:cubicBezTo>
                  <a:cubicBezTo>
                    <a:pt x="244" y="2341"/>
                    <a:pt x="244" y="1976"/>
                    <a:pt x="457" y="1490"/>
                  </a:cubicBezTo>
                  <a:cubicBezTo>
                    <a:pt x="578" y="1277"/>
                    <a:pt x="761" y="1004"/>
                    <a:pt x="1034" y="761"/>
                  </a:cubicBezTo>
                  <a:cubicBezTo>
                    <a:pt x="1278" y="578"/>
                    <a:pt x="1642" y="396"/>
                    <a:pt x="2007" y="396"/>
                  </a:cubicBezTo>
                  <a:cubicBezTo>
                    <a:pt x="2402" y="396"/>
                    <a:pt x="2737" y="517"/>
                    <a:pt x="3010" y="730"/>
                  </a:cubicBezTo>
                  <a:cubicBezTo>
                    <a:pt x="3284" y="912"/>
                    <a:pt x="3466" y="1186"/>
                    <a:pt x="3557" y="1429"/>
                  </a:cubicBezTo>
                  <a:cubicBezTo>
                    <a:pt x="3755" y="1911"/>
                    <a:pt x="3822" y="2286"/>
                    <a:pt x="3904" y="2286"/>
                  </a:cubicBezTo>
                  <a:cubicBezTo>
                    <a:pt x="3910" y="2286"/>
                    <a:pt x="3916" y="2284"/>
                    <a:pt x="3922" y="2280"/>
                  </a:cubicBezTo>
                  <a:cubicBezTo>
                    <a:pt x="3952" y="2280"/>
                    <a:pt x="4044" y="1916"/>
                    <a:pt x="3831" y="1338"/>
                  </a:cubicBezTo>
                  <a:cubicBezTo>
                    <a:pt x="3740" y="1064"/>
                    <a:pt x="3527" y="730"/>
                    <a:pt x="3223" y="457"/>
                  </a:cubicBezTo>
                  <a:cubicBezTo>
                    <a:pt x="2919" y="213"/>
                    <a:pt x="2463" y="1"/>
                    <a:pt x="1977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56"/>
            <p:cNvSpPr/>
            <p:nvPr/>
          </p:nvSpPr>
          <p:spPr>
            <a:xfrm>
              <a:off x="5922875" y="2676625"/>
              <a:ext cx="109450" cy="159600"/>
            </a:xfrm>
            <a:custGeom>
              <a:avLst/>
              <a:gdLst/>
              <a:ahLst/>
              <a:cxnLst/>
              <a:rect l="l" t="t" r="r" b="b"/>
              <a:pathLst>
                <a:path w="4378" h="6384" extrusionOk="0">
                  <a:moveTo>
                    <a:pt x="3192" y="0"/>
                  </a:moveTo>
                  <a:cubicBezTo>
                    <a:pt x="1429" y="0"/>
                    <a:pt x="0" y="1429"/>
                    <a:pt x="0" y="3222"/>
                  </a:cubicBezTo>
                  <a:cubicBezTo>
                    <a:pt x="0" y="4803"/>
                    <a:pt x="1186" y="6140"/>
                    <a:pt x="2705" y="6383"/>
                  </a:cubicBezTo>
                  <a:cubicBezTo>
                    <a:pt x="3769" y="4803"/>
                    <a:pt x="4377" y="2918"/>
                    <a:pt x="4377" y="912"/>
                  </a:cubicBezTo>
                  <a:cubicBezTo>
                    <a:pt x="4377" y="669"/>
                    <a:pt x="4377" y="456"/>
                    <a:pt x="4347" y="213"/>
                  </a:cubicBezTo>
                  <a:cubicBezTo>
                    <a:pt x="4012" y="61"/>
                    <a:pt x="3617" y="0"/>
                    <a:pt x="3192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56"/>
            <p:cNvSpPr/>
            <p:nvPr/>
          </p:nvSpPr>
          <p:spPr>
            <a:xfrm>
              <a:off x="5538375" y="2676625"/>
              <a:ext cx="110200" cy="159600"/>
            </a:xfrm>
            <a:custGeom>
              <a:avLst/>
              <a:gdLst/>
              <a:ahLst/>
              <a:cxnLst/>
              <a:rect l="l" t="t" r="r" b="b"/>
              <a:pathLst>
                <a:path w="4408" h="6384" extrusionOk="0">
                  <a:moveTo>
                    <a:pt x="1185" y="0"/>
                  </a:moveTo>
                  <a:cubicBezTo>
                    <a:pt x="760" y="0"/>
                    <a:pt x="395" y="61"/>
                    <a:pt x="30" y="213"/>
                  </a:cubicBezTo>
                  <a:cubicBezTo>
                    <a:pt x="30" y="426"/>
                    <a:pt x="0" y="669"/>
                    <a:pt x="0" y="912"/>
                  </a:cubicBezTo>
                  <a:cubicBezTo>
                    <a:pt x="0" y="2918"/>
                    <a:pt x="608" y="4803"/>
                    <a:pt x="1672" y="6383"/>
                  </a:cubicBezTo>
                  <a:cubicBezTo>
                    <a:pt x="3192" y="6140"/>
                    <a:pt x="4377" y="4803"/>
                    <a:pt x="4377" y="3222"/>
                  </a:cubicBezTo>
                  <a:cubicBezTo>
                    <a:pt x="4407" y="1429"/>
                    <a:pt x="2948" y="0"/>
                    <a:pt x="1185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56"/>
            <p:cNvSpPr/>
            <p:nvPr/>
          </p:nvSpPr>
          <p:spPr>
            <a:xfrm>
              <a:off x="4880300" y="2639375"/>
              <a:ext cx="101850" cy="327550"/>
            </a:xfrm>
            <a:custGeom>
              <a:avLst/>
              <a:gdLst/>
              <a:ahLst/>
              <a:cxnLst/>
              <a:rect l="l" t="t" r="r" b="b"/>
              <a:pathLst>
                <a:path w="4074" h="13102" extrusionOk="0">
                  <a:moveTo>
                    <a:pt x="3557" y="1"/>
                  </a:moveTo>
                  <a:lnTo>
                    <a:pt x="0" y="305"/>
                  </a:lnTo>
                  <a:lnTo>
                    <a:pt x="1794" y="13101"/>
                  </a:lnTo>
                  <a:lnTo>
                    <a:pt x="4073" y="12919"/>
                  </a:lnTo>
                  <a:lnTo>
                    <a:pt x="35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56"/>
            <p:cNvSpPr/>
            <p:nvPr/>
          </p:nvSpPr>
          <p:spPr>
            <a:xfrm>
              <a:off x="4918300" y="3002525"/>
              <a:ext cx="84375" cy="80750"/>
            </a:xfrm>
            <a:custGeom>
              <a:avLst/>
              <a:gdLst/>
              <a:ahLst/>
              <a:cxnLst/>
              <a:rect l="l" t="t" r="r" b="b"/>
              <a:pathLst>
                <a:path w="3375" h="3230" extrusionOk="0">
                  <a:moveTo>
                    <a:pt x="1636" y="0"/>
                  </a:moveTo>
                  <a:cubicBezTo>
                    <a:pt x="1598" y="0"/>
                    <a:pt x="1559" y="1"/>
                    <a:pt x="1520" y="4"/>
                  </a:cubicBezTo>
                  <a:cubicBezTo>
                    <a:pt x="638" y="95"/>
                    <a:pt x="0" y="886"/>
                    <a:pt x="61" y="1767"/>
                  </a:cubicBezTo>
                  <a:cubicBezTo>
                    <a:pt x="148" y="2610"/>
                    <a:pt x="874" y="3230"/>
                    <a:pt x="1708" y="3230"/>
                  </a:cubicBezTo>
                  <a:cubicBezTo>
                    <a:pt x="1746" y="3230"/>
                    <a:pt x="1785" y="3229"/>
                    <a:pt x="1824" y="3226"/>
                  </a:cubicBezTo>
                  <a:cubicBezTo>
                    <a:pt x="2736" y="3135"/>
                    <a:pt x="3374" y="2345"/>
                    <a:pt x="3252" y="1463"/>
                  </a:cubicBezTo>
                  <a:cubicBezTo>
                    <a:pt x="3194" y="620"/>
                    <a:pt x="2470" y="0"/>
                    <a:pt x="16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56"/>
            <p:cNvSpPr/>
            <p:nvPr/>
          </p:nvSpPr>
          <p:spPr>
            <a:xfrm>
              <a:off x="5108275" y="2631800"/>
              <a:ext cx="101850" cy="327525"/>
            </a:xfrm>
            <a:custGeom>
              <a:avLst/>
              <a:gdLst/>
              <a:ahLst/>
              <a:cxnLst/>
              <a:rect l="l" t="t" r="r" b="b"/>
              <a:pathLst>
                <a:path w="4074" h="13101" extrusionOk="0">
                  <a:moveTo>
                    <a:pt x="517" y="0"/>
                  </a:moveTo>
                  <a:lnTo>
                    <a:pt x="0" y="12918"/>
                  </a:lnTo>
                  <a:lnTo>
                    <a:pt x="2280" y="13101"/>
                  </a:lnTo>
                  <a:lnTo>
                    <a:pt x="4073" y="334"/>
                  </a:lnTo>
                  <a:lnTo>
                    <a:pt x="5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56"/>
            <p:cNvSpPr/>
            <p:nvPr/>
          </p:nvSpPr>
          <p:spPr>
            <a:xfrm>
              <a:off x="5083950" y="2995350"/>
              <a:ext cx="89700" cy="79900"/>
            </a:xfrm>
            <a:custGeom>
              <a:avLst/>
              <a:gdLst/>
              <a:ahLst/>
              <a:cxnLst/>
              <a:rect l="l" t="t" r="r" b="b"/>
              <a:pathLst>
                <a:path w="3588" h="3196" extrusionOk="0">
                  <a:moveTo>
                    <a:pt x="1786" y="0"/>
                  </a:moveTo>
                  <a:cubicBezTo>
                    <a:pt x="1422" y="0"/>
                    <a:pt x="1058" y="125"/>
                    <a:pt x="760" y="382"/>
                  </a:cubicBezTo>
                  <a:cubicBezTo>
                    <a:pt x="92" y="960"/>
                    <a:pt x="0" y="1963"/>
                    <a:pt x="578" y="2632"/>
                  </a:cubicBezTo>
                  <a:cubicBezTo>
                    <a:pt x="898" y="3002"/>
                    <a:pt x="1349" y="3196"/>
                    <a:pt x="1802" y="3196"/>
                  </a:cubicBezTo>
                  <a:cubicBezTo>
                    <a:pt x="2165" y="3196"/>
                    <a:pt x="2529" y="3071"/>
                    <a:pt x="2827" y="2814"/>
                  </a:cubicBezTo>
                  <a:cubicBezTo>
                    <a:pt x="3496" y="2236"/>
                    <a:pt x="3587" y="1233"/>
                    <a:pt x="3010" y="565"/>
                  </a:cubicBezTo>
                  <a:cubicBezTo>
                    <a:pt x="2689" y="194"/>
                    <a:pt x="2238" y="0"/>
                    <a:pt x="17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56"/>
            <p:cNvSpPr/>
            <p:nvPr/>
          </p:nvSpPr>
          <p:spPr>
            <a:xfrm>
              <a:off x="5834725" y="2023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56"/>
            <p:cNvSpPr/>
            <p:nvPr/>
          </p:nvSpPr>
          <p:spPr>
            <a:xfrm>
              <a:off x="3401550" y="956225"/>
              <a:ext cx="1023600" cy="1023600"/>
            </a:xfrm>
            <a:custGeom>
              <a:avLst/>
              <a:gdLst/>
              <a:ahLst/>
              <a:cxnLst/>
              <a:rect l="l" t="t" r="r" b="b"/>
              <a:pathLst>
                <a:path w="40944" h="40944" extrusionOk="0">
                  <a:moveTo>
                    <a:pt x="20457" y="1"/>
                  </a:moveTo>
                  <a:cubicBezTo>
                    <a:pt x="9149" y="1"/>
                    <a:pt x="0" y="9150"/>
                    <a:pt x="0" y="20487"/>
                  </a:cubicBezTo>
                  <a:cubicBezTo>
                    <a:pt x="0" y="31795"/>
                    <a:pt x="9149" y="40944"/>
                    <a:pt x="20457" y="40944"/>
                  </a:cubicBezTo>
                  <a:cubicBezTo>
                    <a:pt x="24378" y="40944"/>
                    <a:pt x="28025" y="39849"/>
                    <a:pt x="31156" y="37965"/>
                  </a:cubicBezTo>
                  <a:lnTo>
                    <a:pt x="36931" y="40336"/>
                  </a:lnTo>
                  <a:cubicBezTo>
                    <a:pt x="37089" y="40409"/>
                    <a:pt x="37251" y="40443"/>
                    <a:pt x="37409" y="40443"/>
                  </a:cubicBezTo>
                  <a:cubicBezTo>
                    <a:pt x="38102" y="40443"/>
                    <a:pt x="38715" y="39796"/>
                    <a:pt x="38542" y="39029"/>
                  </a:cubicBezTo>
                  <a:lnTo>
                    <a:pt x="37387" y="32038"/>
                  </a:lnTo>
                  <a:cubicBezTo>
                    <a:pt x="39606" y="28725"/>
                    <a:pt x="40943" y="24773"/>
                    <a:pt x="40943" y="20487"/>
                  </a:cubicBezTo>
                  <a:cubicBezTo>
                    <a:pt x="40943" y="9150"/>
                    <a:pt x="31794" y="1"/>
                    <a:pt x="20457" y="1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56"/>
            <p:cNvSpPr/>
            <p:nvPr/>
          </p:nvSpPr>
          <p:spPr>
            <a:xfrm>
              <a:off x="3611275" y="1119250"/>
              <a:ext cx="516000" cy="697275"/>
            </a:xfrm>
            <a:custGeom>
              <a:avLst/>
              <a:gdLst/>
              <a:ahLst/>
              <a:cxnLst/>
              <a:rect l="l" t="t" r="r" b="b"/>
              <a:pathLst>
                <a:path w="20640" h="27891" extrusionOk="0">
                  <a:moveTo>
                    <a:pt x="7852" y="1"/>
                  </a:moveTo>
                  <a:cubicBezTo>
                    <a:pt x="6964" y="1"/>
                    <a:pt x="6018" y="305"/>
                    <a:pt x="5350" y="684"/>
                  </a:cubicBezTo>
                  <a:cubicBezTo>
                    <a:pt x="1277" y="2963"/>
                    <a:pt x="1" y="8070"/>
                    <a:pt x="517" y="12325"/>
                  </a:cubicBezTo>
                  <a:cubicBezTo>
                    <a:pt x="791" y="14362"/>
                    <a:pt x="1399" y="16398"/>
                    <a:pt x="2311" y="18252"/>
                  </a:cubicBezTo>
                  <a:cubicBezTo>
                    <a:pt x="2311" y="18283"/>
                    <a:pt x="2341" y="18283"/>
                    <a:pt x="2341" y="18313"/>
                  </a:cubicBezTo>
                  <a:cubicBezTo>
                    <a:pt x="2341" y="18343"/>
                    <a:pt x="2402" y="18343"/>
                    <a:pt x="2402" y="18404"/>
                  </a:cubicBezTo>
                  <a:cubicBezTo>
                    <a:pt x="3253" y="20289"/>
                    <a:pt x="4408" y="22052"/>
                    <a:pt x="5806" y="23571"/>
                  </a:cubicBezTo>
                  <a:cubicBezTo>
                    <a:pt x="8084" y="25989"/>
                    <a:pt x="11375" y="27891"/>
                    <a:pt x="14728" y="27891"/>
                  </a:cubicBezTo>
                  <a:cubicBezTo>
                    <a:pt x="15759" y="27891"/>
                    <a:pt x="16797" y="27711"/>
                    <a:pt x="17812" y="27310"/>
                  </a:cubicBezTo>
                  <a:cubicBezTo>
                    <a:pt x="19028" y="26885"/>
                    <a:pt x="20548" y="25638"/>
                    <a:pt x="20578" y="24240"/>
                  </a:cubicBezTo>
                  <a:cubicBezTo>
                    <a:pt x="20639" y="23511"/>
                    <a:pt x="20366" y="22842"/>
                    <a:pt x="20031" y="22204"/>
                  </a:cubicBezTo>
                  <a:cubicBezTo>
                    <a:pt x="19454" y="20988"/>
                    <a:pt x="18663" y="19833"/>
                    <a:pt x="17691" y="18890"/>
                  </a:cubicBezTo>
                  <a:cubicBezTo>
                    <a:pt x="17448" y="18556"/>
                    <a:pt x="17022" y="18161"/>
                    <a:pt x="16566" y="18009"/>
                  </a:cubicBezTo>
                  <a:cubicBezTo>
                    <a:pt x="16379" y="17957"/>
                    <a:pt x="16193" y="17935"/>
                    <a:pt x="16007" y="17935"/>
                  </a:cubicBezTo>
                  <a:cubicBezTo>
                    <a:pt x="15314" y="17935"/>
                    <a:pt x="14629" y="18251"/>
                    <a:pt x="13983" y="18587"/>
                  </a:cubicBezTo>
                  <a:cubicBezTo>
                    <a:pt x="13037" y="19032"/>
                    <a:pt x="12071" y="19436"/>
                    <a:pt x="11140" y="19436"/>
                  </a:cubicBezTo>
                  <a:cubicBezTo>
                    <a:pt x="10483" y="19436"/>
                    <a:pt x="9844" y="19236"/>
                    <a:pt x="9241" y="18708"/>
                  </a:cubicBezTo>
                  <a:cubicBezTo>
                    <a:pt x="8542" y="18100"/>
                    <a:pt x="8086" y="17340"/>
                    <a:pt x="7660" y="16550"/>
                  </a:cubicBezTo>
                  <a:cubicBezTo>
                    <a:pt x="7539" y="16337"/>
                    <a:pt x="7478" y="16155"/>
                    <a:pt x="7356" y="16003"/>
                  </a:cubicBezTo>
                  <a:lnTo>
                    <a:pt x="7144" y="15425"/>
                  </a:lnTo>
                  <a:cubicBezTo>
                    <a:pt x="6779" y="14605"/>
                    <a:pt x="6475" y="13754"/>
                    <a:pt x="6444" y="12842"/>
                  </a:cubicBezTo>
                  <a:cubicBezTo>
                    <a:pt x="6384" y="10866"/>
                    <a:pt x="7964" y="10015"/>
                    <a:pt x="9575" y="9255"/>
                  </a:cubicBezTo>
                  <a:cubicBezTo>
                    <a:pt x="10396" y="8860"/>
                    <a:pt x="11308" y="8434"/>
                    <a:pt x="11642" y="7614"/>
                  </a:cubicBezTo>
                  <a:cubicBezTo>
                    <a:pt x="11855" y="7158"/>
                    <a:pt x="11855" y="6611"/>
                    <a:pt x="11764" y="6124"/>
                  </a:cubicBezTo>
                  <a:cubicBezTo>
                    <a:pt x="11612" y="4787"/>
                    <a:pt x="11277" y="3450"/>
                    <a:pt x="10700" y="2234"/>
                  </a:cubicBezTo>
                  <a:cubicBezTo>
                    <a:pt x="10396" y="1595"/>
                    <a:pt x="10031" y="957"/>
                    <a:pt x="9484" y="501"/>
                  </a:cubicBezTo>
                  <a:cubicBezTo>
                    <a:pt x="9039" y="143"/>
                    <a:pt x="8459" y="1"/>
                    <a:pt x="7852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56"/>
            <p:cNvSpPr/>
            <p:nvPr/>
          </p:nvSpPr>
          <p:spPr>
            <a:xfrm>
              <a:off x="3766300" y="112112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669" y="1"/>
                  </a:moveTo>
                  <a:cubicBezTo>
                    <a:pt x="456" y="31"/>
                    <a:pt x="213" y="122"/>
                    <a:pt x="0" y="213"/>
                  </a:cubicBezTo>
                  <a:cubicBezTo>
                    <a:pt x="1155" y="3192"/>
                    <a:pt x="2158" y="6292"/>
                    <a:pt x="2918" y="9393"/>
                  </a:cubicBezTo>
                  <a:cubicBezTo>
                    <a:pt x="3070" y="9332"/>
                    <a:pt x="3222" y="9241"/>
                    <a:pt x="3405" y="9180"/>
                  </a:cubicBezTo>
                  <a:cubicBezTo>
                    <a:pt x="3435" y="9119"/>
                    <a:pt x="3526" y="9119"/>
                    <a:pt x="3557" y="9089"/>
                  </a:cubicBezTo>
                  <a:cubicBezTo>
                    <a:pt x="2797" y="6019"/>
                    <a:pt x="1854" y="2979"/>
                    <a:pt x="669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56"/>
            <p:cNvSpPr/>
            <p:nvPr/>
          </p:nvSpPr>
          <p:spPr>
            <a:xfrm>
              <a:off x="3948675" y="1582375"/>
              <a:ext cx="141350" cy="211275"/>
            </a:xfrm>
            <a:custGeom>
              <a:avLst/>
              <a:gdLst/>
              <a:ahLst/>
              <a:cxnLst/>
              <a:rect l="l" t="t" r="r" b="b"/>
              <a:pathLst>
                <a:path w="5654" h="8451" extrusionOk="0">
                  <a:moveTo>
                    <a:pt x="639" y="1"/>
                  </a:moveTo>
                  <a:cubicBezTo>
                    <a:pt x="547" y="31"/>
                    <a:pt x="517" y="31"/>
                    <a:pt x="456" y="62"/>
                  </a:cubicBezTo>
                  <a:lnTo>
                    <a:pt x="0" y="305"/>
                  </a:lnTo>
                  <a:cubicBezTo>
                    <a:pt x="2006" y="2797"/>
                    <a:pt x="3708" y="5533"/>
                    <a:pt x="5076" y="8451"/>
                  </a:cubicBezTo>
                  <a:cubicBezTo>
                    <a:pt x="5259" y="8360"/>
                    <a:pt x="5471" y="8238"/>
                    <a:pt x="5654" y="8086"/>
                  </a:cubicBezTo>
                  <a:cubicBezTo>
                    <a:pt x="4286" y="5198"/>
                    <a:pt x="2614" y="2493"/>
                    <a:pt x="639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56"/>
            <p:cNvSpPr/>
            <p:nvPr/>
          </p:nvSpPr>
          <p:spPr>
            <a:xfrm>
              <a:off x="3924350" y="1032225"/>
              <a:ext cx="50950" cy="65800"/>
            </a:xfrm>
            <a:custGeom>
              <a:avLst/>
              <a:gdLst/>
              <a:ahLst/>
              <a:cxnLst/>
              <a:rect l="l" t="t" r="r" b="b"/>
              <a:pathLst>
                <a:path w="2038" h="2632" extrusionOk="0">
                  <a:moveTo>
                    <a:pt x="1728" y="0"/>
                  </a:moveTo>
                  <a:cubicBezTo>
                    <a:pt x="1480" y="0"/>
                    <a:pt x="972" y="407"/>
                    <a:pt x="578" y="1064"/>
                  </a:cubicBezTo>
                  <a:cubicBezTo>
                    <a:pt x="122" y="1824"/>
                    <a:pt x="1" y="2554"/>
                    <a:pt x="244" y="2614"/>
                  </a:cubicBezTo>
                  <a:cubicBezTo>
                    <a:pt x="264" y="2626"/>
                    <a:pt x="286" y="2631"/>
                    <a:pt x="310" y="2631"/>
                  </a:cubicBezTo>
                  <a:cubicBezTo>
                    <a:pt x="542" y="2631"/>
                    <a:pt x="953" y="2126"/>
                    <a:pt x="1338" y="1520"/>
                  </a:cubicBezTo>
                  <a:cubicBezTo>
                    <a:pt x="1764" y="791"/>
                    <a:pt x="2037" y="183"/>
                    <a:pt x="1824" y="31"/>
                  </a:cubicBezTo>
                  <a:cubicBezTo>
                    <a:pt x="1800" y="10"/>
                    <a:pt x="1767" y="0"/>
                    <a:pt x="17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56"/>
            <p:cNvSpPr/>
            <p:nvPr/>
          </p:nvSpPr>
          <p:spPr>
            <a:xfrm>
              <a:off x="3985150" y="1119975"/>
              <a:ext cx="94250" cy="36950"/>
            </a:xfrm>
            <a:custGeom>
              <a:avLst/>
              <a:gdLst/>
              <a:ahLst/>
              <a:cxnLst/>
              <a:rect l="l" t="t" r="r" b="b"/>
              <a:pathLst>
                <a:path w="3770" h="1478" extrusionOk="0">
                  <a:moveTo>
                    <a:pt x="3294" y="0"/>
                  </a:moveTo>
                  <a:cubicBezTo>
                    <a:pt x="2927" y="0"/>
                    <a:pt x="2363" y="114"/>
                    <a:pt x="1763" y="320"/>
                  </a:cubicBezTo>
                  <a:cubicBezTo>
                    <a:pt x="760" y="655"/>
                    <a:pt x="0" y="1110"/>
                    <a:pt x="91" y="1354"/>
                  </a:cubicBezTo>
                  <a:cubicBezTo>
                    <a:pt x="115" y="1436"/>
                    <a:pt x="263" y="1478"/>
                    <a:pt x="494" y="1478"/>
                  </a:cubicBezTo>
                  <a:cubicBezTo>
                    <a:pt x="856" y="1478"/>
                    <a:pt x="1424" y="1376"/>
                    <a:pt x="2037" y="1171"/>
                  </a:cubicBezTo>
                  <a:cubicBezTo>
                    <a:pt x="3009" y="807"/>
                    <a:pt x="3769" y="351"/>
                    <a:pt x="3708" y="138"/>
                  </a:cubicBezTo>
                  <a:cubicBezTo>
                    <a:pt x="3674" y="44"/>
                    <a:pt x="3522" y="0"/>
                    <a:pt x="3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56"/>
            <p:cNvSpPr/>
            <p:nvPr/>
          </p:nvSpPr>
          <p:spPr>
            <a:xfrm>
              <a:off x="4013250" y="1239025"/>
              <a:ext cx="78200" cy="23200"/>
            </a:xfrm>
            <a:custGeom>
              <a:avLst/>
              <a:gdLst/>
              <a:ahLst/>
              <a:cxnLst/>
              <a:rect l="l" t="t" r="r" b="b"/>
              <a:pathLst>
                <a:path w="3128" h="928" extrusionOk="0">
                  <a:moveTo>
                    <a:pt x="789" y="1"/>
                  </a:moveTo>
                  <a:cubicBezTo>
                    <a:pt x="397" y="1"/>
                    <a:pt x="118" y="58"/>
                    <a:pt x="62" y="209"/>
                  </a:cubicBezTo>
                  <a:cubicBezTo>
                    <a:pt x="1" y="421"/>
                    <a:pt x="639" y="817"/>
                    <a:pt x="1521" y="908"/>
                  </a:cubicBezTo>
                  <a:cubicBezTo>
                    <a:pt x="1656" y="921"/>
                    <a:pt x="1787" y="927"/>
                    <a:pt x="1911" y="927"/>
                  </a:cubicBezTo>
                  <a:cubicBezTo>
                    <a:pt x="2624" y="927"/>
                    <a:pt x="3127" y="724"/>
                    <a:pt x="3101" y="543"/>
                  </a:cubicBezTo>
                  <a:cubicBezTo>
                    <a:pt x="3101" y="300"/>
                    <a:pt x="2433" y="118"/>
                    <a:pt x="1612" y="57"/>
                  </a:cubicBezTo>
                  <a:cubicBezTo>
                    <a:pt x="1312" y="22"/>
                    <a:pt x="1029" y="1"/>
                    <a:pt x="7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56"/>
            <p:cNvSpPr/>
            <p:nvPr/>
          </p:nvSpPr>
          <p:spPr>
            <a:xfrm>
              <a:off x="4095325" y="1457375"/>
              <a:ext cx="58550" cy="84350"/>
            </a:xfrm>
            <a:custGeom>
              <a:avLst/>
              <a:gdLst/>
              <a:ahLst/>
              <a:cxnLst/>
              <a:rect l="l" t="t" r="r" b="b"/>
              <a:pathLst>
                <a:path w="2342" h="3374" extrusionOk="0">
                  <a:moveTo>
                    <a:pt x="2042" y="0"/>
                  </a:moveTo>
                  <a:cubicBezTo>
                    <a:pt x="1807" y="0"/>
                    <a:pt x="1231" y="583"/>
                    <a:pt x="730" y="1444"/>
                  </a:cubicBezTo>
                  <a:cubicBezTo>
                    <a:pt x="213" y="2417"/>
                    <a:pt x="1" y="3268"/>
                    <a:pt x="244" y="3359"/>
                  </a:cubicBezTo>
                  <a:cubicBezTo>
                    <a:pt x="260" y="3369"/>
                    <a:pt x="278" y="3373"/>
                    <a:pt x="298" y="3373"/>
                  </a:cubicBezTo>
                  <a:cubicBezTo>
                    <a:pt x="540" y="3373"/>
                    <a:pt x="1041" y="2712"/>
                    <a:pt x="1490" y="1870"/>
                  </a:cubicBezTo>
                  <a:cubicBezTo>
                    <a:pt x="2037" y="958"/>
                    <a:pt x="2341" y="168"/>
                    <a:pt x="2098" y="16"/>
                  </a:cubicBezTo>
                  <a:cubicBezTo>
                    <a:pt x="2082" y="5"/>
                    <a:pt x="2063" y="0"/>
                    <a:pt x="2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56"/>
            <p:cNvSpPr/>
            <p:nvPr/>
          </p:nvSpPr>
          <p:spPr>
            <a:xfrm>
              <a:off x="4163725" y="1539750"/>
              <a:ext cx="85875" cy="50650"/>
            </a:xfrm>
            <a:custGeom>
              <a:avLst/>
              <a:gdLst/>
              <a:ahLst/>
              <a:cxnLst/>
              <a:rect l="l" t="t" r="r" b="b"/>
              <a:pathLst>
                <a:path w="3435" h="2026" extrusionOk="0">
                  <a:moveTo>
                    <a:pt x="3090" y="0"/>
                  </a:moveTo>
                  <a:cubicBezTo>
                    <a:pt x="2774" y="0"/>
                    <a:pt x="2141" y="223"/>
                    <a:pt x="1490" y="642"/>
                  </a:cubicBezTo>
                  <a:cubicBezTo>
                    <a:pt x="608" y="1159"/>
                    <a:pt x="0" y="1767"/>
                    <a:pt x="152" y="1949"/>
                  </a:cubicBezTo>
                  <a:cubicBezTo>
                    <a:pt x="182" y="2001"/>
                    <a:pt x="256" y="2026"/>
                    <a:pt x="362" y="2026"/>
                  </a:cubicBezTo>
                  <a:cubicBezTo>
                    <a:pt x="690" y="2026"/>
                    <a:pt x="1326" y="1792"/>
                    <a:pt x="1946" y="1402"/>
                  </a:cubicBezTo>
                  <a:cubicBezTo>
                    <a:pt x="2827" y="885"/>
                    <a:pt x="3435" y="277"/>
                    <a:pt x="3283" y="64"/>
                  </a:cubicBezTo>
                  <a:cubicBezTo>
                    <a:pt x="3254" y="22"/>
                    <a:pt x="3187" y="0"/>
                    <a:pt x="30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56"/>
            <p:cNvSpPr/>
            <p:nvPr/>
          </p:nvSpPr>
          <p:spPr>
            <a:xfrm>
              <a:off x="4177400" y="1658300"/>
              <a:ext cx="87400" cy="29775"/>
            </a:xfrm>
            <a:custGeom>
              <a:avLst/>
              <a:gdLst/>
              <a:ahLst/>
              <a:cxnLst/>
              <a:rect l="l" t="t" r="r" b="b"/>
              <a:pathLst>
                <a:path w="3496" h="1191" extrusionOk="0">
                  <a:moveTo>
                    <a:pt x="729" y="0"/>
                  </a:moveTo>
                  <a:cubicBezTo>
                    <a:pt x="324" y="0"/>
                    <a:pt x="48" y="80"/>
                    <a:pt x="31" y="216"/>
                  </a:cubicBezTo>
                  <a:cubicBezTo>
                    <a:pt x="0" y="429"/>
                    <a:pt x="730" y="794"/>
                    <a:pt x="1611" y="1006"/>
                  </a:cubicBezTo>
                  <a:cubicBezTo>
                    <a:pt x="2169" y="1114"/>
                    <a:pt x="2673" y="1190"/>
                    <a:pt x="3005" y="1190"/>
                  </a:cubicBezTo>
                  <a:cubicBezTo>
                    <a:pt x="3233" y="1190"/>
                    <a:pt x="3380" y="1154"/>
                    <a:pt x="3405" y="1067"/>
                  </a:cubicBezTo>
                  <a:cubicBezTo>
                    <a:pt x="3496" y="824"/>
                    <a:pt x="2797" y="368"/>
                    <a:pt x="1854" y="155"/>
                  </a:cubicBezTo>
                  <a:cubicBezTo>
                    <a:pt x="1441" y="49"/>
                    <a:pt x="1046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56"/>
            <p:cNvSpPr/>
            <p:nvPr/>
          </p:nvSpPr>
          <p:spPr>
            <a:xfrm>
              <a:off x="3722975" y="2217650"/>
              <a:ext cx="1047925" cy="846700"/>
            </a:xfrm>
            <a:custGeom>
              <a:avLst/>
              <a:gdLst/>
              <a:ahLst/>
              <a:cxnLst/>
              <a:rect l="l" t="t" r="r" b="b"/>
              <a:pathLst>
                <a:path w="41917" h="33868" extrusionOk="0">
                  <a:moveTo>
                    <a:pt x="7904" y="0"/>
                  </a:moveTo>
                  <a:cubicBezTo>
                    <a:pt x="3557" y="0"/>
                    <a:pt x="1" y="3526"/>
                    <a:pt x="1" y="7903"/>
                  </a:cubicBezTo>
                  <a:lnTo>
                    <a:pt x="1" y="21247"/>
                  </a:lnTo>
                  <a:cubicBezTo>
                    <a:pt x="1" y="25594"/>
                    <a:pt x="3557" y="29150"/>
                    <a:pt x="7904" y="29150"/>
                  </a:cubicBezTo>
                  <a:lnTo>
                    <a:pt x="23679" y="29150"/>
                  </a:lnTo>
                  <a:lnTo>
                    <a:pt x="29849" y="33648"/>
                  </a:lnTo>
                  <a:cubicBezTo>
                    <a:pt x="30044" y="33800"/>
                    <a:pt x="30264" y="33868"/>
                    <a:pt x="30480" y="33868"/>
                  </a:cubicBezTo>
                  <a:cubicBezTo>
                    <a:pt x="31043" y="33868"/>
                    <a:pt x="31582" y="33412"/>
                    <a:pt x="31582" y="32797"/>
                  </a:cubicBezTo>
                  <a:lnTo>
                    <a:pt x="31582" y="29119"/>
                  </a:lnTo>
                  <a:lnTo>
                    <a:pt x="34013" y="29119"/>
                  </a:lnTo>
                  <a:cubicBezTo>
                    <a:pt x="38390" y="29119"/>
                    <a:pt x="41916" y="25594"/>
                    <a:pt x="41916" y="21217"/>
                  </a:cubicBezTo>
                  <a:lnTo>
                    <a:pt x="41916" y="7903"/>
                  </a:lnTo>
                  <a:cubicBezTo>
                    <a:pt x="41916" y="3526"/>
                    <a:pt x="38390" y="0"/>
                    <a:pt x="34013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56"/>
            <p:cNvSpPr/>
            <p:nvPr/>
          </p:nvSpPr>
          <p:spPr>
            <a:xfrm>
              <a:off x="3706250" y="2116150"/>
              <a:ext cx="270550" cy="237200"/>
            </a:xfrm>
            <a:custGeom>
              <a:avLst/>
              <a:gdLst/>
              <a:ahLst/>
              <a:cxnLst/>
              <a:rect l="l" t="t" r="r" b="b"/>
              <a:pathLst>
                <a:path w="10822" h="9488" extrusionOk="0">
                  <a:moveTo>
                    <a:pt x="5403" y="1"/>
                  </a:moveTo>
                  <a:cubicBezTo>
                    <a:pt x="3591" y="1"/>
                    <a:pt x="1849" y="1044"/>
                    <a:pt x="1065" y="2814"/>
                  </a:cubicBezTo>
                  <a:cubicBezTo>
                    <a:pt x="1" y="5215"/>
                    <a:pt x="1095" y="8012"/>
                    <a:pt x="3497" y="9076"/>
                  </a:cubicBezTo>
                  <a:cubicBezTo>
                    <a:pt x="4128" y="9355"/>
                    <a:pt x="4786" y="9488"/>
                    <a:pt x="5433" y="9488"/>
                  </a:cubicBezTo>
                  <a:cubicBezTo>
                    <a:pt x="7248" y="9488"/>
                    <a:pt x="8974" y="8445"/>
                    <a:pt x="9758" y="6674"/>
                  </a:cubicBezTo>
                  <a:cubicBezTo>
                    <a:pt x="10822" y="4273"/>
                    <a:pt x="9728" y="1477"/>
                    <a:pt x="7326" y="413"/>
                  </a:cubicBezTo>
                  <a:cubicBezTo>
                    <a:pt x="6703" y="133"/>
                    <a:pt x="6049" y="1"/>
                    <a:pt x="5403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56"/>
            <p:cNvSpPr/>
            <p:nvPr/>
          </p:nvSpPr>
          <p:spPr>
            <a:xfrm>
              <a:off x="3832400" y="2163700"/>
              <a:ext cx="22825" cy="129200"/>
            </a:xfrm>
            <a:custGeom>
              <a:avLst/>
              <a:gdLst/>
              <a:ahLst/>
              <a:cxnLst/>
              <a:rect l="l" t="t" r="r" b="b"/>
              <a:pathLst>
                <a:path w="913" h="5168" extrusionOk="0">
                  <a:moveTo>
                    <a:pt x="92" y="0"/>
                  </a:moveTo>
                  <a:lnTo>
                    <a:pt x="183" y="3648"/>
                  </a:lnTo>
                  <a:lnTo>
                    <a:pt x="669" y="3648"/>
                  </a:lnTo>
                  <a:lnTo>
                    <a:pt x="791" y="0"/>
                  </a:lnTo>
                  <a:close/>
                  <a:moveTo>
                    <a:pt x="457" y="4256"/>
                  </a:moveTo>
                  <a:cubicBezTo>
                    <a:pt x="183" y="4256"/>
                    <a:pt x="1" y="4438"/>
                    <a:pt x="1" y="4712"/>
                  </a:cubicBezTo>
                  <a:cubicBezTo>
                    <a:pt x="1" y="4955"/>
                    <a:pt x="153" y="5168"/>
                    <a:pt x="457" y="5168"/>
                  </a:cubicBezTo>
                  <a:cubicBezTo>
                    <a:pt x="730" y="5168"/>
                    <a:pt x="913" y="4955"/>
                    <a:pt x="913" y="4712"/>
                  </a:cubicBezTo>
                  <a:cubicBezTo>
                    <a:pt x="913" y="4438"/>
                    <a:pt x="730" y="4256"/>
                    <a:pt x="457" y="42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56"/>
            <p:cNvSpPr/>
            <p:nvPr/>
          </p:nvSpPr>
          <p:spPr>
            <a:xfrm>
              <a:off x="3947150" y="2310475"/>
              <a:ext cx="612500" cy="569700"/>
            </a:xfrm>
            <a:custGeom>
              <a:avLst/>
              <a:gdLst/>
              <a:ahLst/>
              <a:cxnLst/>
              <a:rect l="l" t="t" r="r" b="b"/>
              <a:pathLst>
                <a:path w="24500" h="22788" extrusionOk="0">
                  <a:moveTo>
                    <a:pt x="12260" y="0"/>
                  </a:moveTo>
                  <a:cubicBezTo>
                    <a:pt x="11655" y="0"/>
                    <a:pt x="11043" y="48"/>
                    <a:pt x="10426" y="148"/>
                  </a:cubicBezTo>
                  <a:cubicBezTo>
                    <a:pt x="4225" y="1151"/>
                    <a:pt x="0" y="6987"/>
                    <a:pt x="973" y="13218"/>
                  </a:cubicBezTo>
                  <a:cubicBezTo>
                    <a:pt x="1877" y="18805"/>
                    <a:pt x="6729" y="22788"/>
                    <a:pt x="12216" y="22788"/>
                  </a:cubicBezTo>
                  <a:cubicBezTo>
                    <a:pt x="12819" y="22788"/>
                    <a:pt x="13430" y="22740"/>
                    <a:pt x="14043" y="22640"/>
                  </a:cubicBezTo>
                  <a:cubicBezTo>
                    <a:pt x="20274" y="21668"/>
                    <a:pt x="24499" y="15801"/>
                    <a:pt x="23496" y="9601"/>
                  </a:cubicBezTo>
                  <a:cubicBezTo>
                    <a:pt x="22593" y="3986"/>
                    <a:pt x="17765" y="0"/>
                    <a:pt x="12260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56"/>
            <p:cNvSpPr/>
            <p:nvPr/>
          </p:nvSpPr>
          <p:spPr>
            <a:xfrm>
              <a:off x="4037575" y="2379500"/>
              <a:ext cx="431650" cy="431650"/>
            </a:xfrm>
            <a:custGeom>
              <a:avLst/>
              <a:gdLst/>
              <a:ahLst/>
              <a:cxnLst/>
              <a:rect l="l" t="t" r="r" b="b"/>
              <a:pathLst>
                <a:path w="17266" h="17266" extrusionOk="0">
                  <a:moveTo>
                    <a:pt x="8633" y="1"/>
                  </a:moveTo>
                  <a:cubicBezTo>
                    <a:pt x="3861" y="1"/>
                    <a:pt x="1" y="3891"/>
                    <a:pt x="1" y="8633"/>
                  </a:cubicBezTo>
                  <a:cubicBezTo>
                    <a:pt x="1" y="13405"/>
                    <a:pt x="3861" y="17265"/>
                    <a:pt x="8633" y="17265"/>
                  </a:cubicBezTo>
                  <a:cubicBezTo>
                    <a:pt x="13375" y="17265"/>
                    <a:pt x="17265" y="13405"/>
                    <a:pt x="17265" y="8633"/>
                  </a:cubicBezTo>
                  <a:cubicBezTo>
                    <a:pt x="17265" y="3891"/>
                    <a:pt x="13375" y="1"/>
                    <a:pt x="86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56"/>
            <p:cNvSpPr/>
            <p:nvPr/>
          </p:nvSpPr>
          <p:spPr>
            <a:xfrm>
              <a:off x="4242750" y="2720700"/>
              <a:ext cx="21300" cy="55500"/>
            </a:xfrm>
            <a:custGeom>
              <a:avLst/>
              <a:gdLst/>
              <a:ahLst/>
              <a:cxnLst/>
              <a:rect l="l" t="t" r="r" b="b"/>
              <a:pathLst>
                <a:path w="852" h="2220" extrusionOk="0">
                  <a:moveTo>
                    <a:pt x="426" y="0"/>
                  </a:moveTo>
                  <a:cubicBezTo>
                    <a:pt x="183" y="0"/>
                    <a:pt x="0" y="213"/>
                    <a:pt x="0" y="426"/>
                  </a:cubicBezTo>
                  <a:lnTo>
                    <a:pt x="0" y="1794"/>
                  </a:lnTo>
                  <a:cubicBezTo>
                    <a:pt x="0" y="2037"/>
                    <a:pt x="183" y="2219"/>
                    <a:pt x="426" y="2219"/>
                  </a:cubicBezTo>
                  <a:cubicBezTo>
                    <a:pt x="639" y="2219"/>
                    <a:pt x="851" y="2067"/>
                    <a:pt x="851" y="1824"/>
                  </a:cubicBezTo>
                  <a:lnTo>
                    <a:pt x="851" y="426"/>
                  </a:lnTo>
                  <a:cubicBezTo>
                    <a:pt x="851" y="213"/>
                    <a:pt x="639" y="0"/>
                    <a:pt x="426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56"/>
            <p:cNvSpPr/>
            <p:nvPr/>
          </p:nvSpPr>
          <p:spPr>
            <a:xfrm>
              <a:off x="4242750" y="2412950"/>
              <a:ext cx="21300" cy="56250"/>
            </a:xfrm>
            <a:custGeom>
              <a:avLst/>
              <a:gdLst/>
              <a:ahLst/>
              <a:cxnLst/>
              <a:rect l="l" t="t" r="r" b="b"/>
              <a:pathLst>
                <a:path w="852" h="2250" extrusionOk="0">
                  <a:moveTo>
                    <a:pt x="426" y="0"/>
                  </a:moveTo>
                  <a:cubicBezTo>
                    <a:pt x="183" y="0"/>
                    <a:pt x="0" y="213"/>
                    <a:pt x="0" y="426"/>
                  </a:cubicBezTo>
                  <a:lnTo>
                    <a:pt x="0" y="1824"/>
                  </a:lnTo>
                  <a:cubicBezTo>
                    <a:pt x="0" y="2067"/>
                    <a:pt x="183" y="2249"/>
                    <a:pt x="426" y="2249"/>
                  </a:cubicBezTo>
                  <a:cubicBezTo>
                    <a:pt x="639" y="2249"/>
                    <a:pt x="851" y="2067"/>
                    <a:pt x="851" y="1824"/>
                  </a:cubicBezTo>
                  <a:lnTo>
                    <a:pt x="851" y="426"/>
                  </a:lnTo>
                  <a:cubicBezTo>
                    <a:pt x="851" y="213"/>
                    <a:pt x="639" y="0"/>
                    <a:pt x="426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56"/>
            <p:cNvSpPr/>
            <p:nvPr/>
          </p:nvSpPr>
          <p:spPr>
            <a:xfrm>
              <a:off x="4378775" y="2585425"/>
              <a:ext cx="56250" cy="20550"/>
            </a:xfrm>
            <a:custGeom>
              <a:avLst/>
              <a:gdLst/>
              <a:ahLst/>
              <a:cxnLst/>
              <a:rect l="l" t="t" r="r" b="b"/>
              <a:pathLst>
                <a:path w="2250" h="822" extrusionOk="0">
                  <a:moveTo>
                    <a:pt x="426" y="1"/>
                  </a:moveTo>
                  <a:cubicBezTo>
                    <a:pt x="183" y="1"/>
                    <a:pt x="0" y="183"/>
                    <a:pt x="0" y="396"/>
                  </a:cubicBezTo>
                  <a:cubicBezTo>
                    <a:pt x="0" y="639"/>
                    <a:pt x="183" y="822"/>
                    <a:pt x="426" y="822"/>
                  </a:cubicBezTo>
                  <a:lnTo>
                    <a:pt x="1824" y="822"/>
                  </a:lnTo>
                  <a:cubicBezTo>
                    <a:pt x="2037" y="822"/>
                    <a:pt x="2249" y="639"/>
                    <a:pt x="2249" y="396"/>
                  </a:cubicBezTo>
                  <a:cubicBezTo>
                    <a:pt x="2249" y="183"/>
                    <a:pt x="2037" y="1"/>
                    <a:pt x="1824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56"/>
            <p:cNvSpPr/>
            <p:nvPr/>
          </p:nvSpPr>
          <p:spPr>
            <a:xfrm>
              <a:off x="4071000" y="2585425"/>
              <a:ext cx="56275" cy="20550"/>
            </a:xfrm>
            <a:custGeom>
              <a:avLst/>
              <a:gdLst/>
              <a:ahLst/>
              <a:cxnLst/>
              <a:rect l="l" t="t" r="r" b="b"/>
              <a:pathLst>
                <a:path w="2251" h="822" extrusionOk="0">
                  <a:moveTo>
                    <a:pt x="42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39"/>
                    <a:pt x="183" y="822"/>
                    <a:pt x="426" y="822"/>
                  </a:cubicBezTo>
                  <a:lnTo>
                    <a:pt x="1825" y="822"/>
                  </a:lnTo>
                  <a:cubicBezTo>
                    <a:pt x="2037" y="822"/>
                    <a:pt x="2250" y="639"/>
                    <a:pt x="2250" y="396"/>
                  </a:cubicBezTo>
                  <a:cubicBezTo>
                    <a:pt x="2250" y="183"/>
                    <a:pt x="2098" y="1"/>
                    <a:pt x="1825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56"/>
            <p:cNvSpPr/>
            <p:nvPr/>
          </p:nvSpPr>
          <p:spPr>
            <a:xfrm>
              <a:off x="4243500" y="2510200"/>
              <a:ext cx="22825" cy="95025"/>
            </a:xfrm>
            <a:custGeom>
              <a:avLst/>
              <a:gdLst/>
              <a:ahLst/>
              <a:cxnLst/>
              <a:rect l="l" t="t" r="r" b="b"/>
              <a:pathLst>
                <a:path w="913" h="3801" extrusionOk="0">
                  <a:moveTo>
                    <a:pt x="457" y="1"/>
                  </a:moveTo>
                  <a:cubicBezTo>
                    <a:pt x="244" y="1"/>
                    <a:pt x="1" y="183"/>
                    <a:pt x="1" y="457"/>
                  </a:cubicBezTo>
                  <a:lnTo>
                    <a:pt x="1" y="3344"/>
                  </a:lnTo>
                  <a:cubicBezTo>
                    <a:pt x="1" y="3557"/>
                    <a:pt x="214" y="3800"/>
                    <a:pt x="457" y="3800"/>
                  </a:cubicBezTo>
                  <a:cubicBezTo>
                    <a:pt x="730" y="3800"/>
                    <a:pt x="913" y="3618"/>
                    <a:pt x="913" y="3344"/>
                  </a:cubicBezTo>
                  <a:lnTo>
                    <a:pt x="913" y="457"/>
                  </a:lnTo>
                  <a:cubicBezTo>
                    <a:pt x="913" y="213"/>
                    <a:pt x="730" y="1"/>
                    <a:pt x="457" y="1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56"/>
            <p:cNvSpPr/>
            <p:nvPr/>
          </p:nvSpPr>
          <p:spPr>
            <a:xfrm>
              <a:off x="4239700" y="2580650"/>
              <a:ext cx="125425" cy="87675"/>
            </a:xfrm>
            <a:custGeom>
              <a:avLst/>
              <a:gdLst/>
              <a:ahLst/>
              <a:cxnLst/>
              <a:rect l="l" t="t" r="r" b="b"/>
              <a:pathLst>
                <a:path w="5017" h="3507" extrusionOk="0">
                  <a:moveTo>
                    <a:pt x="545" y="1"/>
                  </a:moveTo>
                  <a:cubicBezTo>
                    <a:pt x="391" y="1"/>
                    <a:pt x="248" y="70"/>
                    <a:pt x="153" y="222"/>
                  </a:cubicBezTo>
                  <a:cubicBezTo>
                    <a:pt x="1" y="405"/>
                    <a:pt x="62" y="709"/>
                    <a:pt x="305" y="861"/>
                  </a:cubicBezTo>
                  <a:lnTo>
                    <a:pt x="4256" y="3444"/>
                  </a:lnTo>
                  <a:cubicBezTo>
                    <a:pt x="4340" y="3486"/>
                    <a:pt x="4423" y="3506"/>
                    <a:pt x="4503" y="3506"/>
                  </a:cubicBezTo>
                  <a:cubicBezTo>
                    <a:pt x="4655" y="3506"/>
                    <a:pt x="4795" y="3432"/>
                    <a:pt x="4894" y="3292"/>
                  </a:cubicBezTo>
                  <a:cubicBezTo>
                    <a:pt x="5016" y="3079"/>
                    <a:pt x="4986" y="2806"/>
                    <a:pt x="4743" y="2654"/>
                  </a:cubicBezTo>
                  <a:lnTo>
                    <a:pt x="821" y="70"/>
                  </a:lnTo>
                  <a:cubicBezTo>
                    <a:pt x="731" y="25"/>
                    <a:pt x="636" y="1"/>
                    <a:pt x="545" y="1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56"/>
            <p:cNvSpPr/>
            <p:nvPr/>
          </p:nvSpPr>
          <p:spPr>
            <a:xfrm>
              <a:off x="4709325" y="1238150"/>
              <a:ext cx="1016000" cy="1122950"/>
            </a:xfrm>
            <a:custGeom>
              <a:avLst/>
              <a:gdLst/>
              <a:ahLst/>
              <a:cxnLst/>
              <a:rect l="l" t="t" r="r" b="b"/>
              <a:pathLst>
                <a:path w="40640" h="44918" extrusionOk="0">
                  <a:moveTo>
                    <a:pt x="20335" y="1"/>
                  </a:moveTo>
                  <a:cubicBezTo>
                    <a:pt x="9089" y="1"/>
                    <a:pt x="0" y="9119"/>
                    <a:pt x="0" y="20335"/>
                  </a:cubicBezTo>
                  <a:cubicBezTo>
                    <a:pt x="0" y="27326"/>
                    <a:pt x="3526" y="33527"/>
                    <a:pt x="8937" y="37174"/>
                  </a:cubicBezTo>
                  <a:lnTo>
                    <a:pt x="8997" y="43740"/>
                  </a:lnTo>
                  <a:cubicBezTo>
                    <a:pt x="8997" y="44439"/>
                    <a:pt x="9594" y="44918"/>
                    <a:pt x="10212" y="44918"/>
                  </a:cubicBezTo>
                  <a:cubicBezTo>
                    <a:pt x="10453" y="44918"/>
                    <a:pt x="10699" y="44845"/>
                    <a:pt x="10912" y="44682"/>
                  </a:cubicBezTo>
                  <a:lnTo>
                    <a:pt x="16748" y="40366"/>
                  </a:lnTo>
                  <a:cubicBezTo>
                    <a:pt x="17934" y="40548"/>
                    <a:pt x="19119" y="40670"/>
                    <a:pt x="20335" y="40670"/>
                  </a:cubicBezTo>
                  <a:cubicBezTo>
                    <a:pt x="31581" y="40670"/>
                    <a:pt x="40639" y="31551"/>
                    <a:pt x="40639" y="20335"/>
                  </a:cubicBezTo>
                  <a:cubicBezTo>
                    <a:pt x="40639" y="9119"/>
                    <a:pt x="31521" y="1"/>
                    <a:pt x="20335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56"/>
            <p:cNvSpPr/>
            <p:nvPr/>
          </p:nvSpPr>
          <p:spPr>
            <a:xfrm>
              <a:off x="4906900" y="1521600"/>
              <a:ext cx="653525" cy="460500"/>
            </a:xfrm>
            <a:custGeom>
              <a:avLst/>
              <a:gdLst/>
              <a:ahLst/>
              <a:cxnLst/>
              <a:rect l="l" t="t" r="r" b="b"/>
              <a:pathLst>
                <a:path w="26141" h="18420" extrusionOk="0">
                  <a:moveTo>
                    <a:pt x="3313" y="0"/>
                  </a:moveTo>
                  <a:cubicBezTo>
                    <a:pt x="1490" y="0"/>
                    <a:pt x="0" y="1459"/>
                    <a:pt x="0" y="3283"/>
                  </a:cubicBezTo>
                  <a:lnTo>
                    <a:pt x="0" y="15107"/>
                  </a:lnTo>
                  <a:cubicBezTo>
                    <a:pt x="0" y="16930"/>
                    <a:pt x="1490" y="18420"/>
                    <a:pt x="3313" y="18420"/>
                  </a:cubicBezTo>
                  <a:lnTo>
                    <a:pt x="22827" y="18420"/>
                  </a:lnTo>
                  <a:cubicBezTo>
                    <a:pt x="24651" y="18420"/>
                    <a:pt x="26141" y="16930"/>
                    <a:pt x="26141" y="15107"/>
                  </a:cubicBezTo>
                  <a:lnTo>
                    <a:pt x="26141" y="3283"/>
                  </a:lnTo>
                  <a:cubicBezTo>
                    <a:pt x="26141" y="1459"/>
                    <a:pt x="24651" y="0"/>
                    <a:pt x="228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56"/>
            <p:cNvSpPr/>
            <p:nvPr/>
          </p:nvSpPr>
          <p:spPr>
            <a:xfrm>
              <a:off x="4928925" y="1538300"/>
              <a:ext cx="615550" cy="426325"/>
            </a:xfrm>
            <a:custGeom>
              <a:avLst/>
              <a:gdLst/>
              <a:ahLst/>
              <a:cxnLst/>
              <a:rect l="l" t="t" r="r" b="b"/>
              <a:pathLst>
                <a:path w="24622" h="17053" extrusionOk="0">
                  <a:moveTo>
                    <a:pt x="365" y="1"/>
                  </a:moveTo>
                  <a:cubicBezTo>
                    <a:pt x="213" y="122"/>
                    <a:pt x="92" y="244"/>
                    <a:pt x="1" y="396"/>
                  </a:cubicBezTo>
                  <a:lnTo>
                    <a:pt x="9211" y="7539"/>
                  </a:lnTo>
                  <a:lnTo>
                    <a:pt x="31" y="16718"/>
                  </a:lnTo>
                  <a:cubicBezTo>
                    <a:pt x="153" y="16840"/>
                    <a:pt x="305" y="16992"/>
                    <a:pt x="457" y="17053"/>
                  </a:cubicBezTo>
                  <a:lnTo>
                    <a:pt x="9636" y="7873"/>
                  </a:lnTo>
                  <a:lnTo>
                    <a:pt x="11338" y="9211"/>
                  </a:lnTo>
                  <a:cubicBezTo>
                    <a:pt x="11551" y="9363"/>
                    <a:pt x="11794" y="9423"/>
                    <a:pt x="12037" y="9423"/>
                  </a:cubicBezTo>
                  <a:cubicBezTo>
                    <a:pt x="12250" y="9423"/>
                    <a:pt x="12493" y="9363"/>
                    <a:pt x="12676" y="9211"/>
                  </a:cubicBezTo>
                  <a:lnTo>
                    <a:pt x="14682" y="7752"/>
                  </a:lnTo>
                  <a:lnTo>
                    <a:pt x="24013" y="17053"/>
                  </a:lnTo>
                  <a:cubicBezTo>
                    <a:pt x="24165" y="16962"/>
                    <a:pt x="24256" y="16840"/>
                    <a:pt x="24408" y="16718"/>
                  </a:cubicBezTo>
                  <a:lnTo>
                    <a:pt x="15077" y="7448"/>
                  </a:lnTo>
                  <a:lnTo>
                    <a:pt x="24621" y="639"/>
                  </a:lnTo>
                  <a:cubicBezTo>
                    <a:pt x="24500" y="487"/>
                    <a:pt x="24378" y="396"/>
                    <a:pt x="24256" y="244"/>
                  </a:cubicBezTo>
                  <a:lnTo>
                    <a:pt x="12341" y="8755"/>
                  </a:lnTo>
                  <a:cubicBezTo>
                    <a:pt x="12220" y="8831"/>
                    <a:pt x="12098" y="8869"/>
                    <a:pt x="11980" y="8869"/>
                  </a:cubicBezTo>
                  <a:cubicBezTo>
                    <a:pt x="11863" y="8869"/>
                    <a:pt x="11749" y="8831"/>
                    <a:pt x="11642" y="8755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56"/>
            <p:cNvSpPr/>
            <p:nvPr/>
          </p:nvSpPr>
          <p:spPr>
            <a:xfrm>
              <a:off x="5323325" y="1158725"/>
              <a:ext cx="372275" cy="323800"/>
            </a:xfrm>
            <a:custGeom>
              <a:avLst/>
              <a:gdLst/>
              <a:ahLst/>
              <a:cxnLst/>
              <a:rect l="l" t="t" r="r" b="b"/>
              <a:pathLst>
                <a:path w="14891" h="12952" extrusionOk="0">
                  <a:moveTo>
                    <a:pt x="6836" y="1"/>
                  </a:moveTo>
                  <a:cubicBezTo>
                    <a:pt x="6577" y="1"/>
                    <a:pt x="6314" y="16"/>
                    <a:pt x="6049" y="47"/>
                  </a:cubicBezTo>
                  <a:cubicBezTo>
                    <a:pt x="3161" y="442"/>
                    <a:pt x="851" y="2752"/>
                    <a:pt x="486" y="5640"/>
                  </a:cubicBezTo>
                  <a:cubicBezTo>
                    <a:pt x="1" y="9596"/>
                    <a:pt x="3062" y="12951"/>
                    <a:pt x="6915" y="12951"/>
                  </a:cubicBezTo>
                  <a:cubicBezTo>
                    <a:pt x="7888" y="12951"/>
                    <a:pt x="8910" y="12737"/>
                    <a:pt x="9939" y="12266"/>
                  </a:cubicBezTo>
                  <a:cubicBezTo>
                    <a:pt x="11155" y="11688"/>
                    <a:pt x="12098" y="10746"/>
                    <a:pt x="12675" y="9530"/>
                  </a:cubicBezTo>
                  <a:cubicBezTo>
                    <a:pt x="14890" y="4697"/>
                    <a:pt x="11415" y="1"/>
                    <a:pt x="6836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56"/>
            <p:cNvSpPr/>
            <p:nvPr/>
          </p:nvSpPr>
          <p:spPr>
            <a:xfrm>
              <a:off x="5434250" y="1260950"/>
              <a:ext cx="69950" cy="114775"/>
            </a:xfrm>
            <a:custGeom>
              <a:avLst/>
              <a:gdLst/>
              <a:ahLst/>
              <a:cxnLst/>
              <a:rect l="l" t="t" r="r" b="b"/>
              <a:pathLst>
                <a:path w="2798" h="4591" extrusionOk="0">
                  <a:moveTo>
                    <a:pt x="1369" y="0"/>
                  </a:moveTo>
                  <a:cubicBezTo>
                    <a:pt x="852" y="0"/>
                    <a:pt x="396" y="152"/>
                    <a:pt x="183" y="335"/>
                  </a:cubicBezTo>
                  <a:lnTo>
                    <a:pt x="335" y="791"/>
                  </a:lnTo>
                  <a:cubicBezTo>
                    <a:pt x="518" y="639"/>
                    <a:pt x="852" y="487"/>
                    <a:pt x="1217" y="487"/>
                  </a:cubicBezTo>
                  <a:cubicBezTo>
                    <a:pt x="1764" y="487"/>
                    <a:pt x="2007" y="851"/>
                    <a:pt x="2007" y="1186"/>
                  </a:cubicBezTo>
                  <a:cubicBezTo>
                    <a:pt x="2007" y="1703"/>
                    <a:pt x="1460" y="1946"/>
                    <a:pt x="1004" y="1946"/>
                  </a:cubicBezTo>
                  <a:lnTo>
                    <a:pt x="670" y="1946"/>
                  </a:lnTo>
                  <a:lnTo>
                    <a:pt x="670" y="2402"/>
                  </a:lnTo>
                  <a:lnTo>
                    <a:pt x="1004" y="2402"/>
                  </a:lnTo>
                  <a:cubicBezTo>
                    <a:pt x="1581" y="2402"/>
                    <a:pt x="2159" y="2675"/>
                    <a:pt x="2159" y="3283"/>
                  </a:cubicBezTo>
                  <a:cubicBezTo>
                    <a:pt x="2159" y="3648"/>
                    <a:pt x="1885" y="4134"/>
                    <a:pt x="1125" y="4134"/>
                  </a:cubicBezTo>
                  <a:cubicBezTo>
                    <a:pt x="700" y="4134"/>
                    <a:pt x="335" y="3982"/>
                    <a:pt x="153" y="3891"/>
                  </a:cubicBezTo>
                  <a:lnTo>
                    <a:pt x="1" y="4286"/>
                  </a:lnTo>
                  <a:cubicBezTo>
                    <a:pt x="214" y="4438"/>
                    <a:pt x="670" y="4590"/>
                    <a:pt x="1156" y="4590"/>
                  </a:cubicBezTo>
                  <a:cubicBezTo>
                    <a:pt x="2220" y="4590"/>
                    <a:pt x="2797" y="3982"/>
                    <a:pt x="2797" y="3283"/>
                  </a:cubicBezTo>
                  <a:cubicBezTo>
                    <a:pt x="2797" y="2675"/>
                    <a:pt x="2341" y="2250"/>
                    <a:pt x="1825" y="2128"/>
                  </a:cubicBezTo>
                  <a:cubicBezTo>
                    <a:pt x="2372" y="1915"/>
                    <a:pt x="2645" y="1520"/>
                    <a:pt x="2645" y="1064"/>
                  </a:cubicBezTo>
                  <a:cubicBezTo>
                    <a:pt x="2645" y="548"/>
                    <a:pt x="2220" y="0"/>
                    <a:pt x="13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56"/>
            <p:cNvSpPr/>
            <p:nvPr/>
          </p:nvSpPr>
          <p:spPr>
            <a:xfrm>
              <a:off x="5524675" y="1263975"/>
              <a:ext cx="69950" cy="110975"/>
            </a:xfrm>
            <a:custGeom>
              <a:avLst/>
              <a:gdLst/>
              <a:ahLst/>
              <a:cxnLst/>
              <a:rect l="l" t="t" r="r" b="b"/>
              <a:pathLst>
                <a:path w="2798" h="4439" extrusionOk="0">
                  <a:moveTo>
                    <a:pt x="1" y="1"/>
                  </a:moveTo>
                  <a:lnTo>
                    <a:pt x="1" y="487"/>
                  </a:lnTo>
                  <a:lnTo>
                    <a:pt x="2189" y="487"/>
                  </a:lnTo>
                  <a:lnTo>
                    <a:pt x="244" y="4439"/>
                  </a:lnTo>
                  <a:lnTo>
                    <a:pt x="852" y="4439"/>
                  </a:lnTo>
                  <a:lnTo>
                    <a:pt x="2797" y="366"/>
                  </a:lnTo>
                  <a:lnTo>
                    <a:pt x="27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56"/>
            <p:cNvSpPr/>
            <p:nvPr/>
          </p:nvSpPr>
          <p:spPr>
            <a:xfrm>
              <a:off x="5352950" y="4031350"/>
              <a:ext cx="819950" cy="604300"/>
            </a:xfrm>
            <a:custGeom>
              <a:avLst/>
              <a:gdLst/>
              <a:ahLst/>
              <a:cxnLst/>
              <a:rect l="l" t="t" r="r" b="b"/>
              <a:pathLst>
                <a:path w="32798" h="24172" extrusionOk="0">
                  <a:moveTo>
                    <a:pt x="16614" y="0"/>
                  </a:moveTo>
                  <a:cubicBezTo>
                    <a:pt x="16531" y="0"/>
                    <a:pt x="16453" y="2"/>
                    <a:pt x="16384" y="7"/>
                  </a:cubicBezTo>
                  <a:cubicBezTo>
                    <a:pt x="15897" y="7"/>
                    <a:pt x="14986" y="67"/>
                    <a:pt x="14986" y="67"/>
                  </a:cubicBezTo>
                  <a:cubicBezTo>
                    <a:pt x="10487" y="250"/>
                    <a:pt x="5016" y="1071"/>
                    <a:pt x="2615" y="3715"/>
                  </a:cubicBezTo>
                  <a:cubicBezTo>
                    <a:pt x="2615" y="3715"/>
                    <a:pt x="0" y="18609"/>
                    <a:pt x="7235" y="24171"/>
                  </a:cubicBezTo>
                  <a:lnTo>
                    <a:pt x="25624" y="24171"/>
                  </a:lnTo>
                  <a:cubicBezTo>
                    <a:pt x="32797" y="18609"/>
                    <a:pt x="30123" y="3715"/>
                    <a:pt x="30123" y="3715"/>
                  </a:cubicBezTo>
                  <a:cubicBezTo>
                    <a:pt x="27752" y="1071"/>
                    <a:pt x="22250" y="250"/>
                    <a:pt x="17782" y="67"/>
                  </a:cubicBezTo>
                  <a:cubicBezTo>
                    <a:pt x="17782" y="67"/>
                    <a:pt x="17112" y="0"/>
                    <a:pt x="16614" y="0"/>
                  </a:cubicBezTo>
                  <a:close/>
                </a:path>
              </a:pathLst>
            </a:custGeom>
            <a:solidFill>
              <a:srgbClr val="98C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56"/>
            <p:cNvSpPr/>
            <p:nvPr/>
          </p:nvSpPr>
          <p:spPr>
            <a:xfrm>
              <a:off x="5482125" y="4084700"/>
              <a:ext cx="560825" cy="131475"/>
            </a:xfrm>
            <a:custGeom>
              <a:avLst/>
              <a:gdLst/>
              <a:ahLst/>
              <a:cxnLst/>
              <a:rect l="l" t="t" r="r" b="b"/>
              <a:pathLst>
                <a:path w="22433" h="5259" extrusionOk="0">
                  <a:moveTo>
                    <a:pt x="11217" y="0"/>
                  </a:moveTo>
                  <a:cubicBezTo>
                    <a:pt x="5016" y="0"/>
                    <a:pt x="1" y="1186"/>
                    <a:pt x="1" y="2614"/>
                  </a:cubicBezTo>
                  <a:cubicBezTo>
                    <a:pt x="1" y="4073"/>
                    <a:pt x="5016" y="5259"/>
                    <a:pt x="11217" y="5259"/>
                  </a:cubicBezTo>
                  <a:cubicBezTo>
                    <a:pt x="17417" y="5259"/>
                    <a:pt x="22433" y="4073"/>
                    <a:pt x="22433" y="2614"/>
                  </a:cubicBezTo>
                  <a:cubicBezTo>
                    <a:pt x="22433" y="1186"/>
                    <a:pt x="17417" y="0"/>
                    <a:pt x="11217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56"/>
            <p:cNvSpPr/>
            <p:nvPr/>
          </p:nvSpPr>
          <p:spPr>
            <a:xfrm>
              <a:off x="5406150" y="4223000"/>
              <a:ext cx="712025" cy="81075"/>
            </a:xfrm>
            <a:custGeom>
              <a:avLst/>
              <a:gdLst/>
              <a:ahLst/>
              <a:cxnLst/>
              <a:rect l="l" t="t" r="r" b="b"/>
              <a:pathLst>
                <a:path w="28481" h="3243" extrusionOk="0">
                  <a:moveTo>
                    <a:pt x="28420" y="0"/>
                  </a:moveTo>
                  <a:cubicBezTo>
                    <a:pt x="23323" y="1258"/>
                    <a:pt x="18099" y="2029"/>
                    <a:pt x="12911" y="2029"/>
                  </a:cubicBezTo>
                  <a:cubicBezTo>
                    <a:pt x="8571" y="2029"/>
                    <a:pt x="4256" y="1490"/>
                    <a:pt x="61" y="244"/>
                  </a:cubicBezTo>
                  <a:cubicBezTo>
                    <a:pt x="61" y="639"/>
                    <a:pt x="0" y="1064"/>
                    <a:pt x="0" y="1520"/>
                  </a:cubicBezTo>
                  <a:cubicBezTo>
                    <a:pt x="4201" y="2718"/>
                    <a:pt x="8509" y="3243"/>
                    <a:pt x="12840" y="3243"/>
                  </a:cubicBezTo>
                  <a:cubicBezTo>
                    <a:pt x="18067" y="3243"/>
                    <a:pt x="23328" y="2479"/>
                    <a:pt x="28481" y="1216"/>
                  </a:cubicBezTo>
                  <a:cubicBezTo>
                    <a:pt x="28481" y="791"/>
                    <a:pt x="28420" y="365"/>
                    <a:pt x="28420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56"/>
            <p:cNvSpPr/>
            <p:nvPr/>
          </p:nvSpPr>
          <p:spPr>
            <a:xfrm>
              <a:off x="5409950" y="4349900"/>
              <a:ext cx="705200" cy="80975"/>
            </a:xfrm>
            <a:custGeom>
              <a:avLst/>
              <a:gdLst/>
              <a:ahLst/>
              <a:cxnLst/>
              <a:rect l="l" t="t" r="r" b="b"/>
              <a:pathLst>
                <a:path w="28208" h="3239" extrusionOk="0">
                  <a:moveTo>
                    <a:pt x="28207" y="0"/>
                  </a:moveTo>
                  <a:cubicBezTo>
                    <a:pt x="23110" y="1266"/>
                    <a:pt x="17886" y="2039"/>
                    <a:pt x="12693" y="2039"/>
                  </a:cubicBezTo>
                  <a:cubicBezTo>
                    <a:pt x="8410" y="2039"/>
                    <a:pt x="4149" y="1513"/>
                    <a:pt x="0" y="304"/>
                  </a:cubicBezTo>
                  <a:lnTo>
                    <a:pt x="0" y="304"/>
                  </a:lnTo>
                  <a:cubicBezTo>
                    <a:pt x="61" y="730"/>
                    <a:pt x="91" y="1186"/>
                    <a:pt x="152" y="1611"/>
                  </a:cubicBezTo>
                  <a:cubicBezTo>
                    <a:pt x="4240" y="2742"/>
                    <a:pt x="8420" y="3238"/>
                    <a:pt x="12620" y="3238"/>
                  </a:cubicBezTo>
                  <a:cubicBezTo>
                    <a:pt x="17789" y="3238"/>
                    <a:pt x="22988" y="2488"/>
                    <a:pt x="28086" y="1247"/>
                  </a:cubicBezTo>
                  <a:cubicBezTo>
                    <a:pt x="28116" y="851"/>
                    <a:pt x="28207" y="426"/>
                    <a:pt x="28207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56"/>
            <p:cNvSpPr/>
            <p:nvPr/>
          </p:nvSpPr>
          <p:spPr>
            <a:xfrm>
              <a:off x="5436550" y="4482125"/>
              <a:ext cx="654275" cy="75050"/>
            </a:xfrm>
            <a:custGeom>
              <a:avLst/>
              <a:gdLst/>
              <a:ahLst/>
              <a:cxnLst/>
              <a:rect l="l" t="t" r="r" b="b"/>
              <a:pathLst>
                <a:path w="26171" h="3002" extrusionOk="0">
                  <a:moveTo>
                    <a:pt x="26171" y="0"/>
                  </a:moveTo>
                  <a:cubicBezTo>
                    <a:pt x="21377" y="1131"/>
                    <a:pt x="16471" y="1821"/>
                    <a:pt x="11593" y="1821"/>
                  </a:cubicBezTo>
                  <a:cubicBezTo>
                    <a:pt x="7687" y="1821"/>
                    <a:pt x="3798" y="1379"/>
                    <a:pt x="0" y="365"/>
                  </a:cubicBezTo>
                  <a:lnTo>
                    <a:pt x="0" y="365"/>
                  </a:lnTo>
                  <a:cubicBezTo>
                    <a:pt x="152" y="821"/>
                    <a:pt x="334" y="1277"/>
                    <a:pt x="547" y="1733"/>
                  </a:cubicBezTo>
                  <a:cubicBezTo>
                    <a:pt x="4189" y="2610"/>
                    <a:pt x="7903" y="3001"/>
                    <a:pt x="11638" y="3001"/>
                  </a:cubicBezTo>
                  <a:cubicBezTo>
                    <a:pt x="16320" y="3001"/>
                    <a:pt x="21035" y="2386"/>
                    <a:pt x="25684" y="1338"/>
                  </a:cubicBezTo>
                  <a:cubicBezTo>
                    <a:pt x="25897" y="882"/>
                    <a:pt x="26019" y="456"/>
                    <a:pt x="26171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56"/>
            <p:cNvSpPr/>
            <p:nvPr/>
          </p:nvSpPr>
          <p:spPr>
            <a:xfrm>
              <a:off x="5782300" y="3736225"/>
              <a:ext cx="288025" cy="477675"/>
            </a:xfrm>
            <a:custGeom>
              <a:avLst/>
              <a:gdLst/>
              <a:ahLst/>
              <a:cxnLst/>
              <a:rect l="l" t="t" r="r" b="b"/>
              <a:pathLst>
                <a:path w="11521" h="19107" extrusionOk="0">
                  <a:moveTo>
                    <a:pt x="5313" y="0"/>
                  </a:moveTo>
                  <a:cubicBezTo>
                    <a:pt x="4966" y="0"/>
                    <a:pt x="4614" y="245"/>
                    <a:pt x="4377" y="535"/>
                  </a:cubicBezTo>
                  <a:cubicBezTo>
                    <a:pt x="4103" y="869"/>
                    <a:pt x="4012" y="1295"/>
                    <a:pt x="3951" y="1720"/>
                  </a:cubicBezTo>
                  <a:cubicBezTo>
                    <a:pt x="3739" y="3422"/>
                    <a:pt x="4347" y="5216"/>
                    <a:pt x="5471" y="6462"/>
                  </a:cubicBezTo>
                  <a:cubicBezTo>
                    <a:pt x="5441" y="7678"/>
                    <a:pt x="5410" y="8863"/>
                    <a:pt x="5259" y="10079"/>
                  </a:cubicBezTo>
                  <a:cubicBezTo>
                    <a:pt x="4985" y="8438"/>
                    <a:pt x="4103" y="6857"/>
                    <a:pt x="2705" y="5945"/>
                  </a:cubicBezTo>
                  <a:cubicBezTo>
                    <a:pt x="2393" y="5745"/>
                    <a:pt x="1999" y="5560"/>
                    <a:pt x="1643" y="5560"/>
                  </a:cubicBezTo>
                  <a:cubicBezTo>
                    <a:pt x="1514" y="5560"/>
                    <a:pt x="1390" y="5585"/>
                    <a:pt x="1277" y="5641"/>
                  </a:cubicBezTo>
                  <a:cubicBezTo>
                    <a:pt x="882" y="5793"/>
                    <a:pt x="608" y="6188"/>
                    <a:pt x="578" y="6644"/>
                  </a:cubicBezTo>
                  <a:cubicBezTo>
                    <a:pt x="547" y="7070"/>
                    <a:pt x="669" y="7495"/>
                    <a:pt x="851" y="7921"/>
                  </a:cubicBezTo>
                  <a:cubicBezTo>
                    <a:pt x="1581" y="9623"/>
                    <a:pt x="3192" y="10900"/>
                    <a:pt x="4985" y="11295"/>
                  </a:cubicBezTo>
                  <a:lnTo>
                    <a:pt x="5076" y="11356"/>
                  </a:lnTo>
                  <a:cubicBezTo>
                    <a:pt x="4924" y="12511"/>
                    <a:pt x="4681" y="13605"/>
                    <a:pt x="4377" y="14669"/>
                  </a:cubicBezTo>
                  <a:cubicBezTo>
                    <a:pt x="4195" y="13149"/>
                    <a:pt x="3435" y="11751"/>
                    <a:pt x="2249" y="10809"/>
                  </a:cubicBezTo>
                  <a:cubicBezTo>
                    <a:pt x="1907" y="10564"/>
                    <a:pt x="1526" y="10340"/>
                    <a:pt x="1137" y="10340"/>
                  </a:cubicBezTo>
                  <a:cubicBezTo>
                    <a:pt x="1042" y="10340"/>
                    <a:pt x="947" y="10353"/>
                    <a:pt x="851" y="10383"/>
                  </a:cubicBezTo>
                  <a:cubicBezTo>
                    <a:pt x="426" y="10505"/>
                    <a:pt x="152" y="10900"/>
                    <a:pt x="91" y="11325"/>
                  </a:cubicBezTo>
                  <a:cubicBezTo>
                    <a:pt x="0" y="11751"/>
                    <a:pt x="91" y="12176"/>
                    <a:pt x="243" y="12572"/>
                  </a:cubicBezTo>
                  <a:cubicBezTo>
                    <a:pt x="821" y="14243"/>
                    <a:pt x="2219" y="15672"/>
                    <a:pt x="3891" y="16219"/>
                  </a:cubicBezTo>
                  <a:cubicBezTo>
                    <a:pt x="3860" y="16280"/>
                    <a:pt x="3860" y="16341"/>
                    <a:pt x="3800" y="16371"/>
                  </a:cubicBezTo>
                  <a:cubicBezTo>
                    <a:pt x="3800" y="16371"/>
                    <a:pt x="3769" y="16432"/>
                    <a:pt x="3769" y="16462"/>
                  </a:cubicBezTo>
                  <a:cubicBezTo>
                    <a:pt x="3739" y="16493"/>
                    <a:pt x="3739" y="16584"/>
                    <a:pt x="3739" y="16584"/>
                  </a:cubicBezTo>
                  <a:cubicBezTo>
                    <a:pt x="3404" y="17435"/>
                    <a:pt x="2948" y="18286"/>
                    <a:pt x="2432" y="19107"/>
                  </a:cubicBezTo>
                  <a:cubicBezTo>
                    <a:pt x="2736" y="19076"/>
                    <a:pt x="3040" y="19076"/>
                    <a:pt x="3344" y="19046"/>
                  </a:cubicBezTo>
                  <a:cubicBezTo>
                    <a:pt x="3769" y="18286"/>
                    <a:pt x="4164" y="17526"/>
                    <a:pt x="4499" y="16736"/>
                  </a:cubicBezTo>
                  <a:cubicBezTo>
                    <a:pt x="4681" y="16751"/>
                    <a:pt x="4863" y="16759"/>
                    <a:pt x="5046" y="16759"/>
                  </a:cubicBezTo>
                  <a:cubicBezTo>
                    <a:pt x="5228" y="16759"/>
                    <a:pt x="5410" y="16751"/>
                    <a:pt x="5593" y="16736"/>
                  </a:cubicBezTo>
                  <a:cubicBezTo>
                    <a:pt x="7082" y="16645"/>
                    <a:pt x="8541" y="16037"/>
                    <a:pt x="9575" y="14942"/>
                  </a:cubicBezTo>
                  <a:cubicBezTo>
                    <a:pt x="9909" y="14547"/>
                    <a:pt x="10243" y="14061"/>
                    <a:pt x="10122" y="13575"/>
                  </a:cubicBezTo>
                  <a:cubicBezTo>
                    <a:pt x="10031" y="13149"/>
                    <a:pt x="9666" y="12845"/>
                    <a:pt x="9240" y="12724"/>
                  </a:cubicBezTo>
                  <a:cubicBezTo>
                    <a:pt x="9072" y="12688"/>
                    <a:pt x="8905" y="12671"/>
                    <a:pt x="8739" y="12671"/>
                  </a:cubicBezTo>
                  <a:cubicBezTo>
                    <a:pt x="8484" y="12671"/>
                    <a:pt x="8233" y="12711"/>
                    <a:pt x="7994" y="12784"/>
                  </a:cubicBezTo>
                  <a:cubicBezTo>
                    <a:pt x="6961" y="12997"/>
                    <a:pt x="6049" y="13575"/>
                    <a:pt x="5289" y="14304"/>
                  </a:cubicBezTo>
                  <a:cubicBezTo>
                    <a:pt x="5532" y="13423"/>
                    <a:pt x="5714" y="12541"/>
                    <a:pt x="5836" y="11660"/>
                  </a:cubicBezTo>
                  <a:cubicBezTo>
                    <a:pt x="5900" y="11662"/>
                    <a:pt x="5964" y="11663"/>
                    <a:pt x="6028" y="11663"/>
                  </a:cubicBezTo>
                  <a:cubicBezTo>
                    <a:pt x="7882" y="11663"/>
                    <a:pt x="9765" y="10818"/>
                    <a:pt x="10882" y="9319"/>
                  </a:cubicBezTo>
                  <a:cubicBezTo>
                    <a:pt x="11246" y="8772"/>
                    <a:pt x="11520" y="8286"/>
                    <a:pt x="11338" y="7799"/>
                  </a:cubicBezTo>
                  <a:cubicBezTo>
                    <a:pt x="11186" y="7374"/>
                    <a:pt x="10760" y="7161"/>
                    <a:pt x="10335" y="7070"/>
                  </a:cubicBezTo>
                  <a:cubicBezTo>
                    <a:pt x="10244" y="7057"/>
                    <a:pt x="10154" y="7051"/>
                    <a:pt x="10065" y="7051"/>
                  </a:cubicBezTo>
                  <a:cubicBezTo>
                    <a:pt x="9739" y="7051"/>
                    <a:pt x="9423" y="7133"/>
                    <a:pt x="9088" y="7252"/>
                  </a:cubicBezTo>
                  <a:cubicBezTo>
                    <a:pt x="7842" y="7708"/>
                    <a:pt x="6778" y="8681"/>
                    <a:pt x="6079" y="9806"/>
                  </a:cubicBezTo>
                  <a:cubicBezTo>
                    <a:pt x="6201" y="8742"/>
                    <a:pt x="6231" y="7678"/>
                    <a:pt x="6292" y="6614"/>
                  </a:cubicBezTo>
                  <a:cubicBezTo>
                    <a:pt x="7234" y="4912"/>
                    <a:pt x="7417" y="2784"/>
                    <a:pt x="6596" y="1021"/>
                  </a:cubicBezTo>
                  <a:cubicBezTo>
                    <a:pt x="6353" y="565"/>
                    <a:pt x="6018" y="79"/>
                    <a:pt x="5471" y="18"/>
                  </a:cubicBezTo>
                  <a:cubicBezTo>
                    <a:pt x="5419" y="6"/>
                    <a:pt x="5366" y="0"/>
                    <a:pt x="5313" y="0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56"/>
            <p:cNvSpPr/>
            <p:nvPr/>
          </p:nvSpPr>
          <p:spPr>
            <a:xfrm>
              <a:off x="5868925" y="4152325"/>
              <a:ext cx="146675" cy="57775"/>
            </a:xfrm>
            <a:custGeom>
              <a:avLst/>
              <a:gdLst/>
              <a:ahLst/>
              <a:cxnLst/>
              <a:rect l="l" t="t" r="r" b="b"/>
              <a:pathLst>
                <a:path w="5867" h="2311" extrusionOk="0">
                  <a:moveTo>
                    <a:pt x="1155" y="1"/>
                  </a:moveTo>
                  <a:cubicBezTo>
                    <a:pt x="851" y="791"/>
                    <a:pt x="456" y="1612"/>
                    <a:pt x="0" y="2311"/>
                  </a:cubicBezTo>
                  <a:cubicBezTo>
                    <a:pt x="2584" y="2067"/>
                    <a:pt x="4681" y="1612"/>
                    <a:pt x="5867" y="1034"/>
                  </a:cubicBezTo>
                  <a:cubicBezTo>
                    <a:pt x="5015" y="639"/>
                    <a:pt x="3769" y="274"/>
                    <a:pt x="2249" y="1"/>
                  </a:cubicBezTo>
                  <a:cubicBezTo>
                    <a:pt x="2052" y="16"/>
                    <a:pt x="1869" y="23"/>
                    <a:pt x="1691" y="23"/>
                  </a:cubicBezTo>
                  <a:cubicBezTo>
                    <a:pt x="1512" y="23"/>
                    <a:pt x="1338" y="16"/>
                    <a:pt x="1155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56"/>
            <p:cNvSpPr/>
            <p:nvPr/>
          </p:nvSpPr>
          <p:spPr>
            <a:xfrm>
              <a:off x="5669825" y="4140925"/>
              <a:ext cx="209750" cy="76025"/>
            </a:xfrm>
            <a:custGeom>
              <a:avLst/>
              <a:gdLst/>
              <a:ahLst/>
              <a:cxnLst/>
              <a:rect l="l" t="t" r="r" b="b"/>
              <a:pathLst>
                <a:path w="8390" h="3041" extrusionOk="0">
                  <a:moveTo>
                    <a:pt x="3709" y="1"/>
                  </a:moveTo>
                  <a:cubicBezTo>
                    <a:pt x="2432" y="1"/>
                    <a:pt x="1156" y="31"/>
                    <a:pt x="0" y="153"/>
                  </a:cubicBezTo>
                  <a:cubicBezTo>
                    <a:pt x="335" y="1095"/>
                    <a:pt x="791" y="2037"/>
                    <a:pt x="1308" y="2949"/>
                  </a:cubicBezTo>
                  <a:cubicBezTo>
                    <a:pt x="2067" y="3010"/>
                    <a:pt x="2888" y="3040"/>
                    <a:pt x="3709" y="3040"/>
                  </a:cubicBezTo>
                  <a:cubicBezTo>
                    <a:pt x="4894" y="3040"/>
                    <a:pt x="5988" y="3010"/>
                    <a:pt x="7052" y="2919"/>
                  </a:cubicBezTo>
                  <a:cubicBezTo>
                    <a:pt x="7569" y="2098"/>
                    <a:pt x="7995" y="1247"/>
                    <a:pt x="8329" y="365"/>
                  </a:cubicBezTo>
                  <a:cubicBezTo>
                    <a:pt x="8329" y="335"/>
                    <a:pt x="8329" y="274"/>
                    <a:pt x="8390" y="244"/>
                  </a:cubicBezTo>
                  <a:cubicBezTo>
                    <a:pt x="6961" y="92"/>
                    <a:pt x="5381" y="1"/>
                    <a:pt x="3709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56"/>
            <p:cNvSpPr/>
            <p:nvPr/>
          </p:nvSpPr>
          <p:spPr>
            <a:xfrm>
              <a:off x="5510250" y="4145500"/>
              <a:ext cx="169475" cy="66875"/>
            </a:xfrm>
            <a:custGeom>
              <a:avLst/>
              <a:gdLst/>
              <a:ahLst/>
              <a:cxnLst/>
              <a:rect l="l" t="t" r="r" b="b"/>
              <a:pathLst>
                <a:path w="6779" h="2675" extrusionOk="0">
                  <a:moveTo>
                    <a:pt x="5563" y="0"/>
                  </a:moveTo>
                  <a:cubicBezTo>
                    <a:pt x="3101" y="274"/>
                    <a:pt x="1125" y="730"/>
                    <a:pt x="0" y="1307"/>
                  </a:cubicBezTo>
                  <a:cubicBezTo>
                    <a:pt x="1307" y="1945"/>
                    <a:pt x="3800" y="2492"/>
                    <a:pt x="6779" y="2675"/>
                  </a:cubicBezTo>
                  <a:cubicBezTo>
                    <a:pt x="6292" y="1793"/>
                    <a:pt x="5928" y="912"/>
                    <a:pt x="5563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56"/>
            <p:cNvSpPr/>
            <p:nvPr/>
          </p:nvSpPr>
          <p:spPr>
            <a:xfrm>
              <a:off x="5479100" y="3699375"/>
              <a:ext cx="291050" cy="447650"/>
            </a:xfrm>
            <a:custGeom>
              <a:avLst/>
              <a:gdLst/>
              <a:ahLst/>
              <a:cxnLst/>
              <a:rect l="l" t="t" r="r" b="b"/>
              <a:pathLst>
                <a:path w="11642" h="17906" extrusionOk="0">
                  <a:moveTo>
                    <a:pt x="6850" y="0"/>
                  </a:moveTo>
                  <a:cubicBezTo>
                    <a:pt x="6826" y="0"/>
                    <a:pt x="6802" y="1"/>
                    <a:pt x="6778" y="3"/>
                  </a:cubicBezTo>
                  <a:cubicBezTo>
                    <a:pt x="6231" y="33"/>
                    <a:pt x="5867" y="489"/>
                    <a:pt x="5593" y="975"/>
                  </a:cubicBezTo>
                  <a:cubicBezTo>
                    <a:pt x="4620" y="2738"/>
                    <a:pt x="4651" y="5018"/>
                    <a:pt x="5563" y="6811"/>
                  </a:cubicBezTo>
                  <a:cubicBezTo>
                    <a:pt x="5532" y="7906"/>
                    <a:pt x="5532" y="9000"/>
                    <a:pt x="5532" y="10094"/>
                  </a:cubicBezTo>
                  <a:cubicBezTo>
                    <a:pt x="4863" y="8878"/>
                    <a:pt x="3860" y="7875"/>
                    <a:pt x="2584" y="7298"/>
                  </a:cubicBezTo>
                  <a:cubicBezTo>
                    <a:pt x="2229" y="7134"/>
                    <a:pt x="1851" y="7020"/>
                    <a:pt x="1447" y="7020"/>
                  </a:cubicBezTo>
                  <a:cubicBezTo>
                    <a:pt x="1401" y="7020"/>
                    <a:pt x="1354" y="7021"/>
                    <a:pt x="1307" y="7024"/>
                  </a:cubicBezTo>
                  <a:cubicBezTo>
                    <a:pt x="851" y="7055"/>
                    <a:pt x="426" y="7298"/>
                    <a:pt x="243" y="7723"/>
                  </a:cubicBezTo>
                  <a:cubicBezTo>
                    <a:pt x="0" y="8210"/>
                    <a:pt x="243" y="8787"/>
                    <a:pt x="547" y="9243"/>
                  </a:cubicBezTo>
                  <a:cubicBezTo>
                    <a:pt x="1611" y="10945"/>
                    <a:pt x="3617" y="11918"/>
                    <a:pt x="5623" y="12009"/>
                  </a:cubicBezTo>
                  <a:cubicBezTo>
                    <a:pt x="5715" y="12921"/>
                    <a:pt x="5836" y="13863"/>
                    <a:pt x="6019" y="14745"/>
                  </a:cubicBezTo>
                  <a:cubicBezTo>
                    <a:pt x="5289" y="13954"/>
                    <a:pt x="4377" y="13346"/>
                    <a:pt x="3344" y="13043"/>
                  </a:cubicBezTo>
                  <a:cubicBezTo>
                    <a:pt x="3064" y="12957"/>
                    <a:pt x="2754" y="12871"/>
                    <a:pt x="2447" y="12871"/>
                  </a:cubicBezTo>
                  <a:cubicBezTo>
                    <a:pt x="2319" y="12871"/>
                    <a:pt x="2192" y="12885"/>
                    <a:pt x="2067" y="12921"/>
                  </a:cubicBezTo>
                  <a:cubicBezTo>
                    <a:pt x="1642" y="12982"/>
                    <a:pt x="1216" y="13286"/>
                    <a:pt x="1064" y="13711"/>
                  </a:cubicBezTo>
                  <a:cubicBezTo>
                    <a:pt x="912" y="14258"/>
                    <a:pt x="1216" y="14775"/>
                    <a:pt x="1581" y="15201"/>
                  </a:cubicBezTo>
                  <a:cubicBezTo>
                    <a:pt x="2731" y="16610"/>
                    <a:pt x="4562" y="17366"/>
                    <a:pt x="6378" y="17366"/>
                  </a:cubicBezTo>
                  <a:cubicBezTo>
                    <a:pt x="6481" y="17366"/>
                    <a:pt x="6584" y="17364"/>
                    <a:pt x="6687" y="17359"/>
                  </a:cubicBezTo>
                  <a:cubicBezTo>
                    <a:pt x="6778" y="17541"/>
                    <a:pt x="6809" y="17693"/>
                    <a:pt x="6900" y="17906"/>
                  </a:cubicBezTo>
                  <a:cubicBezTo>
                    <a:pt x="7143" y="17845"/>
                    <a:pt x="7417" y="17845"/>
                    <a:pt x="7721" y="17815"/>
                  </a:cubicBezTo>
                  <a:cubicBezTo>
                    <a:pt x="7538" y="17632"/>
                    <a:pt x="7508" y="17450"/>
                    <a:pt x="7417" y="17298"/>
                  </a:cubicBezTo>
                  <a:cubicBezTo>
                    <a:pt x="7478" y="17298"/>
                    <a:pt x="7356" y="17085"/>
                    <a:pt x="7356" y="17085"/>
                  </a:cubicBezTo>
                  <a:cubicBezTo>
                    <a:pt x="7356" y="17024"/>
                    <a:pt x="7295" y="16994"/>
                    <a:pt x="7295" y="16903"/>
                  </a:cubicBezTo>
                  <a:cubicBezTo>
                    <a:pt x="9088" y="16416"/>
                    <a:pt x="10639" y="15079"/>
                    <a:pt x="11338" y="13346"/>
                  </a:cubicBezTo>
                  <a:cubicBezTo>
                    <a:pt x="11490" y="12921"/>
                    <a:pt x="11642" y="12495"/>
                    <a:pt x="11551" y="12039"/>
                  </a:cubicBezTo>
                  <a:cubicBezTo>
                    <a:pt x="11520" y="11584"/>
                    <a:pt x="11277" y="11158"/>
                    <a:pt x="10851" y="11006"/>
                  </a:cubicBezTo>
                  <a:cubicBezTo>
                    <a:pt x="10735" y="10962"/>
                    <a:pt x="10614" y="10943"/>
                    <a:pt x="10490" y="10943"/>
                  </a:cubicBezTo>
                  <a:cubicBezTo>
                    <a:pt x="10096" y="10943"/>
                    <a:pt x="9679" y="11139"/>
                    <a:pt x="9332" y="11371"/>
                  </a:cubicBezTo>
                  <a:cubicBezTo>
                    <a:pt x="8025" y="12222"/>
                    <a:pt x="7143" y="13681"/>
                    <a:pt x="6839" y="15231"/>
                  </a:cubicBezTo>
                  <a:cubicBezTo>
                    <a:pt x="6596" y="14106"/>
                    <a:pt x="6444" y="12951"/>
                    <a:pt x="6353" y="11766"/>
                  </a:cubicBezTo>
                  <a:lnTo>
                    <a:pt x="6474" y="11705"/>
                  </a:lnTo>
                  <a:cubicBezTo>
                    <a:pt x="8359" y="11432"/>
                    <a:pt x="10152" y="10185"/>
                    <a:pt x="11034" y="8422"/>
                  </a:cubicBezTo>
                  <a:cubicBezTo>
                    <a:pt x="11216" y="8058"/>
                    <a:pt x="11368" y="7602"/>
                    <a:pt x="11368" y="7176"/>
                  </a:cubicBezTo>
                  <a:cubicBezTo>
                    <a:pt x="11368" y="6720"/>
                    <a:pt x="11155" y="6264"/>
                    <a:pt x="10730" y="6082"/>
                  </a:cubicBezTo>
                  <a:cubicBezTo>
                    <a:pt x="10570" y="6002"/>
                    <a:pt x="10401" y="5968"/>
                    <a:pt x="10229" y="5968"/>
                  </a:cubicBezTo>
                  <a:cubicBezTo>
                    <a:pt x="9878" y="5968"/>
                    <a:pt x="9516" y="6111"/>
                    <a:pt x="9210" y="6295"/>
                  </a:cubicBezTo>
                  <a:cubicBezTo>
                    <a:pt x="7690" y="7176"/>
                    <a:pt x="6657" y="8696"/>
                    <a:pt x="6322" y="10398"/>
                  </a:cubicBezTo>
                  <a:cubicBezTo>
                    <a:pt x="6292" y="9152"/>
                    <a:pt x="6292" y="7906"/>
                    <a:pt x="6322" y="6690"/>
                  </a:cubicBezTo>
                  <a:cubicBezTo>
                    <a:pt x="7599" y="5474"/>
                    <a:pt x="8359" y="3650"/>
                    <a:pt x="8207" y="1857"/>
                  </a:cubicBezTo>
                  <a:cubicBezTo>
                    <a:pt x="8177" y="1401"/>
                    <a:pt x="8116" y="945"/>
                    <a:pt x="7873" y="611"/>
                  </a:cubicBezTo>
                  <a:cubicBezTo>
                    <a:pt x="7672" y="238"/>
                    <a:pt x="7254" y="0"/>
                    <a:pt x="6850" y="0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56"/>
            <p:cNvSpPr/>
            <p:nvPr/>
          </p:nvSpPr>
          <p:spPr>
            <a:xfrm>
              <a:off x="5649300" y="4144725"/>
              <a:ext cx="54750" cy="70700"/>
            </a:xfrm>
            <a:custGeom>
              <a:avLst/>
              <a:gdLst/>
              <a:ahLst/>
              <a:cxnLst/>
              <a:rect l="l" t="t" r="r" b="b"/>
              <a:pathLst>
                <a:path w="2190" h="2828" extrusionOk="0">
                  <a:moveTo>
                    <a:pt x="852" y="1"/>
                  </a:moveTo>
                  <a:cubicBezTo>
                    <a:pt x="548" y="1"/>
                    <a:pt x="274" y="31"/>
                    <a:pt x="1" y="92"/>
                  </a:cubicBezTo>
                  <a:cubicBezTo>
                    <a:pt x="366" y="1004"/>
                    <a:pt x="730" y="1855"/>
                    <a:pt x="1217" y="2736"/>
                  </a:cubicBezTo>
                  <a:cubicBezTo>
                    <a:pt x="1521" y="2767"/>
                    <a:pt x="1885" y="2767"/>
                    <a:pt x="2189" y="2827"/>
                  </a:cubicBezTo>
                  <a:cubicBezTo>
                    <a:pt x="1642" y="1916"/>
                    <a:pt x="1186" y="1004"/>
                    <a:pt x="852" y="1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56"/>
            <p:cNvSpPr/>
            <p:nvPr/>
          </p:nvSpPr>
          <p:spPr>
            <a:xfrm>
              <a:off x="3410675" y="3216150"/>
              <a:ext cx="1876950" cy="1396700"/>
            </a:xfrm>
            <a:custGeom>
              <a:avLst/>
              <a:gdLst/>
              <a:ahLst/>
              <a:cxnLst/>
              <a:rect l="l" t="t" r="r" b="b"/>
              <a:pathLst>
                <a:path w="75078" h="55868" extrusionOk="0">
                  <a:moveTo>
                    <a:pt x="1945" y="0"/>
                  </a:moveTo>
                  <a:cubicBezTo>
                    <a:pt x="882" y="0"/>
                    <a:pt x="0" y="912"/>
                    <a:pt x="30" y="1976"/>
                  </a:cubicBezTo>
                  <a:lnTo>
                    <a:pt x="1094" y="54013"/>
                  </a:lnTo>
                  <a:cubicBezTo>
                    <a:pt x="1125" y="55047"/>
                    <a:pt x="1976" y="55867"/>
                    <a:pt x="3040" y="55867"/>
                  </a:cubicBezTo>
                  <a:lnTo>
                    <a:pt x="72099" y="55503"/>
                  </a:lnTo>
                  <a:cubicBezTo>
                    <a:pt x="73132" y="55503"/>
                    <a:pt x="73983" y="54651"/>
                    <a:pt x="73983" y="53648"/>
                  </a:cubicBezTo>
                  <a:lnTo>
                    <a:pt x="75047" y="1976"/>
                  </a:lnTo>
                  <a:cubicBezTo>
                    <a:pt x="75077" y="851"/>
                    <a:pt x="74196" y="0"/>
                    <a:pt x="731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56"/>
            <p:cNvSpPr/>
            <p:nvPr/>
          </p:nvSpPr>
          <p:spPr>
            <a:xfrm>
              <a:off x="4215400" y="3640925"/>
              <a:ext cx="267500" cy="268250"/>
            </a:xfrm>
            <a:custGeom>
              <a:avLst/>
              <a:gdLst/>
              <a:ahLst/>
              <a:cxnLst/>
              <a:rect l="l" t="t" r="r" b="b"/>
              <a:pathLst>
                <a:path w="10700" h="10730" extrusionOk="0">
                  <a:moveTo>
                    <a:pt x="5350" y="0"/>
                  </a:moveTo>
                  <a:cubicBezTo>
                    <a:pt x="2401" y="0"/>
                    <a:pt x="0" y="2402"/>
                    <a:pt x="0" y="5380"/>
                  </a:cubicBezTo>
                  <a:cubicBezTo>
                    <a:pt x="0" y="8329"/>
                    <a:pt x="2401" y="10730"/>
                    <a:pt x="5350" y="10730"/>
                  </a:cubicBezTo>
                  <a:cubicBezTo>
                    <a:pt x="8298" y="10730"/>
                    <a:pt x="10699" y="8329"/>
                    <a:pt x="10699" y="5380"/>
                  </a:cubicBezTo>
                  <a:cubicBezTo>
                    <a:pt x="10699" y="2402"/>
                    <a:pt x="8298" y="0"/>
                    <a:pt x="5350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56"/>
            <p:cNvSpPr/>
            <p:nvPr/>
          </p:nvSpPr>
          <p:spPr>
            <a:xfrm>
              <a:off x="3409150" y="4561900"/>
              <a:ext cx="1881525" cy="60825"/>
            </a:xfrm>
            <a:custGeom>
              <a:avLst/>
              <a:gdLst/>
              <a:ahLst/>
              <a:cxnLst/>
              <a:rect l="l" t="t" r="r" b="b"/>
              <a:pathLst>
                <a:path w="75261" h="2433" extrusionOk="0">
                  <a:moveTo>
                    <a:pt x="1064" y="1"/>
                  </a:moveTo>
                  <a:cubicBezTo>
                    <a:pt x="487" y="1"/>
                    <a:pt x="0" y="457"/>
                    <a:pt x="0" y="1065"/>
                  </a:cubicBezTo>
                  <a:lnTo>
                    <a:pt x="0" y="1369"/>
                  </a:lnTo>
                  <a:cubicBezTo>
                    <a:pt x="0" y="1946"/>
                    <a:pt x="456" y="2432"/>
                    <a:pt x="1064" y="2432"/>
                  </a:cubicBezTo>
                  <a:lnTo>
                    <a:pt x="74166" y="2432"/>
                  </a:lnTo>
                  <a:cubicBezTo>
                    <a:pt x="74774" y="2432"/>
                    <a:pt x="75260" y="1946"/>
                    <a:pt x="75199" y="1369"/>
                  </a:cubicBezTo>
                  <a:lnTo>
                    <a:pt x="75199" y="1065"/>
                  </a:lnTo>
                  <a:cubicBezTo>
                    <a:pt x="75199" y="487"/>
                    <a:pt x="74774" y="1"/>
                    <a:pt x="74166" y="1"/>
                  </a:cubicBezTo>
                  <a:close/>
                </a:path>
              </a:pathLst>
            </a:custGeom>
            <a:solidFill>
              <a:srgbClr val="C7CC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56"/>
            <p:cNvSpPr/>
            <p:nvPr/>
          </p:nvSpPr>
          <p:spPr>
            <a:xfrm>
              <a:off x="3412950" y="3214625"/>
              <a:ext cx="1855675" cy="1397450"/>
            </a:xfrm>
            <a:custGeom>
              <a:avLst/>
              <a:gdLst/>
              <a:ahLst/>
              <a:cxnLst/>
              <a:rect l="l" t="t" r="r" b="b"/>
              <a:pathLst>
                <a:path w="74227" h="55898" extrusionOk="0">
                  <a:moveTo>
                    <a:pt x="1915" y="0"/>
                  </a:moveTo>
                  <a:cubicBezTo>
                    <a:pt x="851" y="0"/>
                    <a:pt x="0" y="882"/>
                    <a:pt x="31" y="1976"/>
                  </a:cubicBezTo>
                  <a:lnTo>
                    <a:pt x="1094" y="54044"/>
                  </a:lnTo>
                  <a:lnTo>
                    <a:pt x="1094" y="54074"/>
                  </a:lnTo>
                  <a:lnTo>
                    <a:pt x="4620" y="55898"/>
                  </a:lnTo>
                  <a:lnTo>
                    <a:pt x="72099" y="55564"/>
                  </a:lnTo>
                  <a:cubicBezTo>
                    <a:pt x="73132" y="55564"/>
                    <a:pt x="74014" y="54712"/>
                    <a:pt x="74014" y="53709"/>
                  </a:cubicBezTo>
                  <a:lnTo>
                    <a:pt x="74227" y="38542"/>
                  </a:lnTo>
                  <a:cubicBezTo>
                    <a:pt x="73345" y="37782"/>
                    <a:pt x="72494" y="37083"/>
                    <a:pt x="71582" y="36475"/>
                  </a:cubicBezTo>
                  <a:cubicBezTo>
                    <a:pt x="65077" y="32068"/>
                    <a:pt x="57357" y="29636"/>
                    <a:pt x="49576" y="28542"/>
                  </a:cubicBezTo>
                  <a:cubicBezTo>
                    <a:pt x="41430" y="27417"/>
                    <a:pt x="32676" y="27478"/>
                    <a:pt x="25837" y="22919"/>
                  </a:cubicBezTo>
                  <a:cubicBezTo>
                    <a:pt x="21338" y="19910"/>
                    <a:pt x="18177" y="15137"/>
                    <a:pt x="16657" y="9970"/>
                  </a:cubicBezTo>
                  <a:cubicBezTo>
                    <a:pt x="15715" y="6748"/>
                    <a:pt x="15350" y="3344"/>
                    <a:pt x="15441" y="0"/>
                  </a:cubicBezTo>
                  <a:close/>
                </a:path>
              </a:pathLst>
            </a:custGeom>
            <a:solidFill>
              <a:srgbClr val="3A3939">
                <a:alpha val="22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56"/>
            <p:cNvSpPr/>
            <p:nvPr/>
          </p:nvSpPr>
          <p:spPr>
            <a:xfrm>
              <a:off x="953175" y="4602175"/>
              <a:ext cx="5584475" cy="175575"/>
            </a:xfrm>
            <a:custGeom>
              <a:avLst/>
              <a:gdLst/>
              <a:ahLst/>
              <a:cxnLst/>
              <a:rect l="l" t="t" r="r" b="b"/>
              <a:pathLst>
                <a:path w="223379" h="7023" extrusionOk="0">
                  <a:moveTo>
                    <a:pt x="2584" y="1"/>
                  </a:moveTo>
                  <a:cubicBezTo>
                    <a:pt x="1155" y="1"/>
                    <a:pt x="0" y="1156"/>
                    <a:pt x="0" y="2584"/>
                  </a:cubicBezTo>
                  <a:lnTo>
                    <a:pt x="0" y="4439"/>
                  </a:lnTo>
                  <a:cubicBezTo>
                    <a:pt x="0" y="5867"/>
                    <a:pt x="1155" y="7022"/>
                    <a:pt x="2584" y="7022"/>
                  </a:cubicBezTo>
                  <a:lnTo>
                    <a:pt x="220825" y="7022"/>
                  </a:lnTo>
                  <a:cubicBezTo>
                    <a:pt x="222254" y="7022"/>
                    <a:pt x="223378" y="5867"/>
                    <a:pt x="223378" y="4439"/>
                  </a:cubicBezTo>
                  <a:lnTo>
                    <a:pt x="223378" y="2584"/>
                  </a:lnTo>
                  <a:cubicBezTo>
                    <a:pt x="223378" y="1156"/>
                    <a:pt x="222254" y="1"/>
                    <a:pt x="220795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59" name="Google Shape;3059;p56"/>
          <p:cNvSpPr txBox="1">
            <a:spLocks noGrp="1"/>
          </p:cNvSpPr>
          <p:nvPr>
            <p:ph type="title" idx="7"/>
          </p:nvPr>
        </p:nvSpPr>
        <p:spPr>
          <a:xfrm>
            <a:off x="4011403" y="1402430"/>
            <a:ext cx="514200" cy="2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060" name="Google Shape;3060;p56"/>
          <p:cNvSpPr txBox="1">
            <a:spLocks noGrp="1"/>
          </p:cNvSpPr>
          <p:nvPr>
            <p:ph type="title" idx="8"/>
          </p:nvPr>
        </p:nvSpPr>
        <p:spPr>
          <a:xfrm>
            <a:off x="4011403" y="2130146"/>
            <a:ext cx="514200" cy="2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061" name="Google Shape;3061;p56"/>
          <p:cNvSpPr txBox="1">
            <a:spLocks noGrp="1"/>
          </p:cNvSpPr>
          <p:nvPr>
            <p:ph type="title" idx="9"/>
          </p:nvPr>
        </p:nvSpPr>
        <p:spPr>
          <a:xfrm>
            <a:off x="4024936" y="2847589"/>
            <a:ext cx="514200" cy="2841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31" name="Google Shape;3061;p56">
            <a:extLst>
              <a:ext uri="{FF2B5EF4-FFF2-40B4-BE49-F238E27FC236}">
                <a16:creationId xmlns:a16="http://schemas.microsoft.com/office/drawing/2014/main" id="{2BF41959-9E5C-4CCB-9371-106C27FDBE51}"/>
              </a:ext>
            </a:extLst>
          </p:cNvPr>
          <p:cNvSpPr txBox="1">
            <a:spLocks/>
          </p:cNvSpPr>
          <p:nvPr/>
        </p:nvSpPr>
        <p:spPr>
          <a:xfrm>
            <a:off x="4088133" y="3512670"/>
            <a:ext cx="418833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ytone One"/>
              <a:buNone/>
              <a:defRPr sz="2000" b="0" i="0" u="none" strike="noStrike" cap="none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132" name="Google Shape;2944;p56">
            <a:extLst>
              <a:ext uri="{FF2B5EF4-FFF2-40B4-BE49-F238E27FC236}">
                <a16:creationId xmlns:a16="http://schemas.microsoft.com/office/drawing/2014/main" id="{5983D0B5-6A84-4FF9-ABAC-EC1E1BEF1DD3}"/>
              </a:ext>
            </a:extLst>
          </p:cNvPr>
          <p:cNvSpPr txBox="1">
            <a:spLocks/>
          </p:cNvSpPr>
          <p:nvPr/>
        </p:nvSpPr>
        <p:spPr>
          <a:xfrm>
            <a:off x="4462969" y="2755803"/>
            <a:ext cx="23658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None/>
              <a:defRPr sz="1800" b="1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0" indent="0"/>
            <a:r>
              <a:rPr lang="pt-BR" sz="1400" dirty="0"/>
              <a:t>Munícipios</a:t>
            </a:r>
          </a:p>
        </p:txBody>
      </p:sp>
      <p:sp>
        <p:nvSpPr>
          <p:cNvPr id="141" name="Google Shape;2940;p56">
            <a:extLst>
              <a:ext uri="{FF2B5EF4-FFF2-40B4-BE49-F238E27FC236}">
                <a16:creationId xmlns:a16="http://schemas.microsoft.com/office/drawing/2014/main" id="{29584B06-3F95-46E8-930A-B39BDBC9169A}"/>
              </a:ext>
            </a:extLst>
          </p:cNvPr>
          <p:cNvSpPr txBox="1">
            <a:spLocks/>
          </p:cNvSpPr>
          <p:nvPr/>
        </p:nvSpPr>
        <p:spPr>
          <a:xfrm>
            <a:off x="7345345" y="1308595"/>
            <a:ext cx="2448862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None/>
              <a:defRPr sz="1800" b="1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0" indent="0"/>
            <a:r>
              <a:rPr lang="pt-BR" sz="1400" dirty="0"/>
              <a:t>Descrição dos Procedimentos</a:t>
            </a:r>
          </a:p>
        </p:txBody>
      </p:sp>
      <p:sp>
        <p:nvSpPr>
          <p:cNvPr id="142" name="Google Shape;2942;p56">
            <a:extLst>
              <a:ext uri="{FF2B5EF4-FFF2-40B4-BE49-F238E27FC236}">
                <a16:creationId xmlns:a16="http://schemas.microsoft.com/office/drawing/2014/main" id="{2FAA74C9-16A8-4A32-B1D2-7F3B7528053C}"/>
              </a:ext>
            </a:extLst>
          </p:cNvPr>
          <p:cNvSpPr txBox="1">
            <a:spLocks/>
          </p:cNvSpPr>
          <p:nvPr/>
        </p:nvSpPr>
        <p:spPr>
          <a:xfrm>
            <a:off x="7379036" y="2023489"/>
            <a:ext cx="23658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None/>
              <a:defRPr sz="1800" b="1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0" indent="0"/>
            <a:r>
              <a:rPr lang="pt-BR" sz="1400" dirty="0"/>
              <a:t>Raça / Cor</a:t>
            </a:r>
          </a:p>
        </p:txBody>
      </p:sp>
      <p:sp>
        <p:nvSpPr>
          <p:cNvPr id="143" name="Google Shape;2944;p56">
            <a:extLst>
              <a:ext uri="{FF2B5EF4-FFF2-40B4-BE49-F238E27FC236}">
                <a16:creationId xmlns:a16="http://schemas.microsoft.com/office/drawing/2014/main" id="{A860F734-8DAC-4905-85DB-7FD762717A47}"/>
              </a:ext>
            </a:extLst>
          </p:cNvPr>
          <p:cNvSpPr txBox="1">
            <a:spLocks/>
          </p:cNvSpPr>
          <p:nvPr/>
        </p:nvSpPr>
        <p:spPr>
          <a:xfrm>
            <a:off x="7332833" y="2772553"/>
            <a:ext cx="1229103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None/>
              <a:defRPr sz="1800" b="1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0" indent="0"/>
            <a:r>
              <a:rPr lang="pt-BR" sz="1400" dirty="0"/>
              <a:t>Faixa Etária</a:t>
            </a:r>
          </a:p>
        </p:txBody>
      </p:sp>
      <p:sp>
        <p:nvSpPr>
          <p:cNvPr id="144" name="Google Shape;3059;p56">
            <a:extLst>
              <a:ext uri="{FF2B5EF4-FFF2-40B4-BE49-F238E27FC236}">
                <a16:creationId xmlns:a16="http://schemas.microsoft.com/office/drawing/2014/main" id="{63F5DD20-F469-484B-93BD-1A6FCF38DA4F}"/>
              </a:ext>
            </a:extLst>
          </p:cNvPr>
          <p:cNvSpPr txBox="1">
            <a:spLocks/>
          </p:cNvSpPr>
          <p:nvPr/>
        </p:nvSpPr>
        <p:spPr>
          <a:xfrm>
            <a:off x="6893446" y="1416569"/>
            <a:ext cx="514200" cy="243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ytone One"/>
              <a:buNone/>
              <a:defRPr sz="2000" b="0" i="0" u="none" strike="noStrike" cap="none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45" name="Google Shape;3060;p56">
            <a:extLst>
              <a:ext uri="{FF2B5EF4-FFF2-40B4-BE49-F238E27FC236}">
                <a16:creationId xmlns:a16="http://schemas.microsoft.com/office/drawing/2014/main" id="{8BC0FCFF-4FD1-4045-855A-8D42A62C520A}"/>
              </a:ext>
            </a:extLst>
          </p:cNvPr>
          <p:cNvSpPr txBox="1">
            <a:spLocks/>
          </p:cNvSpPr>
          <p:nvPr/>
        </p:nvSpPr>
        <p:spPr>
          <a:xfrm>
            <a:off x="6866950" y="2124718"/>
            <a:ext cx="567192" cy="28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ytone One"/>
              <a:buNone/>
              <a:defRPr sz="2000" b="0" i="0" u="none" strike="noStrike" cap="none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146" name="Google Shape;3061;p56">
            <a:extLst>
              <a:ext uri="{FF2B5EF4-FFF2-40B4-BE49-F238E27FC236}">
                <a16:creationId xmlns:a16="http://schemas.microsoft.com/office/drawing/2014/main" id="{DCAEA11C-5905-444D-92E1-870DCD3E9A27}"/>
              </a:ext>
            </a:extLst>
          </p:cNvPr>
          <p:cNvSpPr txBox="1">
            <a:spLocks/>
          </p:cNvSpPr>
          <p:nvPr/>
        </p:nvSpPr>
        <p:spPr>
          <a:xfrm>
            <a:off x="6864638" y="2855557"/>
            <a:ext cx="514200" cy="293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ytone One"/>
              <a:buNone/>
              <a:defRPr sz="2000" b="0" i="0" u="none" strike="noStrike" cap="none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147" name="Google Shape;3061;p56">
            <a:extLst>
              <a:ext uri="{FF2B5EF4-FFF2-40B4-BE49-F238E27FC236}">
                <a16:creationId xmlns:a16="http://schemas.microsoft.com/office/drawing/2014/main" id="{FF278CC4-BCFB-42A1-BC0A-4BFAE2F9F498}"/>
              </a:ext>
            </a:extLst>
          </p:cNvPr>
          <p:cNvSpPr txBox="1">
            <a:spLocks/>
          </p:cNvSpPr>
          <p:nvPr/>
        </p:nvSpPr>
        <p:spPr>
          <a:xfrm>
            <a:off x="6864638" y="3515812"/>
            <a:ext cx="5142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ytone One"/>
              <a:buNone/>
              <a:defRPr sz="2000" b="0" i="0" u="none" strike="noStrike" cap="none">
                <a:solidFill>
                  <a:schemeClr val="dk1"/>
                </a:solidFill>
                <a:latin typeface="Paytone One"/>
                <a:ea typeface="Paytone One"/>
                <a:cs typeface="Paytone One"/>
                <a:sym typeface="Paytone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xygen"/>
              <a:buNone/>
              <a:defRPr sz="1800" b="0" i="0" u="none" strike="noStrike" cap="none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r>
              <a:rPr lang="en" dirty="0"/>
              <a:t>08</a:t>
            </a:r>
          </a:p>
        </p:txBody>
      </p:sp>
      <p:sp>
        <p:nvSpPr>
          <p:cNvPr id="148" name="Google Shape;2944;p56">
            <a:extLst>
              <a:ext uri="{FF2B5EF4-FFF2-40B4-BE49-F238E27FC236}">
                <a16:creationId xmlns:a16="http://schemas.microsoft.com/office/drawing/2014/main" id="{F339EF2A-2EF1-4696-AA55-7C7B9E1338AC}"/>
              </a:ext>
            </a:extLst>
          </p:cNvPr>
          <p:cNvSpPr txBox="1">
            <a:spLocks/>
          </p:cNvSpPr>
          <p:nvPr/>
        </p:nvSpPr>
        <p:spPr>
          <a:xfrm>
            <a:off x="7375851" y="3425913"/>
            <a:ext cx="816874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None/>
              <a:defRPr sz="1800" b="1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None/>
              <a:defRPr sz="14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pPr marL="0" indent="0"/>
            <a:r>
              <a:rPr lang="pt-BR" sz="1400" dirty="0"/>
              <a:t>Gênero</a:t>
            </a:r>
          </a:p>
        </p:txBody>
      </p:sp>
      <p:sp>
        <p:nvSpPr>
          <p:cNvPr id="133" name="Google Shape;2536;p50">
            <a:extLst>
              <a:ext uri="{FF2B5EF4-FFF2-40B4-BE49-F238E27FC236}">
                <a16:creationId xmlns:a16="http://schemas.microsoft.com/office/drawing/2014/main" id="{ADF4A4DE-B7F8-4CF2-8723-343EF5AC7DA8}"/>
              </a:ext>
            </a:extLst>
          </p:cNvPr>
          <p:cNvSpPr txBox="1"/>
          <p:nvPr/>
        </p:nvSpPr>
        <p:spPr>
          <a:xfrm>
            <a:off x="8784236" y="4907039"/>
            <a:ext cx="359764" cy="23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12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6" name="Google Shape;3066;p57"/>
          <p:cNvSpPr/>
          <p:nvPr/>
        </p:nvSpPr>
        <p:spPr>
          <a:xfrm>
            <a:off x="3962700" y="802875"/>
            <a:ext cx="1218600" cy="1218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7" name="Google Shape;3067;p57"/>
          <p:cNvSpPr txBox="1">
            <a:spLocks noGrp="1"/>
          </p:cNvSpPr>
          <p:nvPr>
            <p:ph type="title"/>
          </p:nvPr>
        </p:nvSpPr>
        <p:spPr>
          <a:xfrm>
            <a:off x="1659965" y="2021475"/>
            <a:ext cx="6051000" cy="17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/>
              <a:t>PLANEJAMENTO</a:t>
            </a:r>
          </a:p>
        </p:txBody>
      </p:sp>
      <p:sp>
        <p:nvSpPr>
          <p:cNvPr id="27" name="Google Shape;2536;p50">
            <a:extLst>
              <a:ext uri="{FF2B5EF4-FFF2-40B4-BE49-F238E27FC236}">
                <a16:creationId xmlns:a16="http://schemas.microsoft.com/office/drawing/2014/main" id="{97BD501E-D3F4-4ACE-9E2D-4E9E99C9812A}"/>
              </a:ext>
            </a:extLst>
          </p:cNvPr>
          <p:cNvSpPr txBox="1"/>
          <p:nvPr/>
        </p:nvSpPr>
        <p:spPr>
          <a:xfrm>
            <a:off x="8784236" y="4907039"/>
            <a:ext cx="359764" cy="23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11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grpSp>
        <p:nvGrpSpPr>
          <p:cNvPr id="28" name="Google Shape;8767;p87">
            <a:extLst>
              <a:ext uri="{FF2B5EF4-FFF2-40B4-BE49-F238E27FC236}">
                <a16:creationId xmlns:a16="http://schemas.microsoft.com/office/drawing/2014/main" id="{851A2AEB-9335-426B-8A80-F6050D10429D}"/>
              </a:ext>
            </a:extLst>
          </p:cNvPr>
          <p:cNvGrpSpPr/>
          <p:nvPr/>
        </p:nvGrpSpPr>
        <p:grpSpPr>
          <a:xfrm>
            <a:off x="4276759" y="1140453"/>
            <a:ext cx="590482" cy="543444"/>
            <a:chOff x="5660400" y="238125"/>
            <a:chExt cx="481825" cy="481825"/>
          </a:xfrm>
          <a:solidFill>
            <a:schemeClr val="accent6">
              <a:lumMod val="50000"/>
            </a:schemeClr>
          </a:solidFill>
        </p:grpSpPr>
        <p:sp>
          <p:nvSpPr>
            <p:cNvPr id="29" name="Google Shape;8768;p87">
              <a:extLst>
                <a:ext uri="{FF2B5EF4-FFF2-40B4-BE49-F238E27FC236}">
                  <a16:creationId xmlns:a16="http://schemas.microsoft.com/office/drawing/2014/main" id="{8BE83E01-12B8-4310-9EAB-D7F23E32554C}"/>
                </a:ext>
              </a:extLst>
            </p:cNvPr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8769;p87">
              <a:extLst>
                <a:ext uri="{FF2B5EF4-FFF2-40B4-BE49-F238E27FC236}">
                  <a16:creationId xmlns:a16="http://schemas.microsoft.com/office/drawing/2014/main" id="{93EB4072-1034-41F3-9380-65ECFD2458C6}"/>
                </a:ext>
              </a:extLst>
            </p:cNvPr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516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51"/>
          <p:cNvSpPr/>
          <p:nvPr/>
        </p:nvSpPr>
        <p:spPr>
          <a:xfrm>
            <a:off x="1113438" y="1962450"/>
            <a:ext cx="1218600" cy="1218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0" name="Google Shape;2570;p51"/>
          <p:cNvSpPr txBox="1">
            <a:spLocks noGrp="1"/>
          </p:cNvSpPr>
          <p:nvPr>
            <p:ph type="title"/>
          </p:nvPr>
        </p:nvSpPr>
        <p:spPr>
          <a:xfrm>
            <a:off x="2581963" y="1830450"/>
            <a:ext cx="5448600" cy="14826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CÓDIGOS</a:t>
            </a:r>
            <a:endParaRPr dirty="0"/>
          </a:p>
        </p:txBody>
      </p:sp>
      <p:grpSp>
        <p:nvGrpSpPr>
          <p:cNvPr id="7" name="Google Shape;8950;p87">
            <a:extLst>
              <a:ext uri="{FF2B5EF4-FFF2-40B4-BE49-F238E27FC236}">
                <a16:creationId xmlns:a16="http://schemas.microsoft.com/office/drawing/2014/main" id="{11791771-2546-47CC-A7D7-5EB065B16F92}"/>
              </a:ext>
            </a:extLst>
          </p:cNvPr>
          <p:cNvGrpSpPr/>
          <p:nvPr/>
        </p:nvGrpSpPr>
        <p:grpSpPr>
          <a:xfrm>
            <a:off x="1448180" y="2305331"/>
            <a:ext cx="560502" cy="532838"/>
            <a:chOff x="5049725" y="2635825"/>
            <a:chExt cx="481825" cy="451700"/>
          </a:xfrm>
          <a:solidFill>
            <a:schemeClr val="accent6">
              <a:lumMod val="50000"/>
            </a:schemeClr>
          </a:solidFill>
        </p:grpSpPr>
        <p:sp>
          <p:nvSpPr>
            <p:cNvPr id="8" name="Google Shape;8951;p87">
              <a:extLst>
                <a:ext uri="{FF2B5EF4-FFF2-40B4-BE49-F238E27FC236}">
                  <a16:creationId xmlns:a16="http://schemas.microsoft.com/office/drawing/2014/main" id="{E78FF9E7-5DD8-4E11-9D8C-21D128770655}"/>
                </a:ext>
              </a:extLst>
            </p:cNvPr>
            <p:cNvSpPr/>
            <p:nvPr/>
          </p:nvSpPr>
          <p:spPr>
            <a:xfrm>
              <a:off x="5135325" y="3031050"/>
              <a:ext cx="310550" cy="56475"/>
            </a:xfrm>
            <a:custGeom>
              <a:avLst/>
              <a:gdLst/>
              <a:ahLst/>
              <a:cxnLst/>
              <a:rect l="l" t="t" r="r" b="b"/>
              <a:pathLst>
                <a:path w="12422" h="2259" extrusionOk="0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" name="Google Shape;8952;p87">
              <a:extLst>
                <a:ext uri="{FF2B5EF4-FFF2-40B4-BE49-F238E27FC236}">
                  <a16:creationId xmlns:a16="http://schemas.microsoft.com/office/drawing/2014/main" id="{A3C00B3D-D14C-4922-BEE5-8BEBFC3BC091}"/>
                </a:ext>
              </a:extLst>
            </p:cNvPr>
            <p:cNvSpPr/>
            <p:nvPr/>
          </p:nvSpPr>
          <p:spPr>
            <a:xfrm>
              <a:off x="5049725" y="2946350"/>
              <a:ext cx="481825" cy="56500"/>
            </a:xfrm>
            <a:custGeom>
              <a:avLst/>
              <a:gdLst/>
              <a:ahLst/>
              <a:cxnLst/>
              <a:rect l="l" t="t" r="r" b="b"/>
              <a:pathLst>
                <a:path w="19273" h="2260" extrusionOk="0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8953;p87">
              <a:extLst>
                <a:ext uri="{FF2B5EF4-FFF2-40B4-BE49-F238E27FC236}">
                  <a16:creationId xmlns:a16="http://schemas.microsoft.com/office/drawing/2014/main" id="{14C59275-7796-4238-9B1D-0A9578AECD16}"/>
                </a:ext>
              </a:extLst>
            </p:cNvPr>
            <p:cNvSpPr/>
            <p:nvPr/>
          </p:nvSpPr>
          <p:spPr>
            <a:xfrm>
              <a:off x="504972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1" name="Google Shape;2536;p50">
            <a:extLst>
              <a:ext uri="{FF2B5EF4-FFF2-40B4-BE49-F238E27FC236}">
                <a16:creationId xmlns:a16="http://schemas.microsoft.com/office/drawing/2014/main" id="{DF7243A6-95BD-4736-9022-E733B292FED1}"/>
              </a:ext>
            </a:extLst>
          </p:cNvPr>
          <p:cNvSpPr txBox="1"/>
          <p:nvPr/>
        </p:nvSpPr>
        <p:spPr>
          <a:xfrm>
            <a:off x="8784236" y="4907039"/>
            <a:ext cx="359764" cy="23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13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  <p:extLst>
      <p:ext uri="{BB962C8B-B14F-4D97-AF65-F5344CB8AC3E}">
        <p14:creationId xmlns:p14="http://schemas.microsoft.com/office/powerpoint/2010/main" val="469659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6" name="Google Shape;3066;p57"/>
          <p:cNvSpPr/>
          <p:nvPr/>
        </p:nvSpPr>
        <p:spPr>
          <a:xfrm>
            <a:off x="3962700" y="802875"/>
            <a:ext cx="1218600" cy="1218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7" name="Google Shape;3067;p57"/>
          <p:cNvSpPr txBox="1">
            <a:spLocks noGrp="1"/>
          </p:cNvSpPr>
          <p:nvPr>
            <p:ph type="title"/>
          </p:nvPr>
        </p:nvSpPr>
        <p:spPr>
          <a:xfrm>
            <a:off x="1546500" y="2100875"/>
            <a:ext cx="6051000" cy="17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DASHBOARD</a:t>
            </a:r>
          </a:p>
        </p:txBody>
      </p:sp>
      <p:grpSp>
        <p:nvGrpSpPr>
          <p:cNvPr id="34" name="Google Shape;9702;p89">
            <a:extLst>
              <a:ext uri="{FF2B5EF4-FFF2-40B4-BE49-F238E27FC236}">
                <a16:creationId xmlns:a16="http://schemas.microsoft.com/office/drawing/2014/main" id="{6E3DF6BD-3092-47F8-A7A9-C6C4C7AEFB2A}"/>
              </a:ext>
            </a:extLst>
          </p:cNvPr>
          <p:cNvGrpSpPr/>
          <p:nvPr/>
        </p:nvGrpSpPr>
        <p:grpSpPr>
          <a:xfrm>
            <a:off x="4227113" y="1088009"/>
            <a:ext cx="689774" cy="648332"/>
            <a:chOff x="-61783350" y="3743950"/>
            <a:chExt cx="316650" cy="317450"/>
          </a:xfrm>
          <a:solidFill>
            <a:schemeClr val="accent6">
              <a:lumMod val="50000"/>
            </a:schemeClr>
          </a:solidFill>
        </p:grpSpPr>
        <p:sp>
          <p:nvSpPr>
            <p:cNvPr id="35" name="Google Shape;9703;p89">
              <a:extLst>
                <a:ext uri="{FF2B5EF4-FFF2-40B4-BE49-F238E27FC236}">
                  <a16:creationId xmlns:a16="http://schemas.microsoft.com/office/drawing/2014/main" id="{CDDF1D34-6D95-4193-A1F2-670FA6CE0211}"/>
                </a:ext>
              </a:extLst>
            </p:cNvPr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704;p89">
              <a:extLst>
                <a:ext uri="{FF2B5EF4-FFF2-40B4-BE49-F238E27FC236}">
                  <a16:creationId xmlns:a16="http://schemas.microsoft.com/office/drawing/2014/main" id="{15C91748-1272-4669-9249-00239DEA59A1}"/>
                </a:ext>
              </a:extLst>
            </p:cNvPr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2536;p50">
            <a:extLst>
              <a:ext uri="{FF2B5EF4-FFF2-40B4-BE49-F238E27FC236}">
                <a16:creationId xmlns:a16="http://schemas.microsoft.com/office/drawing/2014/main" id="{6B864E31-2560-48B6-BF04-233F657C36D7}"/>
              </a:ext>
            </a:extLst>
          </p:cNvPr>
          <p:cNvSpPr txBox="1"/>
          <p:nvPr/>
        </p:nvSpPr>
        <p:spPr>
          <a:xfrm>
            <a:off x="8784236" y="4907039"/>
            <a:ext cx="359764" cy="23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14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  <p:extLst>
      <p:ext uri="{BB962C8B-B14F-4D97-AF65-F5344CB8AC3E}">
        <p14:creationId xmlns:p14="http://schemas.microsoft.com/office/powerpoint/2010/main" val="3892474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51"/>
          <p:cNvSpPr/>
          <p:nvPr/>
        </p:nvSpPr>
        <p:spPr>
          <a:xfrm>
            <a:off x="1113438" y="1962450"/>
            <a:ext cx="1218600" cy="1218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0" name="Google Shape;2570;p51"/>
          <p:cNvSpPr txBox="1">
            <a:spLocks noGrp="1"/>
          </p:cNvSpPr>
          <p:nvPr>
            <p:ph type="title"/>
          </p:nvPr>
        </p:nvSpPr>
        <p:spPr>
          <a:xfrm>
            <a:off x="2581963" y="1830450"/>
            <a:ext cx="5448600" cy="14826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CONCLUSÃO</a:t>
            </a:r>
            <a:endParaRPr dirty="0"/>
          </a:p>
        </p:txBody>
      </p:sp>
      <p:grpSp>
        <p:nvGrpSpPr>
          <p:cNvPr id="14" name="Google Shape;9095;p87">
            <a:extLst>
              <a:ext uri="{FF2B5EF4-FFF2-40B4-BE49-F238E27FC236}">
                <a16:creationId xmlns:a16="http://schemas.microsoft.com/office/drawing/2014/main" id="{56152BF3-085C-4021-AB4B-A1D6F5FC5655}"/>
              </a:ext>
            </a:extLst>
          </p:cNvPr>
          <p:cNvGrpSpPr/>
          <p:nvPr/>
        </p:nvGrpSpPr>
        <p:grpSpPr>
          <a:xfrm>
            <a:off x="1406841" y="2269767"/>
            <a:ext cx="631793" cy="603966"/>
            <a:chOff x="1492675" y="4992125"/>
            <a:chExt cx="481825" cy="481825"/>
          </a:xfrm>
          <a:solidFill>
            <a:schemeClr val="accent6">
              <a:lumMod val="50000"/>
            </a:schemeClr>
          </a:solidFill>
        </p:grpSpPr>
        <p:sp>
          <p:nvSpPr>
            <p:cNvPr id="15" name="Google Shape;9096;p87">
              <a:extLst>
                <a:ext uri="{FF2B5EF4-FFF2-40B4-BE49-F238E27FC236}">
                  <a16:creationId xmlns:a16="http://schemas.microsoft.com/office/drawing/2014/main" id="{A5D4565A-B4C1-45DA-9982-FE17B0B10964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" name="Google Shape;9097;p87">
              <a:extLst>
                <a:ext uri="{FF2B5EF4-FFF2-40B4-BE49-F238E27FC236}">
                  <a16:creationId xmlns:a16="http://schemas.microsoft.com/office/drawing/2014/main" id="{877C8026-7BC5-489C-83D1-75639D74D024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7" name="Google Shape;2536;p50">
            <a:extLst>
              <a:ext uri="{FF2B5EF4-FFF2-40B4-BE49-F238E27FC236}">
                <a16:creationId xmlns:a16="http://schemas.microsoft.com/office/drawing/2014/main" id="{182AD1B1-70BB-4835-80DD-B6EA85EFC65B}"/>
              </a:ext>
            </a:extLst>
          </p:cNvPr>
          <p:cNvSpPr txBox="1"/>
          <p:nvPr/>
        </p:nvSpPr>
        <p:spPr>
          <a:xfrm>
            <a:off x="8784236" y="4907039"/>
            <a:ext cx="359764" cy="23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15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  <p:extLst>
      <p:ext uri="{BB962C8B-B14F-4D97-AF65-F5344CB8AC3E}">
        <p14:creationId xmlns:p14="http://schemas.microsoft.com/office/powerpoint/2010/main" val="750507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5" name="Google Shape;3545;p6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CONCLUSÃO</a:t>
            </a:r>
            <a:endParaRPr dirty="0"/>
          </a:p>
        </p:txBody>
      </p:sp>
      <p:grpSp>
        <p:nvGrpSpPr>
          <p:cNvPr id="3550" name="Google Shape;3550;p67"/>
          <p:cNvGrpSpPr/>
          <p:nvPr/>
        </p:nvGrpSpPr>
        <p:grpSpPr>
          <a:xfrm>
            <a:off x="5343993" y="1572158"/>
            <a:ext cx="2921457" cy="1994872"/>
            <a:chOff x="1119750" y="326275"/>
            <a:chExt cx="2412875" cy="1624000"/>
          </a:xfrm>
        </p:grpSpPr>
        <p:sp>
          <p:nvSpPr>
            <p:cNvPr id="3551" name="Google Shape;3551;p67"/>
            <p:cNvSpPr/>
            <p:nvPr/>
          </p:nvSpPr>
          <p:spPr>
            <a:xfrm>
              <a:off x="1378975" y="1176825"/>
              <a:ext cx="1969025" cy="752650"/>
            </a:xfrm>
            <a:custGeom>
              <a:avLst/>
              <a:gdLst/>
              <a:ahLst/>
              <a:cxnLst/>
              <a:rect l="l" t="t" r="r" b="b"/>
              <a:pathLst>
                <a:path w="78761" h="30106" extrusionOk="0">
                  <a:moveTo>
                    <a:pt x="28644" y="1"/>
                  </a:moveTo>
                  <a:cubicBezTo>
                    <a:pt x="27509" y="1"/>
                    <a:pt x="26372" y="116"/>
                    <a:pt x="25255" y="346"/>
                  </a:cubicBezTo>
                  <a:cubicBezTo>
                    <a:pt x="22363" y="933"/>
                    <a:pt x="20624" y="1774"/>
                    <a:pt x="18792" y="4090"/>
                  </a:cubicBezTo>
                  <a:cubicBezTo>
                    <a:pt x="16614" y="6855"/>
                    <a:pt x="13434" y="8883"/>
                    <a:pt x="9943" y="9378"/>
                  </a:cubicBezTo>
                  <a:cubicBezTo>
                    <a:pt x="7616" y="9689"/>
                    <a:pt x="5139" y="9805"/>
                    <a:pt x="3123" y="11199"/>
                  </a:cubicBezTo>
                  <a:cubicBezTo>
                    <a:pt x="2051" y="11936"/>
                    <a:pt x="1406" y="13434"/>
                    <a:pt x="991" y="14644"/>
                  </a:cubicBezTo>
                  <a:cubicBezTo>
                    <a:pt x="1" y="17524"/>
                    <a:pt x="554" y="21153"/>
                    <a:pt x="2547" y="23550"/>
                  </a:cubicBezTo>
                  <a:cubicBezTo>
                    <a:pt x="4966" y="26441"/>
                    <a:pt x="8238" y="27006"/>
                    <a:pt x="11821" y="27294"/>
                  </a:cubicBezTo>
                  <a:cubicBezTo>
                    <a:pt x="12182" y="27323"/>
                    <a:pt x="12544" y="27335"/>
                    <a:pt x="12907" y="27335"/>
                  </a:cubicBezTo>
                  <a:cubicBezTo>
                    <a:pt x="16219" y="27335"/>
                    <a:pt x="19599" y="26263"/>
                    <a:pt x="22948" y="26263"/>
                  </a:cubicBezTo>
                  <a:cubicBezTo>
                    <a:pt x="23084" y="26263"/>
                    <a:pt x="23219" y="26265"/>
                    <a:pt x="23354" y="26269"/>
                  </a:cubicBezTo>
                  <a:cubicBezTo>
                    <a:pt x="28815" y="26395"/>
                    <a:pt x="34046" y="28423"/>
                    <a:pt x="39415" y="29402"/>
                  </a:cubicBezTo>
                  <a:cubicBezTo>
                    <a:pt x="42079" y="29885"/>
                    <a:pt x="44769" y="30105"/>
                    <a:pt x="47464" y="30105"/>
                  </a:cubicBezTo>
                  <a:cubicBezTo>
                    <a:pt x="54734" y="30105"/>
                    <a:pt x="62038" y="28504"/>
                    <a:pt x="68956" y="26142"/>
                  </a:cubicBezTo>
                  <a:cubicBezTo>
                    <a:pt x="72331" y="24990"/>
                    <a:pt x="76007" y="22985"/>
                    <a:pt x="77620" y="20001"/>
                  </a:cubicBezTo>
                  <a:cubicBezTo>
                    <a:pt x="78484" y="18400"/>
                    <a:pt x="78760" y="16533"/>
                    <a:pt x="78081" y="14356"/>
                  </a:cubicBezTo>
                  <a:cubicBezTo>
                    <a:pt x="77735" y="13250"/>
                    <a:pt x="77021" y="12236"/>
                    <a:pt x="76018" y="11625"/>
                  </a:cubicBezTo>
                  <a:cubicBezTo>
                    <a:pt x="73875" y="10312"/>
                    <a:pt x="71571" y="10738"/>
                    <a:pt x="69301" y="9954"/>
                  </a:cubicBezTo>
                  <a:cubicBezTo>
                    <a:pt x="65442" y="8595"/>
                    <a:pt x="63690" y="3871"/>
                    <a:pt x="59877" y="2500"/>
                  </a:cubicBezTo>
                  <a:cubicBezTo>
                    <a:pt x="57462" y="1630"/>
                    <a:pt x="54832" y="1151"/>
                    <a:pt x="52219" y="1151"/>
                  </a:cubicBezTo>
                  <a:cubicBezTo>
                    <a:pt x="50643" y="1151"/>
                    <a:pt x="49073" y="1325"/>
                    <a:pt x="47561" y="1694"/>
                  </a:cubicBezTo>
                  <a:cubicBezTo>
                    <a:pt x="45398" y="2224"/>
                    <a:pt x="43226" y="3068"/>
                    <a:pt x="41015" y="3068"/>
                  </a:cubicBezTo>
                  <a:cubicBezTo>
                    <a:pt x="40682" y="3068"/>
                    <a:pt x="40349" y="3049"/>
                    <a:pt x="40014" y="3007"/>
                  </a:cubicBezTo>
                  <a:cubicBezTo>
                    <a:pt x="37975" y="2765"/>
                    <a:pt x="36131" y="1671"/>
                    <a:pt x="34184" y="968"/>
                  </a:cubicBezTo>
                  <a:cubicBezTo>
                    <a:pt x="32414" y="320"/>
                    <a:pt x="30532" y="1"/>
                    <a:pt x="28644" y="1"/>
                  </a:cubicBezTo>
                  <a:close/>
                </a:path>
              </a:pathLst>
            </a:custGeom>
            <a:solidFill>
              <a:srgbClr val="6FA0A4">
                <a:alpha val="34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67"/>
            <p:cNvSpPr/>
            <p:nvPr/>
          </p:nvSpPr>
          <p:spPr>
            <a:xfrm>
              <a:off x="2336975" y="922850"/>
              <a:ext cx="132525" cy="57825"/>
            </a:xfrm>
            <a:custGeom>
              <a:avLst/>
              <a:gdLst/>
              <a:ahLst/>
              <a:cxnLst/>
              <a:rect l="l" t="t" r="r" b="b"/>
              <a:pathLst>
                <a:path w="5301" h="2313" extrusionOk="0">
                  <a:moveTo>
                    <a:pt x="2522" y="1"/>
                  </a:moveTo>
                  <a:cubicBezTo>
                    <a:pt x="2134" y="1"/>
                    <a:pt x="1736" y="126"/>
                    <a:pt x="1348" y="239"/>
                  </a:cubicBezTo>
                  <a:cubicBezTo>
                    <a:pt x="1268" y="262"/>
                    <a:pt x="934" y="274"/>
                    <a:pt x="934" y="412"/>
                  </a:cubicBezTo>
                  <a:cubicBezTo>
                    <a:pt x="934" y="504"/>
                    <a:pt x="1118" y="562"/>
                    <a:pt x="1210" y="585"/>
                  </a:cubicBezTo>
                  <a:cubicBezTo>
                    <a:pt x="1237" y="587"/>
                    <a:pt x="1264" y="589"/>
                    <a:pt x="1292" y="589"/>
                  </a:cubicBezTo>
                  <a:cubicBezTo>
                    <a:pt x="1497" y="589"/>
                    <a:pt x="1707" y="516"/>
                    <a:pt x="1890" y="435"/>
                  </a:cubicBezTo>
                  <a:lnTo>
                    <a:pt x="1890" y="435"/>
                  </a:lnTo>
                  <a:cubicBezTo>
                    <a:pt x="1671" y="642"/>
                    <a:pt x="1383" y="723"/>
                    <a:pt x="1107" y="746"/>
                  </a:cubicBezTo>
                  <a:cubicBezTo>
                    <a:pt x="818" y="781"/>
                    <a:pt x="530" y="735"/>
                    <a:pt x="254" y="815"/>
                  </a:cubicBezTo>
                  <a:cubicBezTo>
                    <a:pt x="116" y="850"/>
                    <a:pt x="139" y="1000"/>
                    <a:pt x="242" y="1069"/>
                  </a:cubicBezTo>
                  <a:cubicBezTo>
                    <a:pt x="298" y="1110"/>
                    <a:pt x="382" y="1118"/>
                    <a:pt x="466" y="1118"/>
                  </a:cubicBezTo>
                  <a:cubicBezTo>
                    <a:pt x="521" y="1118"/>
                    <a:pt x="577" y="1115"/>
                    <a:pt x="623" y="1115"/>
                  </a:cubicBezTo>
                  <a:cubicBezTo>
                    <a:pt x="772" y="1115"/>
                    <a:pt x="934" y="1103"/>
                    <a:pt x="1095" y="1069"/>
                  </a:cubicBezTo>
                  <a:cubicBezTo>
                    <a:pt x="1222" y="1046"/>
                    <a:pt x="1429" y="1023"/>
                    <a:pt x="1544" y="953"/>
                  </a:cubicBezTo>
                  <a:lnTo>
                    <a:pt x="1544" y="953"/>
                  </a:lnTo>
                  <a:cubicBezTo>
                    <a:pt x="1291" y="1115"/>
                    <a:pt x="1003" y="1218"/>
                    <a:pt x="715" y="1253"/>
                  </a:cubicBezTo>
                  <a:cubicBezTo>
                    <a:pt x="577" y="1288"/>
                    <a:pt x="415" y="1299"/>
                    <a:pt x="277" y="1311"/>
                  </a:cubicBezTo>
                  <a:cubicBezTo>
                    <a:pt x="185" y="1322"/>
                    <a:pt x="0" y="1311"/>
                    <a:pt x="12" y="1460"/>
                  </a:cubicBezTo>
                  <a:cubicBezTo>
                    <a:pt x="12" y="1507"/>
                    <a:pt x="47" y="1530"/>
                    <a:pt x="70" y="1541"/>
                  </a:cubicBezTo>
                  <a:cubicBezTo>
                    <a:pt x="162" y="1610"/>
                    <a:pt x="289" y="1610"/>
                    <a:pt x="404" y="1610"/>
                  </a:cubicBezTo>
                  <a:cubicBezTo>
                    <a:pt x="715" y="1610"/>
                    <a:pt x="1049" y="1610"/>
                    <a:pt x="1372" y="1530"/>
                  </a:cubicBezTo>
                  <a:lnTo>
                    <a:pt x="1372" y="1530"/>
                  </a:lnTo>
                  <a:cubicBezTo>
                    <a:pt x="1083" y="1702"/>
                    <a:pt x="761" y="1818"/>
                    <a:pt x="450" y="1944"/>
                  </a:cubicBezTo>
                  <a:cubicBezTo>
                    <a:pt x="392" y="1979"/>
                    <a:pt x="277" y="2025"/>
                    <a:pt x="300" y="2106"/>
                  </a:cubicBezTo>
                  <a:cubicBezTo>
                    <a:pt x="312" y="2152"/>
                    <a:pt x="404" y="2175"/>
                    <a:pt x="450" y="2186"/>
                  </a:cubicBezTo>
                  <a:cubicBezTo>
                    <a:pt x="488" y="2201"/>
                    <a:pt x="531" y="2207"/>
                    <a:pt x="575" y="2207"/>
                  </a:cubicBezTo>
                  <a:cubicBezTo>
                    <a:pt x="636" y="2207"/>
                    <a:pt x="701" y="2195"/>
                    <a:pt x="761" y="2175"/>
                  </a:cubicBezTo>
                  <a:cubicBezTo>
                    <a:pt x="911" y="2129"/>
                    <a:pt x="1049" y="2106"/>
                    <a:pt x="1199" y="2048"/>
                  </a:cubicBezTo>
                  <a:cubicBezTo>
                    <a:pt x="1325" y="2002"/>
                    <a:pt x="1452" y="1967"/>
                    <a:pt x="1602" y="1933"/>
                  </a:cubicBezTo>
                  <a:cubicBezTo>
                    <a:pt x="1648" y="1926"/>
                    <a:pt x="1695" y="1922"/>
                    <a:pt x="1741" y="1922"/>
                  </a:cubicBezTo>
                  <a:cubicBezTo>
                    <a:pt x="1994" y="1922"/>
                    <a:pt x="2244" y="2020"/>
                    <a:pt x="2478" y="2117"/>
                  </a:cubicBezTo>
                  <a:cubicBezTo>
                    <a:pt x="2835" y="2267"/>
                    <a:pt x="3157" y="2313"/>
                    <a:pt x="3538" y="2313"/>
                  </a:cubicBezTo>
                  <a:cubicBezTo>
                    <a:pt x="4137" y="2313"/>
                    <a:pt x="4724" y="2278"/>
                    <a:pt x="5300" y="2221"/>
                  </a:cubicBezTo>
                  <a:lnTo>
                    <a:pt x="3342" y="251"/>
                  </a:lnTo>
                  <a:cubicBezTo>
                    <a:pt x="3080" y="67"/>
                    <a:pt x="2804" y="1"/>
                    <a:pt x="2522" y="1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67"/>
            <p:cNvSpPr/>
            <p:nvPr/>
          </p:nvSpPr>
          <p:spPr>
            <a:xfrm>
              <a:off x="2346775" y="1296050"/>
              <a:ext cx="125600" cy="70900"/>
            </a:xfrm>
            <a:custGeom>
              <a:avLst/>
              <a:gdLst/>
              <a:ahLst/>
              <a:cxnLst/>
              <a:rect l="l" t="t" r="r" b="b"/>
              <a:pathLst>
                <a:path w="5024" h="2836" extrusionOk="0">
                  <a:moveTo>
                    <a:pt x="2777" y="1"/>
                  </a:moveTo>
                  <a:lnTo>
                    <a:pt x="2109" y="1418"/>
                  </a:lnTo>
                  <a:cubicBezTo>
                    <a:pt x="2109" y="1418"/>
                    <a:pt x="1415" y="1066"/>
                    <a:pt x="780" y="1066"/>
                  </a:cubicBezTo>
                  <a:cubicBezTo>
                    <a:pt x="481" y="1066"/>
                    <a:pt x="195" y="1144"/>
                    <a:pt x="0" y="1372"/>
                  </a:cubicBezTo>
                  <a:lnTo>
                    <a:pt x="4125" y="2835"/>
                  </a:lnTo>
                  <a:lnTo>
                    <a:pt x="5023" y="1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67"/>
            <p:cNvSpPr/>
            <p:nvPr/>
          </p:nvSpPr>
          <p:spPr>
            <a:xfrm>
              <a:off x="2347050" y="1322875"/>
              <a:ext cx="109475" cy="44350"/>
            </a:xfrm>
            <a:custGeom>
              <a:avLst/>
              <a:gdLst/>
              <a:ahLst/>
              <a:cxnLst/>
              <a:rect l="l" t="t" r="r" b="b"/>
              <a:pathLst>
                <a:path w="4379" h="1774" extrusionOk="0">
                  <a:moveTo>
                    <a:pt x="792" y="0"/>
                  </a:moveTo>
                  <a:cubicBezTo>
                    <a:pt x="488" y="0"/>
                    <a:pt x="196" y="81"/>
                    <a:pt x="1" y="322"/>
                  </a:cubicBezTo>
                  <a:lnTo>
                    <a:pt x="4137" y="1774"/>
                  </a:lnTo>
                  <a:lnTo>
                    <a:pt x="4379" y="979"/>
                  </a:lnTo>
                  <a:lnTo>
                    <a:pt x="2132" y="287"/>
                  </a:lnTo>
                  <a:lnTo>
                    <a:pt x="2098" y="345"/>
                  </a:lnTo>
                  <a:cubicBezTo>
                    <a:pt x="2098" y="345"/>
                    <a:pt x="1418" y="0"/>
                    <a:pt x="792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67"/>
            <p:cNvSpPr/>
            <p:nvPr/>
          </p:nvSpPr>
          <p:spPr>
            <a:xfrm>
              <a:off x="2388525" y="1326300"/>
              <a:ext cx="119000" cy="73200"/>
            </a:xfrm>
            <a:custGeom>
              <a:avLst/>
              <a:gdLst/>
              <a:ahLst/>
              <a:cxnLst/>
              <a:rect l="l" t="t" r="r" b="b"/>
              <a:pathLst>
                <a:path w="4760" h="2928" extrusionOk="0">
                  <a:moveTo>
                    <a:pt x="4759" y="1"/>
                  </a:moveTo>
                  <a:lnTo>
                    <a:pt x="2547" y="323"/>
                  </a:lnTo>
                  <a:lnTo>
                    <a:pt x="2098" y="1821"/>
                  </a:lnTo>
                  <a:cubicBezTo>
                    <a:pt x="2098" y="1821"/>
                    <a:pt x="1578" y="1645"/>
                    <a:pt x="1039" y="1645"/>
                  </a:cubicBezTo>
                  <a:cubicBezTo>
                    <a:pt x="632" y="1645"/>
                    <a:pt x="214" y="1745"/>
                    <a:pt x="1" y="2097"/>
                  </a:cubicBezTo>
                  <a:lnTo>
                    <a:pt x="4298" y="2927"/>
                  </a:lnTo>
                  <a:lnTo>
                    <a:pt x="4759" y="1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67"/>
            <p:cNvSpPr/>
            <p:nvPr/>
          </p:nvSpPr>
          <p:spPr>
            <a:xfrm>
              <a:off x="2388525" y="1367600"/>
              <a:ext cx="110925" cy="32475"/>
            </a:xfrm>
            <a:custGeom>
              <a:avLst/>
              <a:gdLst/>
              <a:ahLst/>
              <a:cxnLst/>
              <a:rect l="l" t="t" r="r" b="b"/>
              <a:pathLst>
                <a:path w="4437" h="1299" extrusionOk="0">
                  <a:moveTo>
                    <a:pt x="1054" y="0"/>
                  </a:moveTo>
                  <a:cubicBezTo>
                    <a:pt x="642" y="0"/>
                    <a:pt x="217" y="101"/>
                    <a:pt x="1" y="457"/>
                  </a:cubicBezTo>
                  <a:lnTo>
                    <a:pt x="4298" y="1298"/>
                  </a:lnTo>
                  <a:lnTo>
                    <a:pt x="4436" y="480"/>
                  </a:lnTo>
                  <a:cubicBezTo>
                    <a:pt x="3665" y="342"/>
                    <a:pt x="2893" y="227"/>
                    <a:pt x="2109" y="111"/>
                  </a:cubicBezTo>
                  <a:lnTo>
                    <a:pt x="2098" y="169"/>
                  </a:lnTo>
                  <a:cubicBezTo>
                    <a:pt x="2098" y="169"/>
                    <a:pt x="1587" y="0"/>
                    <a:pt x="1054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67"/>
            <p:cNvSpPr/>
            <p:nvPr/>
          </p:nvSpPr>
          <p:spPr>
            <a:xfrm>
              <a:off x="2397450" y="988175"/>
              <a:ext cx="215200" cy="325200"/>
            </a:xfrm>
            <a:custGeom>
              <a:avLst/>
              <a:gdLst/>
              <a:ahLst/>
              <a:cxnLst/>
              <a:rect l="l" t="t" r="r" b="b"/>
              <a:pathLst>
                <a:path w="8608" h="13008" extrusionOk="0">
                  <a:moveTo>
                    <a:pt x="8607" y="460"/>
                  </a:moveTo>
                  <a:lnTo>
                    <a:pt x="8607" y="461"/>
                  </a:lnTo>
                  <a:lnTo>
                    <a:pt x="8607" y="461"/>
                  </a:lnTo>
                  <a:cubicBezTo>
                    <a:pt x="8607" y="461"/>
                    <a:pt x="8607" y="461"/>
                    <a:pt x="8607" y="460"/>
                  </a:cubicBezTo>
                  <a:close/>
                  <a:moveTo>
                    <a:pt x="6535" y="0"/>
                  </a:moveTo>
                  <a:cubicBezTo>
                    <a:pt x="6340" y="0"/>
                    <a:pt x="6139" y="14"/>
                    <a:pt x="5934" y="46"/>
                  </a:cubicBezTo>
                  <a:cubicBezTo>
                    <a:pt x="4517" y="253"/>
                    <a:pt x="1257" y="1336"/>
                    <a:pt x="450" y="3133"/>
                  </a:cubicBezTo>
                  <a:cubicBezTo>
                    <a:pt x="1" y="4136"/>
                    <a:pt x="370" y="11521"/>
                    <a:pt x="473" y="13007"/>
                  </a:cubicBezTo>
                  <a:lnTo>
                    <a:pt x="2812" y="13007"/>
                  </a:lnTo>
                  <a:lnTo>
                    <a:pt x="5877" y="2073"/>
                  </a:lnTo>
                  <a:lnTo>
                    <a:pt x="8607" y="461"/>
                  </a:lnTo>
                  <a:lnTo>
                    <a:pt x="8607" y="461"/>
                  </a:lnTo>
                  <a:cubicBezTo>
                    <a:pt x="8607" y="461"/>
                    <a:pt x="8607" y="461"/>
                    <a:pt x="8607" y="461"/>
                  </a:cubicBezTo>
                  <a:cubicBezTo>
                    <a:pt x="8588" y="461"/>
                    <a:pt x="7670" y="0"/>
                    <a:pt x="6535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67"/>
            <p:cNvSpPr/>
            <p:nvPr/>
          </p:nvSpPr>
          <p:spPr>
            <a:xfrm>
              <a:off x="2569425" y="1207050"/>
              <a:ext cx="200775" cy="104875"/>
            </a:xfrm>
            <a:custGeom>
              <a:avLst/>
              <a:gdLst/>
              <a:ahLst/>
              <a:cxnLst/>
              <a:rect l="l" t="t" r="r" b="b"/>
              <a:pathLst>
                <a:path w="8031" h="4195" extrusionOk="0">
                  <a:moveTo>
                    <a:pt x="208" y="1"/>
                  </a:moveTo>
                  <a:lnTo>
                    <a:pt x="0" y="416"/>
                  </a:lnTo>
                  <a:lnTo>
                    <a:pt x="7823" y="4195"/>
                  </a:lnTo>
                  <a:lnTo>
                    <a:pt x="8031" y="3757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rgbClr val="62AF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67"/>
            <p:cNvSpPr/>
            <p:nvPr/>
          </p:nvSpPr>
          <p:spPr>
            <a:xfrm>
              <a:off x="2551275" y="1207050"/>
              <a:ext cx="202500" cy="104875"/>
            </a:xfrm>
            <a:custGeom>
              <a:avLst/>
              <a:gdLst/>
              <a:ahLst/>
              <a:cxnLst/>
              <a:rect l="l" t="t" r="r" b="b"/>
              <a:pathLst>
                <a:path w="8100" h="4195" extrusionOk="0">
                  <a:moveTo>
                    <a:pt x="7892" y="1"/>
                  </a:moveTo>
                  <a:lnTo>
                    <a:pt x="0" y="3757"/>
                  </a:lnTo>
                  <a:lnTo>
                    <a:pt x="208" y="4195"/>
                  </a:lnTo>
                  <a:lnTo>
                    <a:pt x="8100" y="416"/>
                  </a:lnTo>
                  <a:lnTo>
                    <a:pt x="7892" y="1"/>
                  </a:lnTo>
                  <a:close/>
                </a:path>
              </a:pathLst>
            </a:custGeom>
            <a:solidFill>
              <a:srgbClr val="62AF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67"/>
            <p:cNvSpPr/>
            <p:nvPr/>
          </p:nvSpPr>
          <p:spPr>
            <a:xfrm>
              <a:off x="2527650" y="1132450"/>
              <a:ext cx="60225" cy="281000"/>
            </a:xfrm>
            <a:custGeom>
              <a:avLst/>
              <a:gdLst/>
              <a:ahLst/>
              <a:cxnLst/>
              <a:rect l="l" t="t" r="r" b="b"/>
              <a:pathLst>
                <a:path w="2409" h="11240" extrusionOk="0">
                  <a:moveTo>
                    <a:pt x="1717" y="1"/>
                  </a:moveTo>
                  <a:lnTo>
                    <a:pt x="35" y="10831"/>
                  </a:lnTo>
                  <a:cubicBezTo>
                    <a:pt x="1" y="11038"/>
                    <a:pt x="139" y="11211"/>
                    <a:pt x="323" y="11234"/>
                  </a:cubicBezTo>
                  <a:cubicBezTo>
                    <a:pt x="343" y="11238"/>
                    <a:pt x="364" y="11239"/>
                    <a:pt x="383" y="11239"/>
                  </a:cubicBezTo>
                  <a:cubicBezTo>
                    <a:pt x="553" y="11239"/>
                    <a:pt x="695" y="11110"/>
                    <a:pt x="726" y="10934"/>
                  </a:cubicBezTo>
                  <a:lnTo>
                    <a:pt x="2409" y="10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67"/>
            <p:cNvSpPr/>
            <p:nvPr/>
          </p:nvSpPr>
          <p:spPr>
            <a:xfrm>
              <a:off x="2735025" y="1132450"/>
              <a:ext cx="60225" cy="281000"/>
            </a:xfrm>
            <a:custGeom>
              <a:avLst/>
              <a:gdLst/>
              <a:ahLst/>
              <a:cxnLst/>
              <a:rect l="l" t="t" r="r" b="b"/>
              <a:pathLst>
                <a:path w="2409" h="11240" extrusionOk="0">
                  <a:moveTo>
                    <a:pt x="692" y="1"/>
                  </a:moveTo>
                  <a:lnTo>
                    <a:pt x="1" y="104"/>
                  </a:lnTo>
                  <a:lnTo>
                    <a:pt x="1695" y="10934"/>
                  </a:lnTo>
                  <a:cubicBezTo>
                    <a:pt x="1726" y="11110"/>
                    <a:pt x="1868" y="11239"/>
                    <a:pt x="2038" y="11239"/>
                  </a:cubicBezTo>
                  <a:cubicBezTo>
                    <a:pt x="2057" y="11239"/>
                    <a:pt x="2078" y="11238"/>
                    <a:pt x="2098" y="11234"/>
                  </a:cubicBezTo>
                  <a:cubicBezTo>
                    <a:pt x="2282" y="11211"/>
                    <a:pt x="2409" y="11038"/>
                    <a:pt x="2386" y="10831"/>
                  </a:cubicBezTo>
                  <a:lnTo>
                    <a:pt x="692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67"/>
            <p:cNvSpPr/>
            <p:nvPr/>
          </p:nvSpPr>
          <p:spPr>
            <a:xfrm>
              <a:off x="2559900" y="795750"/>
              <a:ext cx="224125" cy="335000"/>
            </a:xfrm>
            <a:custGeom>
              <a:avLst/>
              <a:gdLst/>
              <a:ahLst/>
              <a:cxnLst/>
              <a:rect l="l" t="t" r="r" b="b"/>
              <a:pathLst>
                <a:path w="8965" h="13400" extrusionOk="0">
                  <a:moveTo>
                    <a:pt x="1" y="0"/>
                  </a:moveTo>
                  <a:lnTo>
                    <a:pt x="1" y="13400"/>
                  </a:lnTo>
                  <a:lnTo>
                    <a:pt x="8435" y="13400"/>
                  </a:lnTo>
                  <a:lnTo>
                    <a:pt x="8907" y="2339"/>
                  </a:lnTo>
                  <a:cubicBezTo>
                    <a:pt x="8965" y="1072"/>
                    <a:pt x="7962" y="0"/>
                    <a:pt x="6683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67"/>
            <p:cNvSpPr/>
            <p:nvPr/>
          </p:nvSpPr>
          <p:spPr>
            <a:xfrm>
              <a:off x="2489950" y="627225"/>
              <a:ext cx="258650" cy="287175"/>
            </a:xfrm>
            <a:custGeom>
              <a:avLst/>
              <a:gdLst/>
              <a:ahLst/>
              <a:cxnLst/>
              <a:rect l="l" t="t" r="r" b="b"/>
              <a:pathLst>
                <a:path w="10346" h="11487" extrusionOk="0">
                  <a:moveTo>
                    <a:pt x="5583" y="1"/>
                  </a:moveTo>
                  <a:cubicBezTo>
                    <a:pt x="5311" y="1"/>
                    <a:pt x="5043" y="23"/>
                    <a:pt x="4792" y="59"/>
                  </a:cubicBezTo>
                  <a:cubicBezTo>
                    <a:pt x="4020" y="163"/>
                    <a:pt x="3225" y="543"/>
                    <a:pt x="2799" y="1188"/>
                  </a:cubicBezTo>
                  <a:cubicBezTo>
                    <a:pt x="2522" y="1591"/>
                    <a:pt x="2407" y="2075"/>
                    <a:pt x="2361" y="2571"/>
                  </a:cubicBezTo>
                  <a:cubicBezTo>
                    <a:pt x="2315" y="3170"/>
                    <a:pt x="2488" y="4091"/>
                    <a:pt x="2050" y="4610"/>
                  </a:cubicBezTo>
                  <a:cubicBezTo>
                    <a:pt x="1877" y="4817"/>
                    <a:pt x="1601" y="4909"/>
                    <a:pt x="1370" y="5048"/>
                  </a:cubicBezTo>
                  <a:cubicBezTo>
                    <a:pt x="875" y="5336"/>
                    <a:pt x="506" y="5820"/>
                    <a:pt x="391" y="6384"/>
                  </a:cubicBezTo>
                  <a:cubicBezTo>
                    <a:pt x="276" y="6949"/>
                    <a:pt x="391" y="7548"/>
                    <a:pt x="725" y="8009"/>
                  </a:cubicBezTo>
                  <a:cubicBezTo>
                    <a:pt x="794" y="8112"/>
                    <a:pt x="875" y="8228"/>
                    <a:pt x="863" y="8343"/>
                  </a:cubicBezTo>
                  <a:cubicBezTo>
                    <a:pt x="863" y="8435"/>
                    <a:pt x="806" y="8516"/>
                    <a:pt x="748" y="8585"/>
                  </a:cubicBezTo>
                  <a:cubicBezTo>
                    <a:pt x="460" y="8965"/>
                    <a:pt x="172" y="9368"/>
                    <a:pt x="103" y="9841"/>
                  </a:cubicBezTo>
                  <a:cubicBezTo>
                    <a:pt x="1" y="10568"/>
                    <a:pt x="600" y="11487"/>
                    <a:pt x="1358" y="11487"/>
                  </a:cubicBezTo>
                  <a:cubicBezTo>
                    <a:pt x="1452" y="11487"/>
                    <a:pt x="1549" y="11473"/>
                    <a:pt x="1647" y="11442"/>
                  </a:cubicBezTo>
                  <a:lnTo>
                    <a:pt x="8675" y="11258"/>
                  </a:lnTo>
                  <a:cubicBezTo>
                    <a:pt x="8710" y="11259"/>
                    <a:pt x="8745" y="11259"/>
                    <a:pt x="8780" y="11259"/>
                  </a:cubicBezTo>
                  <a:cubicBezTo>
                    <a:pt x="9126" y="11259"/>
                    <a:pt x="9476" y="11203"/>
                    <a:pt x="9769" y="11004"/>
                  </a:cubicBezTo>
                  <a:cubicBezTo>
                    <a:pt x="10138" y="10751"/>
                    <a:pt x="10345" y="10278"/>
                    <a:pt x="10345" y="9817"/>
                  </a:cubicBezTo>
                  <a:cubicBezTo>
                    <a:pt x="10345" y="9357"/>
                    <a:pt x="10150" y="8907"/>
                    <a:pt x="9908" y="8527"/>
                  </a:cubicBezTo>
                  <a:cubicBezTo>
                    <a:pt x="9769" y="8320"/>
                    <a:pt x="9597" y="8112"/>
                    <a:pt x="9562" y="7859"/>
                  </a:cubicBezTo>
                  <a:cubicBezTo>
                    <a:pt x="9516" y="7479"/>
                    <a:pt x="9769" y="7145"/>
                    <a:pt x="9942" y="6822"/>
                  </a:cubicBezTo>
                  <a:cubicBezTo>
                    <a:pt x="10207" y="6223"/>
                    <a:pt x="10184" y="5451"/>
                    <a:pt x="9677" y="5036"/>
                  </a:cubicBezTo>
                  <a:cubicBezTo>
                    <a:pt x="9481" y="4863"/>
                    <a:pt x="9205" y="4760"/>
                    <a:pt x="9032" y="4541"/>
                  </a:cubicBezTo>
                  <a:cubicBezTo>
                    <a:pt x="8871" y="4333"/>
                    <a:pt x="8848" y="4068"/>
                    <a:pt x="8825" y="3803"/>
                  </a:cubicBezTo>
                  <a:cubicBezTo>
                    <a:pt x="8802" y="2939"/>
                    <a:pt x="9147" y="1557"/>
                    <a:pt x="8283" y="1027"/>
                  </a:cubicBezTo>
                  <a:cubicBezTo>
                    <a:pt x="8064" y="900"/>
                    <a:pt x="7811" y="831"/>
                    <a:pt x="7546" y="773"/>
                  </a:cubicBezTo>
                  <a:cubicBezTo>
                    <a:pt x="7557" y="623"/>
                    <a:pt x="7419" y="508"/>
                    <a:pt x="7292" y="428"/>
                  </a:cubicBezTo>
                  <a:cubicBezTo>
                    <a:pt x="6800" y="110"/>
                    <a:pt x="6183" y="1"/>
                    <a:pt x="5583" y="1"/>
                  </a:cubicBezTo>
                  <a:close/>
                </a:path>
              </a:pathLst>
            </a:custGeom>
            <a:solidFill>
              <a:srgbClr val="E3D6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67"/>
            <p:cNvSpPr/>
            <p:nvPr/>
          </p:nvSpPr>
          <p:spPr>
            <a:xfrm>
              <a:off x="2383875" y="805600"/>
              <a:ext cx="367900" cy="214250"/>
            </a:xfrm>
            <a:custGeom>
              <a:avLst/>
              <a:gdLst/>
              <a:ahLst/>
              <a:cxnLst/>
              <a:rect l="l" t="t" r="r" b="b"/>
              <a:pathLst>
                <a:path w="14716" h="8570" extrusionOk="0">
                  <a:moveTo>
                    <a:pt x="8222" y="1"/>
                  </a:moveTo>
                  <a:cubicBezTo>
                    <a:pt x="7631" y="1"/>
                    <a:pt x="6940" y="154"/>
                    <a:pt x="6524" y="758"/>
                  </a:cubicBezTo>
                  <a:cubicBezTo>
                    <a:pt x="5671" y="1980"/>
                    <a:pt x="5452" y="3570"/>
                    <a:pt x="4911" y="3789"/>
                  </a:cubicBezTo>
                  <a:cubicBezTo>
                    <a:pt x="4358" y="3996"/>
                    <a:pt x="440" y="3351"/>
                    <a:pt x="198" y="5505"/>
                  </a:cubicBezTo>
                  <a:cubicBezTo>
                    <a:pt x="0" y="7247"/>
                    <a:pt x="1494" y="7629"/>
                    <a:pt x="2211" y="7629"/>
                  </a:cubicBezTo>
                  <a:cubicBezTo>
                    <a:pt x="2329" y="7629"/>
                    <a:pt x="2426" y="7618"/>
                    <a:pt x="2491" y="7602"/>
                  </a:cubicBezTo>
                  <a:cubicBezTo>
                    <a:pt x="2952" y="7487"/>
                    <a:pt x="5129" y="7717"/>
                    <a:pt x="6708" y="5425"/>
                  </a:cubicBezTo>
                  <a:lnTo>
                    <a:pt x="6708" y="5425"/>
                  </a:lnTo>
                  <a:cubicBezTo>
                    <a:pt x="6708" y="5425"/>
                    <a:pt x="6316" y="6796"/>
                    <a:pt x="6535" y="8570"/>
                  </a:cubicBezTo>
                  <a:lnTo>
                    <a:pt x="12250" y="7879"/>
                  </a:lnTo>
                  <a:lnTo>
                    <a:pt x="12399" y="5920"/>
                  </a:lnTo>
                  <a:lnTo>
                    <a:pt x="14715" y="4353"/>
                  </a:lnTo>
                  <a:cubicBezTo>
                    <a:pt x="14715" y="4353"/>
                    <a:pt x="14047" y="1012"/>
                    <a:pt x="12353" y="655"/>
                  </a:cubicBezTo>
                  <a:cubicBezTo>
                    <a:pt x="10648" y="298"/>
                    <a:pt x="9346" y="56"/>
                    <a:pt x="9346" y="56"/>
                  </a:cubicBezTo>
                  <a:lnTo>
                    <a:pt x="9323" y="159"/>
                  </a:lnTo>
                  <a:cubicBezTo>
                    <a:pt x="9323" y="159"/>
                    <a:pt x="8824" y="1"/>
                    <a:pt x="8222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67"/>
            <p:cNvSpPr/>
            <p:nvPr/>
          </p:nvSpPr>
          <p:spPr>
            <a:xfrm>
              <a:off x="2602250" y="806400"/>
              <a:ext cx="52750" cy="33450"/>
            </a:xfrm>
            <a:custGeom>
              <a:avLst/>
              <a:gdLst/>
              <a:ahLst/>
              <a:cxnLst/>
              <a:rect l="l" t="t" r="r" b="b"/>
              <a:pathLst>
                <a:path w="2110" h="1338" extrusionOk="0">
                  <a:moveTo>
                    <a:pt x="588" y="1"/>
                  </a:moveTo>
                  <a:lnTo>
                    <a:pt x="588" y="139"/>
                  </a:lnTo>
                  <a:cubicBezTo>
                    <a:pt x="588" y="139"/>
                    <a:pt x="346" y="70"/>
                    <a:pt x="1" y="24"/>
                  </a:cubicBezTo>
                  <a:lnTo>
                    <a:pt x="1" y="289"/>
                  </a:lnTo>
                  <a:cubicBezTo>
                    <a:pt x="1" y="865"/>
                    <a:pt x="473" y="1337"/>
                    <a:pt x="1049" y="1337"/>
                  </a:cubicBezTo>
                  <a:cubicBezTo>
                    <a:pt x="1625" y="1337"/>
                    <a:pt x="2086" y="876"/>
                    <a:pt x="2109" y="312"/>
                  </a:cubicBezTo>
                  <a:cubicBezTo>
                    <a:pt x="1199" y="116"/>
                    <a:pt x="588" y="1"/>
                    <a:pt x="588" y="1"/>
                  </a:cubicBezTo>
                  <a:close/>
                </a:path>
              </a:pathLst>
            </a:custGeom>
            <a:solidFill>
              <a:srgbClr val="569B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67"/>
            <p:cNvSpPr/>
            <p:nvPr/>
          </p:nvSpPr>
          <p:spPr>
            <a:xfrm>
              <a:off x="2609450" y="779900"/>
              <a:ext cx="38625" cy="50150"/>
            </a:xfrm>
            <a:custGeom>
              <a:avLst/>
              <a:gdLst/>
              <a:ahLst/>
              <a:cxnLst/>
              <a:rect l="l" t="t" r="r" b="b"/>
              <a:pathLst>
                <a:path w="1545" h="2006" extrusionOk="0">
                  <a:moveTo>
                    <a:pt x="1" y="1"/>
                  </a:moveTo>
                  <a:lnTo>
                    <a:pt x="1" y="1245"/>
                  </a:lnTo>
                  <a:cubicBezTo>
                    <a:pt x="1" y="1660"/>
                    <a:pt x="346" y="2005"/>
                    <a:pt x="761" y="2005"/>
                  </a:cubicBezTo>
                  <a:cubicBezTo>
                    <a:pt x="1199" y="2005"/>
                    <a:pt x="1544" y="1660"/>
                    <a:pt x="1544" y="1245"/>
                  </a:cubicBezTo>
                  <a:lnTo>
                    <a:pt x="1544" y="1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67"/>
            <p:cNvSpPr/>
            <p:nvPr/>
          </p:nvSpPr>
          <p:spPr>
            <a:xfrm>
              <a:off x="2733025" y="802950"/>
              <a:ext cx="50725" cy="326950"/>
            </a:xfrm>
            <a:custGeom>
              <a:avLst/>
              <a:gdLst/>
              <a:ahLst/>
              <a:cxnLst/>
              <a:rect l="l" t="t" r="r" b="b"/>
              <a:pathLst>
                <a:path w="2029" h="13078" extrusionOk="0">
                  <a:moveTo>
                    <a:pt x="864" y="0"/>
                  </a:moveTo>
                  <a:cubicBezTo>
                    <a:pt x="749" y="93"/>
                    <a:pt x="645" y="196"/>
                    <a:pt x="565" y="323"/>
                  </a:cubicBezTo>
                  <a:cubicBezTo>
                    <a:pt x="357" y="669"/>
                    <a:pt x="311" y="1083"/>
                    <a:pt x="288" y="1487"/>
                  </a:cubicBezTo>
                  <a:cubicBezTo>
                    <a:pt x="46" y="4713"/>
                    <a:pt x="23" y="7939"/>
                    <a:pt x="0" y="11165"/>
                  </a:cubicBezTo>
                  <a:cubicBezTo>
                    <a:pt x="0" y="11787"/>
                    <a:pt x="0" y="12420"/>
                    <a:pt x="162" y="13008"/>
                  </a:cubicBezTo>
                  <a:cubicBezTo>
                    <a:pt x="162" y="13031"/>
                    <a:pt x="173" y="13054"/>
                    <a:pt x="185" y="13077"/>
                  </a:cubicBezTo>
                  <a:lnTo>
                    <a:pt x="1510" y="13077"/>
                  </a:lnTo>
                  <a:lnTo>
                    <a:pt x="1982" y="2017"/>
                  </a:lnTo>
                  <a:cubicBezTo>
                    <a:pt x="2028" y="1187"/>
                    <a:pt x="1567" y="404"/>
                    <a:pt x="864" y="0"/>
                  </a:cubicBezTo>
                  <a:close/>
                </a:path>
              </a:pathLst>
            </a:custGeom>
            <a:solidFill>
              <a:srgbClr val="E2BA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67"/>
            <p:cNvSpPr/>
            <p:nvPr/>
          </p:nvSpPr>
          <p:spPr>
            <a:xfrm>
              <a:off x="2538875" y="826275"/>
              <a:ext cx="24800" cy="107475"/>
            </a:xfrm>
            <a:custGeom>
              <a:avLst/>
              <a:gdLst/>
              <a:ahLst/>
              <a:cxnLst/>
              <a:rect l="l" t="t" r="r" b="b"/>
              <a:pathLst>
                <a:path w="992" h="4299" extrusionOk="0">
                  <a:moveTo>
                    <a:pt x="992" y="1"/>
                  </a:moveTo>
                  <a:lnTo>
                    <a:pt x="992" y="1"/>
                  </a:lnTo>
                  <a:cubicBezTo>
                    <a:pt x="980" y="1"/>
                    <a:pt x="957" y="266"/>
                    <a:pt x="842" y="657"/>
                  </a:cubicBezTo>
                  <a:cubicBezTo>
                    <a:pt x="784" y="853"/>
                    <a:pt x="681" y="1072"/>
                    <a:pt x="554" y="1314"/>
                  </a:cubicBezTo>
                  <a:cubicBezTo>
                    <a:pt x="416" y="1556"/>
                    <a:pt x="243" y="1809"/>
                    <a:pt x="128" y="2109"/>
                  </a:cubicBezTo>
                  <a:cubicBezTo>
                    <a:pt x="12" y="2409"/>
                    <a:pt x="1" y="2731"/>
                    <a:pt x="47" y="2996"/>
                  </a:cubicBezTo>
                  <a:cubicBezTo>
                    <a:pt x="93" y="3273"/>
                    <a:pt x="174" y="3515"/>
                    <a:pt x="266" y="3710"/>
                  </a:cubicBezTo>
                  <a:cubicBezTo>
                    <a:pt x="347" y="3895"/>
                    <a:pt x="450" y="4033"/>
                    <a:pt x="519" y="4125"/>
                  </a:cubicBezTo>
                  <a:cubicBezTo>
                    <a:pt x="577" y="4252"/>
                    <a:pt x="623" y="4298"/>
                    <a:pt x="635" y="4298"/>
                  </a:cubicBezTo>
                  <a:cubicBezTo>
                    <a:pt x="646" y="4286"/>
                    <a:pt x="473" y="4079"/>
                    <a:pt x="324" y="3710"/>
                  </a:cubicBezTo>
                  <a:cubicBezTo>
                    <a:pt x="231" y="3526"/>
                    <a:pt x="162" y="3296"/>
                    <a:pt x="116" y="3019"/>
                  </a:cubicBezTo>
                  <a:cubicBezTo>
                    <a:pt x="93" y="2754"/>
                    <a:pt x="93" y="2455"/>
                    <a:pt x="208" y="2155"/>
                  </a:cubicBezTo>
                  <a:cubicBezTo>
                    <a:pt x="324" y="1867"/>
                    <a:pt x="473" y="1602"/>
                    <a:pt x="612" y="1360"/>
                  </a:cubicBezTo>
                  <a:cubicBezTo>
                    <a:pt x="738" y="1118"/>
                    <a:pt x="819" y="888"/>
                    <a:pt x="877" y="680"/>
                  </a:cubicBezTo>
                  <a:cubicBezTo>
                    <a:pt x="934" y="484"/>
                    <a:pt x="969" y="312"/>
                    <a:pt x="980" y="196"/>
                  </a:cubicBezTo>
                  <a:cubicBezTo>
                    <a:pt x="992" y="81"/>
                    <a:pt x="992" y="1"/>
                    <a:pt x="992" y="1"/>
                  </a:cubicBezTo>
                  <a:close/>
                </a:path>
              </a:pathLst>
            </a:custGeom>
            <a:solidFill>
              <a:srgbClr val="569B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67"/>
            <p:cNvSpPr/>
            <p:nvPr/>
          </p:nvSpPr>
          <p:spPr>
            <a:xfrm>
              <a:off x="2550700" y="836650"/>
              <a:ext cx="3475" cy="24800"/>
            </a:xfrm>
            <a:custGeom>
              <a:avLst/>
              <a:gdLst/>
              <a:ahLst/>
              <a:cxnLst/>
              <a:rect l="l" t="t" r="r" b="b"/>
              <a:pathLst>
                <a:path w="139" h="992" extrusionOk="0">
                  <a:moveTo>
                    <a:pt x="58" y="0"/>
                  </a:moveTo>
                  <a:cubicBezTo>
                    <a:pt x="35" y="0"/>
                    <a:pt x="58" y="231"/>
                    <a:pt x="58" y="484"/>
                  </a:cubicBezTo>
                  <a:cubicBezTo>
                    <a:pt x="35" y="772"/>
                    <a:pt x="0" y="991"/>
                    <a:pt x="35" y="991"/>
                  </a:cubicBezTo>
                  <a:cubicBezTo>
                    <a:pt x="46" y="991"/>
                    <a:pt x="116" y="772"/>
                    <a:pt x="139" y="496"/>
                  </a:cubicBezTo>
                  <a:cubicBezTo>
                    <a:pt x="139" y="208"/>
                    <a:pt x="81" y="0"/>
                    <a:pt x="58" y="0"/>
                  </a:cubicBezTo>
                  <a:close/>
                </a:path>
              </a:pathLst>
            </a:custGeom>
            <a:solidFill>
              <a:srgbClr val="569B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67"/>
            <p:cNvSpPr/>
            <p:nvPr/>
          </p:nvSpPr>
          <p:spPr>
            <a:xfrm>
              <a:off x="2408700" y="1300375"/>
              <a:ext cx="62525" cy="2050"/>
            </a:xfrm>
            <a:custGeom>
              <a:avLst/>
              <a:gdLst/>
              <a:ahLst/>
              <a:cxnLst/>
              <a:rect l="l" t="t" r="r" b="b"/>
              <a:pathLst>
                <a:path w="2501" h="82" extrusionOk="0">
                  <a:moveTo>
                    <a:pt x="1003" y="1"/>
                  </a:moveTo>
                  <a:cubicBezTo>
                    <a:pt x="645" y="1"/>
                    <a:pt x="300" y="12"/>
                    <a:pt x="0" y="12"/>
                  </a:cubicBezTo>
                  <a:lnTo>
                    <a:pt x="0" y="81"/>
                  </a:lnTo>
                  <a:lnTo>
                    <a:pt x="1003" y="81"/>
                  </a:lnTo>
                  <a:cubicBezTo>
                    <a:pt x="1567" y="81"/>
                    <a:pt x="2086" y="81"/>
                    <a:pt x="2489" y="70"/>
                  </a:cubicBezTo>
                  <a:lnTo>
                    <a:pt x="2500" y="12"/>
                  </a:lnTo>
                  <a:cubicBezTo>
                    <a:pt x="2097" y="12"/>
                    <a:pt x="1579" y="1"/>
                    <a:pt x="1003" y="1"/>
                  </a:cubicBezTo>
                  <a:close/>
                </a:path>
              </a:pathLst>
            </a:custGeom>
            <a:solidFill>
              <a:srgbClr val="62AF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67"/>
            <p:cNvSpPr/>
            <p:nvPr/>
          </p:nvSpPr>
          <p:spPr>
            <a:xfrm>
              <a:off x="2428850" y="989300"/>
              <a:ext cx="312550" cy="359500"/>
            </a:xfrm>
            <a:custGeom>
              <a:avLst/>
              <a:gdLst/>
              <a:ahLst/>
              <a:cxnLst/>
              <a:rect l="l" t="t" r="r" b="b"/>
              <a:pathLst>
                <a:path w="12502" h="14380" extrusionOk="0">
                  <a:moveTo>
                    <a:pt x="10451" y="1"/>
                  </a:moveTo>
                  <a:cubicBezTo>
                    <a:pt x="10451" y="1"/>
                    <a:pt x="2455" y="657"/>
                    <a:pt x="1671" y="3641"/>
                  </a:cubicBezTo>
                  <a:cubicBezTo>
                    <a:pt x="876" y="6625"/>
                    <a:pt x="93" y="13308"/>
                    <a:pt x="1" y="14057"/>
                  </a:cubicBezTo>
                  <a:lnTo>
                    <a:pt x="3526" y="14379"/>
                  </a:lnTo>
                  <a:lnTo>
                    <a:pt x="4125" y="5427"/>
                  </a:lnTo>
                  <a:cubicBezTo>
                    <a:pt x="4148" y="5146"/>
                    <a:pt x="4390" y="4920"/>
                    <a:pt x="4669" y="4920"/>
                  </a:cubicBezTo>
                  <a:cubicBezTo>
                    <a:pt x="4676" y="4920"/>
                    <a:pt x="4683" y="4920"/>
                    <a:pt x="4690" y="4920"/>
                  </a:cubicBezTo>
                  <a:cubicBezTo>
                    <a:pt x="5174" y="4943"/>
                    <a:pt x="5944" y="4970"/>
                    <a:pt x="6789" y="4970"/>
                  </a:cubicBezTo>
                  <a:cubicBezTo>
                    <a:pt x="8537" y="4970"/>
                    <a:pt x="10606" y="4853"/>
                    <a:pt x="11142" y="4333"/>
                  </a:cubicBezTo>
                  <a:cubicBezTo>
                    <a:pt x="12501" y="2996"/>
                    <a:pt x="10451" y="1"/>
                    <a:pt x="10451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67"/>
            <p:cNvSpPr/>
            <p:nvPr/>
          </p:nvSpPr>
          <p:spPr>
            <a:xfrm>
              <a:off x="2568850" y="664400"/>
              <a:ext cx="148650" cy="125025"/>
            </a:xfrm>
            <a:custGeom>
              <a:avLst/>
              <a:gdLst/>
              <a:ahLst/>
              <a:cxnLst/>
              <a:rect l="l" t="t" r="r" b="b"/>
              <a:pathLst>
                <a:path w="5946" h="5001" extrusionOk="0">
                  <a:moveTo>
                    <a:pt x="2650" y="1"/>
                  </a:moveTo>
                  <a:cubicBezTo>
                    <a:pt x="2454" y="104"/>
                    <a:pt x="2258" y="185"/>
                    <a:pt x="2039" y="277"/>
                  </a:cubicBezTo>
                  <a:cubicBezTo>
                    <a:pt x="1468" y="497"/>
                    <a:pt x="917" y="609"/>
                    <a:pt x="457" y="609"/>
                  </a:cubicBezTo>
                  <a:cubicBezTo>
                    <a:pt x="314" y="609"/>
                    <a:pt x="181" y="598"/>
                    <a:pt x="58" y="577"/>
                  </a:cubicBezTo>
                  <a:cubicBezTo>
                    <a:pt x="23" y="726"/>
                    <a:pt x="0" y="876"/>
                    <a:pt x="0" y="1049"/>
                  </a:cubicBezTo>
                  <a:lnTo>
                    <a:pt x="0" y="3388"/>
                  </a:lnTo>
                  <a:cubicBezTo>
                    <a:pt x="0" y="4275"/>
                    <a:pt x="714" y="5001"/>
                    <a:pt x="1613" y="5001"/>
                  </a:cubicBezTo>
                  <a:lnTo>
                    <a:pt x="2592" y="5001"/>
                  </a:lnTo>
                  <a:cubicBezTo>
                    <a:pt x="3399" y="5001"/>
                    <a:pt x="4102" y="4540"/>
                    <a:pt x="4447" y="3872"/>
                  </a:cubicBezTo>
                  <a:cubicBezTo>
                    <a:pt x="4537" y="3909"/>
                    <a:pt x="4633" y="3927"/>
                    <a:pt x="4730" y="3927"/>
                  </a:cubicBezTo>
                  <a:cubicBezTo>
                    <a:pt x="5080" y="3927"/>
                    <a:pt x="5452" y="3693"/>
                    <a:pt x="5669" y="3296"/>
                  </a:cubicBezTo>
                  <a:cubicBezTo>
                    <a:pt x="5945" y="2766"/>
                    <a:pt x="5818" y="2167"/>
                    <a:pt x="5381" y="1936"/>
                  </a:cubicBezTo>
                  <a:cubicBezTo>
                    <a:pt x="5264" y="1868"/>
                    <a:pt x="5140" y="1841"/>
                    <a:pt x="5007" y="1841"/>
                  </a:cubicBezTo>
                  <a:cubicBezTo>
                    <a:pt x="4982" y="1841"/>
                    <a:pt x="4957" y="1842"/>
                    <a:pt x="4931" y="1844"/>
                  </a:cubicBezTo>
                  <a:cubicBezTo>
                    <a:pt x="4920" y="1846"/>
                    <a:pt x="4908" y="1847"/>
                    <a:pt x="4897" y="1847"/>
                  </a:cubicBezTo>
                  <a:cubicBezTo>
                    <a:pt x="4840" y="1847"/>
                    <a:pt x="4785" y="1823"/>
                    <a:pt x="4747" y="1775"/>
                  </a:cubicBezTo>
                  <a:cubicBezTo>
                    <a:pt x="4629" y="1823"/>
                    <a:pt x="4503" y="1846"/>
                    <a:pt x="4375" y="1846"/>
                  </a:cubicBezTo>
                  <a:cubicBezTo>
                    <a:pt x="3828" y="1846"/>
                    <a:pt x="3226" y="1426"/>
                    <a:pt x="2880" y="726"/>
                  </a:cubicBezTo>
                  <a:cubicBezTo>
                    <a:pt x="2765" y="473"/>
                    <a:pt x="2673" y="231"/>
                    <a:pt x="2650" y="1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67"/>
            <p:cNvSpPr/>
            <p:nvPr/>
          </p:nvSpPr>
          <p:spPr>
            <a:xfrm>
              <a:off x="2597350" y="736400"/>
              <a:ext cx="34600" cy="17325"/>
            </a:xfrm>
            <a:custGeom>
              <a:avLst/>
              <a:gdLst/>
              <a:ahLst/>
              <a:cxnLst/>
              <a:rect l="l" t="t" r="r" b="b"/>
              <a:pathLst>
                <a:path w="1384" h="693" extrusionOk="0">
                  <a:moveTo>
                    <a:pt x="1" y="1"/>
                  </a:moveTo>
                  <a:cubicBezTo>
                    <a:pt x="1" y="381"/>
                    <a:pt x="312" y="692"/>
                    <a:pt x="692" y="692"/>
                  </a:cubicBezTo>
                  <a:cubicBezTo>
                    <a:pt x="1061" y="692"/>
                    <a:pt x="1383" y="393"/>
                    <a:pt x="1383" y="1"/>
                  </a:cubicBezTo>
                  <a:close/>
                </a:path>
              </a:pathLst>
            </a:custGeom>
            <a:solidFill>
              <a:srgbClr val="FFE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67"/>
            <p:cNvSpPr/>
            <p:nvPr/>
          </p:nvSpPr>
          <p:spPr>
            <a:xfrm>
              <a:off x="2680025" y="720275"/>
              <a:ext cx="23925" cy="36600"/>
            </a:xfrm>
            <a:custGeom>
              <a:avLst/>
              <a:gdLst/>
              <a:ahLst/>
              <a:cxnLst/>
              <a:rect l="l" t="t" r="r" b="b"/>
              <a:pathLst>
                <a:path w="957" h="1464" extrusionOk="0">
                  <a:moveTo>
                    <a:pt x="864" y="1"/>
                  </a:moveTo>
                  <a:cubicBezTo>
                    <a:pt x="818" y="1"/>
                    <a:pt x="738" y="1"/>
                    <a:pt x="646" y="24"/>
                  </a:cubicBezTo>
                  <a:cubicBezTo>
                    <a:pt x="565" y="58"/>
                    <a:pt x="461" y="104"/>
                    <a:pt x="381" y="185"/>
                  </a:cubicBezTo>
                  <a:cubicBezTo>
                    <a:pt x="288" y="266"/>
                    <a:pt x="208" y="369"/>
                    <a:pt x="150" y="496"/>
                  </a:cubicBezTo>
                  <a:cubicBezTo>
                    <a:pt x="35" y="750"/>
                    <a:pt x="0" y="1003"/>
                    <a:pt x="12" y="1176"/>
                  </a:cubicBezTo>
                  <a:cubicBezTo>
                    <a:pt x="12" y="1349"/>
                    <a:pt x="46" y="1464"/>
                    <a:pt x="58" y="1464"/>
                  </a:cubicBezTo>
                  <a:cubicBezTo>
                    <a:pt x="69" y="1464"/>
                    <a:pt x="58" y="1349"/>
                    <a:pt x="69" y="1187"/>
                  </a:cubicBezTo>
                  <a:cubicBezTo>
                    <a:pt x="93" y="1015"/>
                    <a:pt x="116" y="784"/>
                    <a:pt x="231" y="542"/>
                  </a:cubicBezTo>
                  <a:cubicBezTo>
                    <a:pt x="288" y="427"/>
                    <a:pt x="358" y="323"/>
                    <a:pt x="438" y="254"/>
                  </a:cubicBezTo>
                  <a:cubicBezTo>
                    <a:pt x="507" y="185"/>
                    <a:pt x="611" y="127"/>
                    <a:pt x="680" y="93"/>
                  </a:cubicBezTo>
                  <a:cubicBezTo>
                    <a:pt x="841" y="24"/>
                    <a:pt x="957" y="24"/>
                    <a:pt x="934" y="12"/>
                  </a:cubicBezTo>
                  <a:cubicBezTo>
                    <a:pt x="934" y="12"/>
                    <a:pt x="911" y="1"/>
                    <a:pt x="864" y="1"/>
                  </a:cubicBezTo>
                  <a:close/>
                </a:path>
              </a:pathLst>
            </a:custGeom>
            <a:solidFill>
              <a:srgbClr val="C65F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67"/>
            <p:cNvSpPr/>
            <p:nvPr/>
          </p:nvSpPr>
          <p:spPr>
            <a:xfrm>
              <a:off x="2686075" y="729500"/>
              <a:ext cx="8650" cy="17875"/>
            </a:xfrm>
            <a:custGeom>
              <a:avLst/>
              <a:gdLst/>
              <a:ahLst/>
              <a:cxnLst/>
              <a:rect l="l" t="t" r="r" b="b"/>
              <a:pathLst>
                <a:path w="346" h="715" extrusionOk="0">
                  <a:moveTo>
                    <a:pt x="0" y="0"/>
                  </a:moveTo>
                  <a:cubicBezTo>
                    <a:pt x="0" y="23"/>
                    <a:pt x="46" y="35"/>
                    <a:pt x="92" y="93"/>
                  </a:cubicBezTo>
                  <a:cubicBezTo>
                    <a:pt x="150" y="139"/>
                    <a:pt x="208" y="219"/>
                    <a:pt x="231" y="323"/>
                  </a:cubicBezTo>
                  <a:cubicBezTo>
                    <a:pt x="265" y="415"/>
                    <a:pt x="254" y="519"/>
                    <a:pt x="219" y="576"/>
                  </a:cubicBezTo>
                  <a:cubicBezTo>
                    <a:pt x="208" y="657"/>
                    <a:pt x="196" y="692"/>
                    <a:pt x="196" y="715"/>
                  </a:cubicBezTo>
                  <a:cubicBezTo>
                    <a:pt x="208" y="715"/>
                    <a:pt x="242" y="692"/>
                    <a:pt x="277" y="623"/>
                  </a:cubicBezTo>
                  <a:cubicBezTo>
                    <a:pt x="323" y="553"/>
                    <a:pt x="346" y="438"/>
                    <a:pt x="323" y="311"/>
                  </a:cubicBezTo>
                  <a:cubicBezTo>
                    <a:pt x="288" y="173"/>
                    <a:pt x="208" y="93"/>
                    <a:pt x="139" y="46"/>
                  </a:cubicBezTo>
                  <a:cubicBezTo>
                    <a:pt x="58" y="0"/>
                    <a:pt x="23" y="0"/>
                    <a:pt x="0" y="0"/>
                  </a:cubicBezTo>
                  <a:close/>
                </a:path>
              </a:pathLst>
            </a:custGeom>
            <a:solidFill>
              <a:srgbClr val="C65F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67"/>
            <p:cNvSpPr/>
            <p:nvPr/>
          </p:nvSpPr>
          <p:spPr>
            <a:xfrm>
              <a:off x="2570000" y="638200"/>
              <a:ext cx="117525" cy="72600"/>
            </a:xfrm>
            <a:custGeom>
              <a:avLst/>
              <a:gdLst/>
              <a:ahLst/>
              <a:cxnLst/>
              <a:rect l="l" t="t" r="r" b="b"/>
              <a:pathLst>
                <a:path w="4701" h="2904" extrusionOk="0">
                  <a:moveTo>
                    <a:pt x="2039" y="0"/>
                  </a:moveTo>
                  <a:cubicBezTo>
                    <a:pt x="1049" y="0"/>
                    <a:pt x="196" y="703"/>
                    <a:pt x="0" y="1636"/>
                  </a:cubicBezTo>
                  <a:cubicBezTo>
                    <a:pt x="117" y="1654"/>
                    <a:pt x="243" y="1663"/>
                    <a:pt x="376" y="1663"/>
                  </a:cubicBezTo>
                  <a:cubicBezTo>
                    <a:pt x="846" y="1663"/>
                    <a:pt x="1407" y="1552"/>
                    <a:pt x="1982" y="1337"/>
                  </a:cubicBezTo>
                  <a:cubicBezTo>
                    <a:pt x="2201" y="1256"/>
                    <a:pt x="2397" y="1164"/>
                    <a:pt x="2593" y="1060"/>
                  </a:cubicBezTo>
                  <a:cubicBezTo>
                    <a:pt x="2616" y="1314"/>
                    <a:pt x="2708" y="1556"/>
                    <a:pt x="2823" y="1786"/>
                  </a:cubicBezTo>
                  <a:cubicBezTo>
                    <a:pt x="3165" y="2471"/>
                    <a:pt x="3776" y="2903"/>
                    <a:pt x="4319" y="2903"/>
                  </a:cubicBezTo>
                  <a:cubicBezTo>
                    <a:pt x="4452" y="2903"/>
                    <a:pt x="4581" y="2877"/>
                    <a:pt x="4701" y="2823"/>
                  </a:cubicBezTo>
                  <a:cubicBezTo>
                    <a:pt x="4666" y="2777"/>
                    <a:pt x="4643" y="2731"/>
                    <a:pt x="4643" y="2673"/>
                  </a:cubicBezTo>
                  <a:lnTo>
                    <a:pt x="4643" y="2097"/>
                  </a:lnTo>
                  <a:cubicBezTo>
                    <a:pt x="4643" y="933"/>
                    <a:pt x="3710" y="0"/>
                    <a:pt x="2546" y="0"/>
                  </a:cubicBezTo>
                  <a:close/>
                </a:path>
              </a:pathLst>
            </a:custGeom>
            <a:solidFill>
              <a:srgbClr val="E3D6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67"/>
            <p:cNvSpPr/>
            <p:nvPr/>
          </p:nvSpPr>
          <p:spPr>
            <a:xfrm>
              <a:off x="2560500" y="851050"/>
              <a:ext cx="56175" cy="18175"/>
            </a:xfrm>
            <a:custGeom>
              <a:avLst/>
              <a:gdLst/>
              <a:ahLst/>
              <a:cxnLst/>
              <a:rect l="l" t="t" r="r" b="b"/>
              <a:pathLst>
                <a:path w="2247" h="727" extrusionOk="0">
                  <a:moveTo>
                    <a:pt x="207" y="0"/>
                  </a:moveTo>
                  <a:cubicBezTo>
                    <a:pt x="92" y="0"/>
                    <a:pt x="0" y="81"/>
                    <a:pt x="0" y="196"/>
                  </a:cubicBezTo>
                  <a:lnTo>
                    <a:pt x="0" y="726"/>
                  </a:lnTo>
                  <a:lnTo>
                    <a:pt x="2247" y="726"/>
                  </a:lnTo>
                  <a:lnTo>
                    <a:pt x="2247" y="196"/>
                  </a:lnTo>
                  <a:cubicBezTo>
                    <a:pt x="2247" y="81"/>
                    <a:pt x="2166" y="0"/>
                    <a:pt x="2051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67"/>
            <p:cNvSpPr/>
            <p:nvPr/>
          </p:nvSpPr>
          <p:spPr>
            <a:xfrm>
              <a:off x="2525350" y="863150"/>
              <a:ext cx="127050" cy="165350"/>
            </a:xfrm>
            <a:custGeom>
              <a:avLst/>
              <a:gdLst/>
              <a:ahLst/>
              <a:cxnLst/>
              <a:rect l="l" t="t" r="r" b="b"/>
              <a:pathLst>
                <a:path w="5082" h="6614" extrusionOk="0">
                  <a:moveTo>
                    <a:pt x="369" y="0"/>
                  </a:moveTo>
                  <a:cubicBezTo>
                    <a:pt x="173" y="0"/>
                    <a:pt x="0" y="173"/>
                    <a:pt x="0" y="380"/>
                  </a:cubicBezTo>
                  <a:lnTo>
                    <a:pt x="0" y="6233"/>
                  </a:lnTo>
                  <a:cubicBezTo>
                    <a:pt x="0" y="6441"/>
                    <a:pt x="173" y="6614"/>
                    <a:pt x="369" y="6614"/>
                  </a:cubicBezTo>
                  <a:lnTo>
                    <a:pt x="4701" y="6614"/>
                  </a:lnTo>
                  <a:cubicBezTo>
                    <a:pt x="4908" y="6614"/>
                    <a:pt x="5081" y="6452"/>
                    <a:pt x="5081" y="6233"/>
                  </a:cubicBezTo>
                  <a:lnTo>
                    <a:pt x="5081" y="380"/>
                  </a:lnTo>
                  <a:cubicBezTo>
                    <a:pt x="5081" y="173"/>
                    <a:pt x="4908" y="0"/>
                    <a:pt x="4701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67"/>
            <p:cNvSpPr/>
            <p:nvPr/>
          </p:nvSpPr>
          <p:spPr>
            <a:xfrm>
              <a:off x="2525350" y="863150"/>
              <a:ext cx="127050" cy="165350"/>
            </a:xfrm>
            <a:custGeom>
              <a:avLst/>
              <a:gdLst/>
              <a:ahLst/>
              <a:cxnLst/>
              <a:rect l="l" t="t" r="r" b="b"/>
              <a:pathLst>
                <a:path w="5082" h="6614" extrusionOk="0">
                  <a:moveTo>
                    <a:pt x="369" y="0"/>
                  </a:moveTo>
                  <a:cubicBezTo>
                    <a:pt x="173" y="0"/>
                    <a:pt x="0" y="173"/>
                    <a:pt x="0" y="380"/>
                  </a:cubicBezTo>
                  <a:lnTo>
                    <a:pt x="0" y="6233"/>
                  </a:lnTo>
                  <a:cubicBezTo>
                    <a:pt x="0" y="6441"/>
                    <a:pt x="173" y="6614"/>
                    <a:pt x="369" y="6614"/>
                  </a:cubicBezTo>
                  <a:lnTo>
                    <a:pt x="4701" y="6614"/>
                  </a:lnTo>
                  <a:cubicBezTo>
                    <a:pt x="4908" y="6614"/>
                    <a:pt x="5081" y="6441"/>
                    <a:pt x="5081" y="6233"/>
                  </a:cubicBezTo>
                  <a:lnTo>
                    <a:pt x="5081" y="4862"/>
                  </a:lnTo>
                  <a:cubicBezTo>
                    <a:pt x="4839" y="4851"/>
                    <a:pt x="4609" y="4839"/>
                    <a:pt x="4355" y="4839"/>
                  </a:cubicBezTo>
                  <a:cubicBezTo>
                    <a:pt x="3837" y="4828"/>
                    <a:pt x="3296" y="4839"/>
                    <a:pt x="2800" y="4620"/>
                  </a:cubicBezTo>
                  <a:cubicBezTo>
                    <a:pt x="2040" y="4286"/>
                    <a:pt x="1613" y="3468"/>
                    <a:pt x="1394" y="2662"/>
                  </a:cubicBezTo>
                  <a:cubicBezTo>
                    <a:pt x="1176" y="1855"/>
                    <a:pt x="1118" y="1014"/>
                    <a:pt x="830" y="242"/>
                  </a:cubicBezTo>
                  <a:cubicBezTo>
                    <a:pt x="807" y="162"/>
                    <a:pt x="761" y="92"/>
                    <a:pt x="726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67"/>
            <p:cNvSpPr/>
            <p:nvPr/>
          </p:nvSpPr>
          <p:spPr>
            <a:xfrm>
              <a:off x="2430575" y="1326600"/>
              <a:ext cx="87025" cy="10375"/>
            </a:xfrm>
            <a:custGeom>
              <a:avLst/>
              <a:gdLst/>
              <a:ahLst/>
              <a:cxnLst/>
              <a:rect l="l" t="t" r="r" b="b"/>
              <a:pathLst>
                <a:path w="3481" h="415" extrusionOk="0">
                  <a:moveTo>
                    <a:pt x="1" y="0"/>
                  </a:moveTo>
                  <a:lnTo>
                    <a:pt x="1" y="58"/>
                  </a:lnTo>
                  <a:cubicBezTo>
                    <a:pt x="508" y="115"/>
                    <a:pt x="1222" y="184"/>
                    <a:pt x="2029" y="277"/>
                  </a:cubicBezTo>
                  <a:cubicBezTo>
                    <a:pt x="2559" y="323"/>
                    <a:pt x="3066" y="369"/>
                    <a:pt x="3480" y="415"/>
                  </a:cubicBezTo>
                  <a:lnTo>
                    <a:pt x="3480" y="346"/>
                  </a:lnTo>
                  <a:cubicBezTo>
                    <a:pt x="3066" y="300"/>
                    <a:pt x="2559" y="242"/>
                    <a:pt x="2029" y="196"/>
                  </a:cubicBezTo>
                  <a:cubicBezTo>
                    <a:pt x="1222" y="104"/>
                    <a:pt x="508" y="46"/>
                    <a:pt x="1" y="0"/>
                  </a:cubicBezTo>
                  <a:close/>
                </a:path>
              </a:pathLst>
            </a:custGeom>
            <a:solidFill>
              <a:srgbClr val="62AF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67"/>
            <p:cNvSpPr/>
            <p:nvPr/>
          </p:nvSpPr>
          <p:spPr>
            <a:xfrm>
              <a:off x="2497125" y="997500"/>
              <a:ext cx="123575" cy="53475"/>
            </a:xfrm>
            <a:custGeom>
              <a:avLst/>
              <a:gdLst/>
              <a:ahLst/>
              <a:cxnLst/>
              <a:rect l="l" t="t" r="r" b="b"/>
              <a:pathLst>
                <a:path w="4943" h="2139" extrusionOk="0">
                  <a:moveTo>
                    <a:pt x="2022" y="0"/>
                  </a:moveTo>
                  <a:cubicBezTo>
                    <a:pt x="1882" y="0"/>
                    <a:pt x="1740" y="8"/>
                    <a:pt x="1590" y="18"/>
                  </a:cubicBezTo>
                  <a:cubicBezTo>
                    <a:pt x="1210" y="30"/>
                    <a:pt x="818" y="53"/>
                    <a:pt x="450" y="76"/>
                  </a:cubicBezTo>
                  <a:cubicBezTo>
                    <a:pt x="415" y="76"/>
                    <a:pt x="381" y="87"/>
                    <a:pt x="357" y="99"/>
                  </a:cubicBezTo>
                  <a:cubicBezTo>
                    <a:pt x="346" y="145"/>
                    <a:pt x="392" y="168"/>
                    <a:pt x="438" y="203"/>
                  </a:cubicBezTo>
                  <a:cubicBezTo>
                    <a:pt x="795" y="341"/>
                    <a:pt x="1199" y="375"/>
                    <a:pt x="1602" y="398"/>
                  </a:cubicBezTo>
                  <a:cubicBezTo>
                    <a:pt x="1302" y="502"/>
                    <a:pt x="980" y="548"/>
                    <a:pt x="669" y="548"/>
                  </a:cubicBezTo>
                  <a:cubicBezTo>
                    <a:pt x="586" y="548"/>
                    <a:pt x="499" y="536"/>
                    <a:pt x="412" y="536"/>
                  </a:cubicBezTo>
                  <a:cubicBezTo>
                    <a:pt x="355" y="536"/>
                    <a:pt x="298" y="541"/>
                    <a:pt x="242" y="560"/>
                  </a:cubicBezTo>
                  <a:cubicBezTo>
                    <a:pt x="208" y="571"/>
                    <a:pt x="162" y="571"/>
                    <a:pt x="150" y="617"/>
                  </a:cubicBezTo>
                  <a:cubicBezTo>
                    <a:pt x="46" y="836"/>
                    <a:pt x="1429" y="859"/>
                    <a:pt x="1567" y="859"/>
                  </a:cubicBezTo>
                  <a:cubicBezTo>
                    <a:pt x="1141" y="1078"/>
                    <a:pt x="646" y="998"/>
                    <a:pt x="173" y="1055"/>
                  </a:cubicBezTo>
                  <a:cubicBezTo>
                    <a:pt x="0" y="1078"/>
                    <a:pt x="69" y="1216"/>
                    <a:pt x="185" y="1286"/>
                  </a:cubicBezTo>
                  <a:cubicBezTo>
                    <a:pt x="334" y="1343"/>
                    <a:pt x="507" y="1355"/>
                    <a:pt x="669" y="1355"/>
                  </a:cubicBezTo>
                  <a:cubicBezTo>
                    <a:pt x="696" y="1356"/>
                    <a:pt x="724" y="1356"/>
                    <a:pt x="751" y="1356"/>
                  </a:cubicBezTo>
                  <a:cubicBezTo>
                    <a:pt x="1031" y="1356"/>
                    <a:pt x="1296" y="1307"/>
                    <a:pt x="1590" y="1286"/>
                  </a:cubicBezTo>
                  <a:lnTo>
                    <a:pt x="1590" y="1286"/>
                  </a:lnTo>
                  <a:cubicBezTo>
                    <a:pt x="1222" y="1505"/>
                    <a:pt x="738" y="1378"/>
                    <a:pt x="334" y="1528"/>
                  </a:cubicBezTo>
                  <a:cubicBezTo>
                    <a:pt x="323" y="1528"/>
                    <a:pt x="323" y="1539"/>
                    <a:pt x="300" y="1539"/>
                  </a:cubicBezTo>
                  <a:cubicBezTo>
                    <a:pt x="288" y="1562"/>
                    <a:pt x="300" y="1597"/>
                    <a:pt x="323" y="1608"/>
                  </a:cubicBezTo>
                  <a:cubicBezTo>
                    <a:pt x="438" y="1723"/>
                    <a:pt x="588" y="1735"/>
                    <a:pt x="738" y="1758"/>
                  </a:cubicBezTo>
                  <a:cubicBezTo>
                    <a:pt x="1026" y="1758"/>
                    <a:pt x="1314" y="1735"/>
                    <a:pt x="1602" y="1700"/>
                  </a:cubicBezTo>
                  <a:lnTo>
                    <a:pt x="1602" y="1700"/>
                  </a:lnTo>
                  <a:cubicBezTo>
                    <a:pt x="1417" y="1885"/>
                    <a:pt x="1072" y="1816"/>
                    <a:pt x="853" y="2000"/>
                  </a:cubicBezTo>
                  <a:cubicBezTo>
                    <a:pt x="841" y="2011"/>
                    <a:pt x="841" y="2011"/>
                    <a:pt x="841" y="2023"/>
                  </a:cubicBezTo>
                  <a:cubicBezTo>
                    <a:pt x="825" y="2087"/>
                    <a:pt x="991" y="2104"/>
                    <a:pt x="1183" y="2104"/>
                  </a:cubicBezTo>
                  <a:cubicBezTo>
                    <a:pt x="1407" y="2104"/>
                    <a:pt x="1667" y="2081"/>
                    <a:pt x="1717" y="2081"/>
                  </a:cubicBezTo>
                  <a:cubicBezTo>
                    <a:pt x="2164" y="2096"/>
                    <a:pt x="2611" y="2139"/>
                    <a:pt x="3058" y="2139"/>
                  </a:cubicBezTo>
                  <a:cubicBezTo>
                    <a:pt x="3268" y="2139"/>
                    <a:pt x="3478" y="2129"/>
                    <a:pt x="3687" y="2104"/>
                  </a:cubicBezTo>
                  <a:cubicBezTo>
                    <a:pt x="3929" y="2069"/>
                    <a:pt x="4183" y="2023"/>
                    <a:pt x="4413" y="1908"/>
                  </a:cubicBezTo>
                  <a:cubicBezTo>
                    <a:pt x="4643" y="1816"/>
                    <a:pt x="4828" y="1643"/>
                    <a:pt x="4943" y="1424"/>
                  </a:cubicBezTo>
                  <a:lnTo>
                    <a:pt x="3687" y="203"/>
                  </a:lnTo>
                  <a:cubicBezTo>
                    <a:pt x="3629" y="210"/>
                    <a:pt x="3570" y="213"/>
                    <a:pt x="3512" y="213"/>
                  </a:cubicBezTo>
                  <a:cubicBezTo>
                    <a:pt x="3199" y="213"/>
                    <a:pt x="2882" y="121"/>
                    <a:pt x="2581" y="53"/>
                  </a:cubicBezTo>
                  <a:cubicBezTo>
                    <a:pt x="2386" y="14"/>
                    <a:pt x="2205" y="0"/>
                    <a:pt x="2022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67"/>
            <p:cNvSpPr/>
            <p:nvPr/>
          </p:nvSpPr>
          <p:spPr>
            <a:xfrm>
              <a:off x="2547250" y="829175"/>
              <a:ext cx="220350" cy="234050"/>
            </a:xfrm>
            <a:custGeom>
              <a:avLst/>
              <a:gdLst/>
              <a:ahLst/>
              <a:cxnLst/>
              <a:rect l="l" t="t" r="r" b="b"/>
              <a:pathLst>
                <a:path w="8814" h="9362" extrusionOk="0">
                  <a:moveTo>
                    <a:pt x="6080" y="1"/>
                  </a:moveTo>
                  <a:cubicBezTo>
                    <a:pt x="5642" y="1"/>
                    <a:pt x="5222" y="309"/>
                    <a:pt x="5000" y="795"/>
                  </a:cubicBezTo>
                  <a:cubicBezTo>
                    <a:pt x="4793" y="1244"/>
                    <a:pt x="4781" y="1763"/>
                    <a:pt x="4885" y="2235"/>
                  </a:cubicBezTo>
                  <a:cubicBezTo>
                    <a:pt x="5000" y="2811"/>
                    <a:pt x="5980" y="5507"/>
                    <a:pt x="5265" y="5783"/>
                  </a:cubicBezTo>
                  <a:cubicBezTo>
                    <a:pt x="5128" y="5834"/>
                    <a:pt x="4983" y="5848"/>
                    <a:pt x="4836" y="5848"/>
                  </a:cubicBezTo>
                  <a:cubicBezTo>
                    <a:pt x="4653" y="5848"/>
                    <a:pt x="4467" y="5826"/>
                    <a:pt x="4287" y="5826"/>
                  </a:cubicBezTo>
                  <a:cubicBezTo>
                    <a:pt x="4248" y="5826"/>
                    <a:pt x="4209" y="5827"/>
                    <a:pt x="4171" y="5830"/>
                  </a:cubicBezTo>
                  <a:cubicBezTo>
                    <a:pt x="3526" y="5841"/>
                    <a:pt x="2857" y="5864"/>
                    <a:pt x="2212" y="5910"/>
                  </a:cubicBezTo>
                  <a:cubicBezTo>
                    <a:pt x="1809" y="5945"/>
                    <a:pt x="1394" y="5979"/>
                    <a:pt x="1014" y="6118"/>
                  </a:cubicBezTo>
                  <a:cubicBezTo>
                    <a:pt x="184" y="6406"/>
                    <a:pt x="0" y="7592"/>
                    <a:pt x="242" y="8330"/>
                  </a:cubicBezTo>
                  <a:cubicBezTo>
                    <a:pt x="346" y="8652"/>
                    <a:pt x="553" y="8917"/>
                    <a:pt x="841" y="9090"/>
                  </a:cubicBezTo>
                  <a:cubicBezTo>
                    <a:pt x="1188" y="9273"/>
                    <a:pt x="1666" y="9361"/>
                    <a:pt x="2085" y="9361"/>
                  </a:cubicBezTo>
                  <a:cubicBezTo>
                    <a:pt x="2194" y="9361"/>
                    <a:pt x="2299" y="9355"/>
                    <a:pt x="2396" y="9344"/>
                  </a:cubicBezTo>
                  <a:cubicBezTo>
                    <a:pt x="2938" y="9263"/>
                    <a:pt x="3491" y="9251"/>
                    <a:pt x="4032" y="9182"/>
                  </a:cubicBezTo>
                  <a:cubicBezTo>
                    <a:pt x="5265" y="9009"/>
                    <a:pt x="6636" y="8779"/>
                    <a:pt x="7662" y="7996"/>
                  </a:cubicBezTo>
                  <a:cubicBezTo>
                    <a:pt x="8157" y="7627"/>
                    <a:pt x="8618" y="7062"/>
                    <a:pt x="8699" y="6417"/>
                  </a:cubicBezTo>
                  <a:cubicBezTo>
                    <a:pt x="8814" y="5369"/>
                    <a:pt x="8503" y="4113"/>
                    <a:pt x="8123" y="3134"/>
                  </a:cubicBezTo>
                  <a:cubicBezTo>
                    <a:pt x="7742" y="2200"/>
                    <a:pt x="7558" y="1129"/>
                    <a:pt x="6867" y="380"/>
                  </a:cubicBezTo>
                  <a:cubicBezTo>
                    <a:pt x="6626" y="117"/>
                    <a:pt x="6350" y="1"/>
                    <a:pt x="6080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67"/>
            <p:cNvSpPr/>
            <p:nvPr/>
          </p:nvSpPr>
          <p:spPr>
            <a:xfrm>
              <a:off x="2614925" y="827425"/>
              <a:ext cx="87600" cy="148950"/>
            </a:xfrm>
            <a:custGeom>
              <a:avLst/>
              <a:gdLst/>
              <a:ahLst/>
              <a:cxnLst/>
              <a:rect l="l" t="t" r="r" b="b"/>
              <a:pathLst>
                <a:path w="3504" h="5958" extrusionOk="0">
                  <a:moveTo>
                    <a:pt x="3411" y="1"/>
                  </a:moveTo>
                  <a:cubicBezTo>
                    <a:pt x="3353" y="12"/>
                    <a:pt x="3273" y="35"/>
                    <a:pt x="3157" y="58"/>
                  </a:cubicBezTo>
                  <a:cubicBezTo>
                    <a:pt x="3042" y="93"/>
                    <a:pt x="2904" y="150"/>
                    <a:pt x="2766" y="254"/>
                  </a:cubicBezTo>
                  <a:cubicBezTo>
                    <a:pt x="2639" y="346"/>
                    <a:pt x="2489" y="485"/>
                    <a:pt x="2374" y="669"/>
                  </a:cubicBezTo>
                  <a:cubicBezTo>
                    <a:pt x="2259" y="842"/>
                    <a:pt x="2178" y="1061"/>
                    <a:pt x="2132" y="1303"/>
                  </a:cubicBezTo>
                  <a:cubicBezTo>
                    <a:pt x="2086" y="1545"/>
                    <a:pt x="2086" y="1809"/>
                    <a:pt x="2120" y="2074"/>
                  </a:cubicBezTo>
                  <a:cubicBezTo>
                    <a:pt x="2190" y="2628"/>
                    <a:pt x="2420" y="3204"/>
                    <a:pt x="2593" y="3791"/>
                  </a:cubicBezTo>
                  <a:cubicBezTo>
                    <a:pt x="2673" y="4091"/>
                    <a:pt x="2731" y="4402"/>
                    <a:pt x="2777" y="4690"/>
                  </a:cubicBezTo>
                  <a:cubicBezTo>
                    <a:pt x="2812" y="4978"/>
                    <a:pt x="2812" y="5277"/>
                    <a:pt x="2673" y="5496"/>
                  </a:cubicBezTo>
                  <a:cubicBezTo>
                    <a:pt x="2604" y="5612"/>
                    <a:pt x="2501" y="5681"/>
                    <a:pt x="2385" y="5727"/>
                  </a:cubicBezTo>
                  <a:cubicBezTo>
                    <a:pt x="2270" y="5761"/>
                    <a:pt x="2155" y="5784"/>
                    <a:pt x="2028" y="5784"/>
                  </a:cubicBezTo>
                  <a:cubicBezTo>
                    <a:pt x="1798" y="5796"/>
                    <a:pt x="1567" y="5807"/>
                    <a:pt x="1349" y="5807"/>
                  </a:cubicBezTo>
                  <a:cubicBezTo>
                    <a:pt x="1026" y="5819"/>
                    <a:pt x="692" y="5853"/>
                    <a:pt x="369" y="5865"/>
                  </a:cubicBezTo>
                  <a:cubicBezTo>
                    <a:pt x="289" y="5865"/>
                    <a:pt x="196" y="5877"/>
                    <a:pt x="116" y="5877"/>
                  </a:cubicBezTo>
                  <a:cubicBezTo>
                    <a:pt x="24" y="5934"/>
                    <a:pt x="1" y="5957"/>
                    <a:pt x="1" y="5957"/>
                  </a:cubicBezTo>
                  <a:lnTo>
                    <a:pt x="358" y="5957"/>
                  </a:lnTo>
                  <a:cubicBezTo>
                    <a:pt x="680" y="5934"/>
                    <a:pt x="1003" y="5934"/>
                    <a:pt x="1337" y="5923"/>
                  </a:cubicBezTo>
                  <a:cubicBezTo>
                    <a:pt x="1556" y="5911"/>
                    <a:pt x="1786" y="5911"/>
                    <a:pt x="2017" y="5900"/>
                  </a:cubicBezTo>
                  <a:cubicBezTo>
                    <a:pt x="2132" y="5900"/>
                    <a:pt x="2270" y="5877"/>
                    <a:pt x="2409" y="5842"/>
                  </a:cubicBezTo>
                  <a:cubicBezTo>
                    <a:pt x="2535" y="5796"/>
                    <a:pt x="2650" y="5704"/>
                    <a:pt x="2731" y="5577"/>
                  </a:cubicBezTo>
                  <a:cubicBezTo>
                    <a:pt x="2881" y="5324"/>
                    <a:pt x="2881" y="5012"/>
                    <a:pt x="2846" y="4713"/>
                  </a:cubicBezTo>
                  <a:cubicBezTo>
                    <a:pt x="2812" y="4413"/>
                    <a:pt x="2754" y="4114"/>
                    <a:pt x="2662" y="3803"/>
                  </a:cubicBezTo>
                  <a:cubicBezTo>
                    <a:pt x="2489" y="3204"/>
                    <a:pt x="2259" y="2639"/>
                    <a:pt x="2190" y="2098"/>
                  </a:cubicBezTo>
                  <a:cubicBezTo>
                    <a:pt x="2144" y="1821"/>
                    <a:pt x="2144" y="1556"/>
                    <a:pt x="2190" y="1326"/>
                  </a:cubicBezTo>
                  <a:cubicBezTo>
                    <a:pt x="2236" y="1095"/>
                    <a:pt x="2316" y="888"/>
                    <a:pt x="2420" y="703"/>
                  </a:cubicBezTo>
                  <a:cubicBezTo>
                    <a:pt x="2639" y="358"/>
                    <a:pt x="2938" y="185"/>
                    <a:pt x="3157" y="104"/>
                  </a:cubicBezTo>
                  <a:cubicBezTo>
                    <a:pt x="3365" y="35"/>
                    <a:pt x="3503" y="12"/>
                    <a:pt x="3503" y="1"/>
                  </a:cubicBezTo>
                  <a:close/>
                </a:path>
              </a:pathLst>
            </a:custGeom>
            <a:solidFill>
              <a:srgbClr val="569B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67"/>
            <p:cNvSpPr/>
            <p:nvPr/>
          </p:nvSpPr>
          <p:spPr>
            <a:xfrm>
              <a:off x="2579500" y="842700"/>
              <a:ext cx="188100" cy="219850"/>
            </a:xfrm>
            <a:custGeom>
              <a:avLst/>
              <a:gdLst/>
              <a:ahLst/>
              <a:cxnLst/>
              <a:rect l="l" t="t" r="r" b="b"/>
              <a:pathLst>
                <a:path w="7524" h="8794" extrusionOk="0">
                  <a:moveTo>
                    <a:pt x="5738" y="0"/>
                  </a:moveTo>
                  <a:lnTo>
                    <a:pt x="5738" y="0"/>
                  </a:lnTo>
                  <a:cubicBezTo>
                    <a:pt x="5703" y="369"/>
                    <a:pt x="5807" y="761"/>
                    <a:pt x="5922" y="1118"/>
                  </a:cubicBezTo>
                  <a:lnTo>
                    <a:pt x="6395" y="2639"/>
                  </a:lnTo>
                  <a:cubicBezTo>
                    <a:pt x="6614" y="3353"/>
                    <a:pt x="6844" y="4079"/>
                    <a:pt x="6844" y="4816"/>
                  </a:cubicBezTo>
                  <a:cubicBezTo>
                    <a:pt x="6844" y="5565"/>
                    <a:pt x="6568" y="6349"/>
                    <a:pt x="5980" y="6809"/>
                  </a:cubicBezTo>
                  <a:cubicBezTo>
                    <a:pt x="5381" y="7270"/>
                    <a:pt x="4540" y="7316"/>
                    <a:pt x="3779" y="7374"/>
                  </a:cubicBezTo>
                  <a:cubicBezTo>
                    <a:pt x="2570" y="7455"/>
                    <a:pt x="1302" y="7662"/>
                    <a:pt x="312" y="8365"/>
                  </a:cubicBezTo>
                  <a:cubicBezTo>
                    <a:pt x="185" y="8457"/>
                    <a:pt x="58" y="8572"/>
                    <a:pt x="0" y="8699"/>
                  </a:cubicBezTo>
                  <a:cubicBezTo>
                    <a:pt x="243" y="8765"/>
                    <a:pt x="501" y="8794"/>
                    <a:pt x="742" y="8794"/>
                  </a:cubicBezTo>
                  <a:cubicBezTo>
                    <a:pt x="878" y="8794"/>
                    <a:pt x="1009" y="8785"/>
                    <a:pt x="1130" y="8768"/>
                  </a:cubicBezTo>
                  <a:cubicBezTo>
                    <a:pt x="1659" y="8699"/>
                    <a:pt x="2224" y="8687"/>
                    <a:pt x="2754" y="8607"/>
                  </a:cubicBezTo>
                  <a:cubicBezTo>
                    <a:pt x="3975" y="8457"/>
                    <a:pt x="5335" y="8203"/>
                    <a:pt x="6372" y="7443"/>
                  </a:cubicBezTo>
                  <a:cubicBezTo>
                    <a:pt x="6879" y="7074"/>
                    <a:pt x="7340" y="6510"/>
                    <a:pt x="7409" y="5865"/>
                  </a:cubicBezTo>
                  <a:cubicBezTo>
                    <a:pt x="7524" y="4805"/>
                    <a:pt x="7224" y="3560"/>
                    <a:pt x="6833" y="2581"/>
                  </a:cubicBezTo>
                  <a:cubicBezTo>
                    <a:pt x="6487" y="1728"/>
                    <a:pt x="6314" y="749"/>
                    <a:pt x="5738" y="0"/>
                  </a:cubicBezTo>
                  <a:close/>
                </a:path>
              </a:pathLst>
            </a:custGeom>
            <a:solidFill>
              <a:srgbClr val="62AF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67"/>
            <p:cNvSpPr/>
            <p:nvPr/>
          </p:nvSpPr>
          <p:spPr>
            <a:xfrm>
              <a:off x="2522475" y="1107675"/>
              <a:ext cx="259250" cy="56200"/>
            </a:xfrm>
            <a:custGeom>
              <a:avLst/>
              <a:gdLst/>
              <a:ahLst/>
              <a:cxnLst/>
              <a:rect l="l" t="t" r="r" b="b"/>
              <a:pathLst>
                <a:path w="10370" h="2248" extrusionOk="0">
                  <a:moveTo>
                    <a:pt x="1475" y="1"/>
                  </a:moveTo>
                  <a:cubicBezTo>
                    <a:pt x="657" y="1"/>
                    <a:pt x="0" y="658"/>
                    <a:pt x="0" y="1487"/>
                  </a:cubicBezTo>
                  <a:lnTo>
                    <a:pt x="0" y="1775"/>
                  </a:lnTo>
                  <a:cubicBezTo>
                    <a:pt x="0" y="2029"/>
                    <a:pt x="208" y="2248"/>
                    <a:pt x="473" y="2248"/>
                  </a:cubicBezTo>
                  <a:lnTo>
                    <a:pt x="9885" y="2248"/>
                  </a:lnTo>
                  <a:cubicBezTo>
                    <a:pt x="10150" y="2248"/>
                    <a:pt x="10369" y="2029"/>
                    <a:pt x="10369" y="1775"/>
                  </a:cubicBezTo>
                  <a:lnTo>
                    <a:pt x="10369" y="1487"/>
                  </a:lnTo>
                  <a:cubicBezTo>
                    <a:pt x="10369" y="658"/>
                    <a:pt x="9701" y="1"/>
                    <a:pt x="8883" y="1"/>
                  </a:cubicBezTo>
                  <a:close/>
                </a:path>
              </a:pathLst>
            </a:custGeom>
            <a:solidFill>
              <a:srgbClr val="E2A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67"/>
            <p:cNvSpPr/>
            <p:nvPr/>
          </p:nvSpPr>
          <p:spPr>
            <a:xfrm>
              <a:off x="3013000" y="832700"/>
              <a:ext cx="519625" cy="482975"/>
            </a:xfrm>
            <a:custGeom>
              <a:avLst/>
              <a:gdLst/>
              <a:ahLst/>
              <a:cxnLst/>
              <a:rect l="l" t="t" r="r" b="b"/>
              <a:pathLst>
                <a:path w="20785" h="19319" extrusionOk="0">
                  <a:moveTo>
                    <a:pt x="9823" y="1"/>
                  </a:moveTo>
                  <a:cubicBezTo>
                    <a:pt x="7892" y="1"/>
                    <a:pt x="5941" y="392"/>
                    <a:pt x="4217" y="1276"/>
                  </a:cubicBezTo>
                  <a:cubicBezTo>
                    <a:pt x="2408" y="2209"/>
                    <a:pt x="1313" y="3868"/>
                    <a:pt x="691" y="5815"/>
                  </a:cubicBezTo>
                  <a:cubicBezTo>
                    <a:pt x="0" y="8027"/>
                    <a:pt x="207" y="10712"/>
                    <a:pt x="1890" y="12313"/>
                  </a:cubicBezTo>
                  <a:cubicBezTo>
                    <a:pt x="2915" y="13281"/>
                    <a:pt x="4321" y="13719"/>
                    <a:pt x="5680" y="14099"/>
                  </a:cubicBezTo>
                  <a:cubicBezTo>
                    <a:pt x="7040" y="14468"/>
                    <a:pt x="8457" y="14802"/>
                    <a:pt x="9597" y="15655"/>
                  </a:cubicBezTo>
                  <a:cubicBezTo>
                    <a:pt x="10726" y="16484"/>
                    <a:pt x="11521" y="17970"/>
                    <a:pt x="11118" y="19318"/>
                  </a:cubicBezTo>
                  <a:cubicBezTo>
                    <a:pt x="13019" y="18304"/>
                    <a:pt x="14759" y="17221"/>
                    <a:pt x="16452" y="15885"/>
                  </a:cubicBezTo>
                  <a:cubicBezTo>
                    <a:pt x="16476" y="15839"/>
                    <a:pt x="16522" y="15804"/>
                    <a:pt x="16568" y="15781"/>
                  </a:cubicBezTo>
                  <a:cubicBezTo>
                    <a:pt x="17950" y="14698"/>
                    <a:pt x="19114" y="13846"/>
                    <a:pt x="19794" y="12083"/>
                  </a:cubicBezTo>
                  <a:cubicBezTo>
                    <a:pt x="20784" y="9456"/>
                    <a:pt x="20646" y="6380"/>
                    <a:pt x="19102" y="4029"/>
                  </a:cubicBezTo>
                  <a:cubicBezTo>
                    <a:pt x="17247" y="1195"/>
                    <a:pt x="13515" y="112"/>
                    <a:pt x="10300" y="9"/>
                  </a:cubicBezTo>
                  <a:cubicBezTo>
                    <a:pt x="10141" y="3"/>
                    <a:pt x="9982" y="1"/>
                    <a:pt x="9823" y="1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67"/>
            <p:cNvSpPr/>
            <p:nvPr/>
          </p:nvSpPr>
          <p:spPr>
            <a:xfrm>
              <a:off x="2919375" y="733125"/>
              <a:ext cx="323775" cy="335725"/>
            </a:xfrm>
            <a:custGeom>
              <a:avLst/>
              <a:gdLst/>
              <a:ahLst/>
              <a:cxnLst/>
              <a:rect l="l" t="t" r="r" b="b"/>
              <a:pathLst>
                <a:path w="12951" h="13429" extrusionOk="0">
                  <a:moveTo>
                    <a:pt x="6607" y="1"/>
                  </a:moveTo>
                  <a:cubicBezTo>
                    <a:pt x="5749" y="1"/>
                    <a:pt x="4883" y="111"/>
                    <a:pt x="4079" y="339"/>
                  </a:cubicBezTo>
                  <a:cubicBezTo>
                    <a:pt x="2224" y="858"/>
                    <a:pt x="565" y="2309"/>
                    <a:pt x="150" y="4199"/>
                  </a:cubicBezTo>
                  <a:cubicBezTo>
                    <a:pt x="58" y="4614"/>
                    <a:pt x="35" y="5063"/>
                    <a:pt x="35" y="5489"/>
                  </a:cubicBezTo>
                  <a:cubicBezTo>
                    <a:pt x="1" y="7506"/>
                    <a:pt x="461" y="9625"/>
                    <a:pt x="1844" y="11089"/>
                  </a:cubicBezTo>
                  <a:cubicBezTo>
                    <a:pt x="2731" y="12033"/>
                    <a:pt x="3918" y="12621"/>
                    <a:pt x="5162" y="12955"/>
                  </a:cubicBezTo>
                  <a:cubicBezTo>
                    <a:pt x="6395" y="13278"/>
                    <a:pt x="7685" y="13370"/>
                    <a:pt x="8964" y="13416"/>
                  </a:cubicBezTo>
                  <a:cubicBezTo>
                    <a:pt x="9254" y="13424"/>
                    <a:pt x="9545" y="13429"/>
                    <a:pt x="9836" y="13429"/>
                  </a:cubicBezTo>
                  <a:cubicBezTo>
                    <a:pt x="10871" y="13429"/>
                    <a:pt x="11903" y="13361"/>
                    <a:pt x="12893" y="13082"/>
                  </a:cubicBezTo>
                  <a:cubicBezTo>
                    <a:pt x="12029" y="12621"/>
                    <a:pt x="11614" y="11584"/>
                    <a:pt x="11614" y="10605"/>
                  </a:cubicBezTo>
                  <a:cubicBezTo>
                    <a:pt x="11603" y="9625"/>
                    <a:pt x="11948" y="8692"/>
                    <a:pt x="12271" y="7771"/>
                  </a:cubicBezTo>
                  <a:cubicBezTo>
                    <a:pt x="12616" y="6849"/>
                    <a:pt x="12951" y="5904"/>
                    <a:pt x="12951" y="4925"/>
                  </a:cubicBezTo>
                  <a:cubicBezTo>
                    <a:pt x="12951" y="2448"/>
                    <a:pt x="10808" y="650"/>
                    <a:pt x="8526" y="190"/>
                  </a:cubicBezTo>
                  <a:cubicBezTo>
                    <a:pt x="7913" y="65"/>
                    <a:pt x="7262" y="1"/>
                    <a:pt x="6607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67"/>
            <p:cNvSpPr/>
            <p:nvPr/>
          </p:nvSpPr>
          <p:spPr>
            <a:xfrm>
              <a:off x="2919950" y="748225"/>
              <a:ext cx="322050" cy="320625"/>
            </a:xfrm>
            <a:custGeom>
              <a:avLst/>
              <a:gdLst/>
              <a:ahLst/>
              <a:cxnLst/>
              <a:rect l="l" t="t" r="r" b="b"/>
              <a:pathLst>
                <a:path w="12882" h="12825" extrusionOk="0">
                  <a:moveTo>
                    <a:pt x="3284" y="0"/>
                  </a:moveTo>
                  <a:lnTo>
                    <a:pt x="3284" y="0"/>
                  </a:lnTo>
                  <a:cubicBezTo>
                    <a:pt x="1752" y="669"/>
                    <a:pt x="485" y="1959"/>
                    <a:pt x="139" y="3595"/>
                  </a:cubicBezTo>
                  <a:cubicBezTo>
                    <a:pt x="58" y="4021"/>
                    <a:pt x="24" y="4459"/>
                    <a:pt x="24" y="4885"/>
                  </a:cubicBezTo>
                  <a:cubicBezTo>
                    <a:pt x="1" y="6902"/>
                    <a:pt x="461" y="9021"/>
                    <a:pt x="1844" y="10485"/>
                  </a:cubicBezTo>
                  <a:cubicBezTo>
                    <a:pt x="2720" y="11429"/>
                    <a:pt x="3918" y="12017"/>
                    <a:pt x="5151" y="12351"/>
                  </a:cubicBezTo>
                  <a:cubicBezTo>
                    <a:pt x="6395" y="12674"/>
                    <a:pt x="7674" y="12766"/>
                    <a:pt x="8953" y="12812"/>
                  </a:cubicBezTo>
                  <a:cubicBezTo>
                    <a:pt x="9243" y="12820"/>
                    <a:pt x="9534" y="12825"/>
                    <a:pt x="9824" y="12825"/>
                  </a:cubicBezTo>
                  <a:cubicBezTo>
                    <a:pt x="10860" y="12825"/>
                    <a:pt x="11892" y="12757"/>
                    <a:pt x="12881" y="12478"/>
                  </a:cubicBezTo>
                  <a:cubicBezTo>
                    <a:pt x="12040" y="11994"/>
                    <a:pt x="11614" y="10969"/>
                    <a:pt x="11603" y="10001"/>
                  </a:cubicBezTo>
                  <a:cubicBezTo>
                    <a:pt x="11603" y="9275"/>
                    <a:pt x="11787" y="8572"/>
                    <a:pt x="12017" y="7892"/>
                  </a:cubicBezTo>
                  <a:cubicBezTo>
                    <a:pt x="11879" y="7858"/>
                    <a:pt x="11729" y="7823"/>
                    <a:pt x="11603" y="7800"/>
                  </a:cubicBezTo>
                  <a:cubicBezTo>
                    <a:pt x="10715" y="7627"/>
                    <a:pt x="9805" y="7524"/>
                    <a:pt x="8884" y="7478"/>
                  </a:cubicBezTo>
                  <a:cubicBezTo>
                    <a:pt x="7282" y="7420"/>
                    <a:pt x="5531" y="7535"/>
                    <a:pt x="4298" y="6498"/>
                  </a:cubicBezTo>
                  <a:cubicBezTo>
                    <a:pt x="3146" y="5531"/>
                    <a:pt x="2904" y="3848"/>
                    <a:pt x="2973" y="2351"/>
                  </a:cubicBezTo>
                  <a:cubicBezTo>
                    <a:pt x="3008" y="1556"/>
                    <a:pt x="3123" y="784"/>
                    <a:pt x="3284" y="0"/>
                  </a:cubicBezTo>
                  <a:close/>
                </a:path>
              </a:pathLst>
            </a:custGeom>
            <a:solidFill>
              <a:srgbClr val="3A3939">
                <a:alpha val="22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67"/>
            <p:cNvSpPr/>
            <p:nvPr/>
          </p:nvSpPr>
          <p:spPr>
            <a:xfrm>
              <a:off x="3034025" y="878125"/>
              <a:ext cx="498300" cy="438700"/>
            </a:xfrm>
            <a:custGeom>
              <a:avLst/>
              <a:gdLst/>
              <a:ahLst/>
              <a:cxnLst/>
              <a:rect l="l" t="t" r="r" b="b"/>
              <a:pathLst>
                <a:path w="19932" h="17548" extrusionOk="0">
                  <a:moveTo>
                    <a:pt x="15946" y="0"/>
                  </a:moveTo>
                  <a:cubicBezTo>
                    <a:pt x="15519" y="346"/>
                    <a:pt x="15151" y="749"/>
                    <a:pt x="14874" y="1233"/>
                  </a:cubicBezTo>
                  <a:cubicBezTo>
                    <a:pt x="14425" y="1994"/>
                    <a:pt x="14194" y="2858"/>
                    <a:pt x="13987" y="3722"/>
                  </a:cubicBezTo>
                  <a:cubicBezTo>
                    <a:pt x="13710" y="4770"/>
                    <a:pt x="13445" y="5807"/>
                    <a:pt x="13180" y="6856"/>
                  </a:cubicBezTo>
                  <a:cubicBezTo>
                    <a:pt x="12777" y="8422"/>
                    <a:pt x="12224" y="10174"/>
                    <a:pt x="10773" y="10865"/>
                  </a:cubicBezTo>
                  <a:cubicBezTo>
                    <a:pt x="10231" y="11130"/>
                    <a:pt x="9632" y="11199"/>
                    <a:pt x="9056" y="11245"/>
                  </a:cubicBezTo>
                  <a:cubicBezTo>
                    <a:pt x="8762" y="11263"/>
                    <a:pt x="8468" y="11272"/>
                    <a:pt x="8175" y="11272"/>
                  </a:cubicBezTo>
                  <a:cubicBezTo>
                    <a:pt x="6174" y="11272"/>
                    <a:pt x="4180" y="10862"/>
                    <a:pt x="2362" y="10059"/>
                  </a:cubicBezTo>
                  <a:cubicBezTo>
                    <a:pt x="1578" y="9713"/>
                    <a:pt x="807" y="9310"/>
                    <a:pt x="0" y="9010"/>
                  </a:cubicBezTo>
                  <a:lnTo>
                    <a:pt x="0" y="9010"/>
                  </a:lnTo>
                  <a:cubicBezTo>
                    <a:pt x="242" y="9586"/>
                    <a:pt x="599" y="10105"/>
                    <a:pt x="1060" y="10531"/>
                  </a:cubicBezTo>
                  <a:cubicBezTo>
                    <a:pt x="2085" y="11510"/>
                    <a:pt x="3491" y="11948"/>
                    <a:pt x="4851" y="12317"/>
                  </a:cubicBezTo>
                  <a:cubicBezTo>
                    <a:pt x="6222" y="12697"/>
                    <a:pt x="7627" y="13020"/>
                    <a:pt x="8768" y="13872"/>
                  </a:cubicBezTo>
                  <a:cubicBezTo>
                    <a:pt x="9908" y="14713"/>
                    <a:pt x="10692" y="16199"/>
                    <a:pt x="10289" y="17547"/>
                  </a:cubicBezTo>
                  <a:cubicBezTo>
                    <a:pt x="12167" y="16487"/>
                    <a:pt x="13906" y="15393"/>
                    <a:pt x="15600" y="14056"/>
                  </a:cubicBezTo>
                  <a:cubicBezTo>
                    <a:pt x="15635" y="14033"/>
                    <a:pt x="15669" y="14010"/>
                    <a:pt x="15715" y="13976"/>
                  </a:cubicBezTo>
                  <a:cubicBezTo>
                    <a:pt x="17098" y="12893"/>
                    <a:pt x="18261" y="12040"/>
                    <a:pt x="18941" y="10277"/>
                  </a:cubicBezTo>
                  <a:cubicBezTo>
                    <a:pt x="19932" y="7651"/>
                    <a:pt x="19782" y="4574"/>
                    <a:pt x="18250" y="2224"/>
                  </a:cubicBezTo>
                  <a:cubicBezTo>
                    <a:pt x="17651" y="1314"/>
                    <a:pt x="16844" y="576"/>
                    <a:pt x="15946" y="0"/>
                  </a:cubicBezTo>
                  <a:close/>
                </a:path>
              </a:pathLst>
            </a:custGeom>
            <a:solidFill>
              <a:srgbClr val="3A3939">
                <a:alpha val="22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67"/>
            <p:cNvSpPr/>
            <p:nvPr/>
          </p:nvSpPr>
          <p:spPr>
            <a:xfrm>
              <a:off x="1862875" y="819650"/>
              <a:ext cx="263850" cy="335300"/>
            </a:xfrm>
            <a:custGeom>
              <a:avLst/>
              <a:gdLst/>
              <a:ahLst/>
              <a:cxnLst/>
              <a:rect l="l" t="t" r="r" b="b"/>
              <a:pathLst>
                <a:path w="10554" h="13412" extrusionOk="0">
                  <a:moveTo>
                    <a:pt x="2282" y="1"/>
                  </a:moveTo>
                  <a:cubicBezTo>
                    <a:pt x="1003" y="1"/>
                    <a:pt x="0" y="1061"/>
                    <a:pt x="58" y="2328"/>
                  </a:cubicBezTo>
                  <a:lnTo>
                    <a:pt x="519" y="13411"/>
                  </a:lnTo>
                  <a:lnTo>
                    <a:pt x="8952" y="13411"/>
                  </a:lnTo>
                  <a:lnTo>
                    <a:pt x="10381" y="2466"/>
                  </a:lnTo>
                  <a:cubicBezTo>
                    <a:pt x="10554" y="1164"/>
                    <a:pt x="9529" y="1"/>
                    <a:pt x="8215" y="1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67"/>
            <p:cNvSpPr/>
            <p:nvPr/>
          </p:nvSpPr>
          <p:spPr>
            <a:xfrm>
              <a:off x="1862875" y="827150"/>
              <a:ext cx="50725" cy="326925"/>
            </a:xfrm>
            <a:custGeom>
              <a:avLst/>
              <a:gdLst/>
              <a:ahLst/>
              <a:cxnLst/>
              <a:rect l="l" t="t" r="r" b="b"/>
              <a:pathLst>
                <a:path w="2029" h="13077" extrusionOk="0">
                  <a:moveTo>
                    <a:pt x="1164" y="0"/>
                  </a:moveTo>
                  <a:cubicBezTo>
                    <a:pt x="461" y="403"/>
                    <a:pt x="0" y="1187"/>
                    <a:pt x="35" y="2016"/>
                  </a:cubicBezTo>
                  <a:lnTo>
                    <a:pt x="519" y="13077"/>
                  </a:lnTo>
                  <a:lnTo>
                    <a:pt x="1844" y="13077"/>
                  </a:lnTo>
                  <a:cubicBezTo>
                    <a:pt x="1855" y="13054"/>
                    <a:pt x="1867" y="13031"/>
                    <a:pt x="1867" y="13008"/>
                  </a:cubicBezTo>
                  <a:cubicBezTo>
                    <a:pt x="2028" y="12409"/>
                    <a:pt x="2028" y="11775"/>
                    <a:pt x="2028" y="11164"/>
                  </a:cubicBezTo>
                  <a:cubicBezTo>
                    <a:pt x="1994" y="7938"/>
                    <a:pt x="1982" y="4712"/>
                    <a:pt x="1740" y="1486"/>
                  </a:cubicBezTo>
                  <a:cubicBezTo>
                    <a:pt x="1706" y="1083"/>
                    <a:pt x="1671" y="668"/>
                    <a:pt x="1464" y="323"/>
                  </a:cubicBezTo>
                  <a:cubicBezTo>
                    <a:pt x="1383" y="184"/>
                    <a:pt x="1279" y="92"/>
                    <a:pt x="1164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67"/>
            <p:cNvSpPr/>
            <p:nvPr/>
          </p:nvSpPr>
          <p:spPr>
            <a:xfrm>
              <a:off x="2129300" y="834625"/>
              <a:ext cx="160175" cy="129075"/>
            </a:xfrm>
            <a:custGeom>
              <a:avLst/>
              <a:gdLst/>
              <a:ahLst/>
              <a:cxnLst/>
              <a:rect l="l" t="t" r="r" b="b"/>
              <a:pathLst>
                <a:path w="6407" h="5163" extrusionOk="0">
                  <a:moveTo>
                    <a:pt x="4586" y="1"/>
                  </a:moveTo>
                  <a:lnTo>
                    <a:pt x="2224" y="2397"/>
                  </a:lnTo>
                  <a:lnTo>
                    <a:pt x="1279" y="1948"/>
                  </a:lnTo>
                  <a:lnTo>
                    <a:pt x="1" y="4298"/>
                  </a:lnTo>
                  <a:cubicBezTo>
                    <a:pt x="1" y="4298"/>
                    <a:pt x="1604" y="5162"/>
                    <a:pt x="2913" y="5162"/>
                  </a:cubicBezTo>
                  <a:cubicBezTo>
                    <a:pt x="2921" y="5162"/>
                    <a:pt x="2930" y="5162"/>
                    <a:pt x="2939" y="5162"/>
                  </a:cubicBezTo>
                  <a:cubicBezTo>
                    <a:pt x="4229" y="5139"/>
                    <a:pt x="6406" y="796"/>
                    <a:pt x="6406" y="796"/>
                  </a:cubicBezTo>
                  <a:lnTo>
                    <a:pt x="4586" y="1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67"/>
            <p:cNvSpPr/>
            <p:nvPr/>
          </p:nvSpPr>
          <p:spPr>
            <a:xfrm>
              <a:off x="2129300" y="883600"/>
              <a:ext cx="144325" cy="79525"/>
            </a:xfrm>
            <a:custGeom>
              <a:avLst/>
              <a:gdLst/>
              <a:ahLst/>
              <a:cxnLst/>
              <a:rect l="l" t="t" r="r" b="b"/>
              <a:pathLst>
                <a:path w="5773" h="3181" extrusionOk="0">
                  <a:moveTo>
                    <a:pt x="5773" y="0"/>
                  </a:moveTo>
                  <a:lnTo>
                    <a:pt x="5773" y="0"/>
                  </a:lnTo>
                  <a:cubicBezTo>
                    <a:pt x="5277" y="576"/>
                    <a:pt x="4793" y="1187"/>
                    <a:pt x="4148" y="1556"/>
                  </a:cubicBezTo>
                  <a:cubicBezTo>
                    <a:pt x="3646" y="1848"/>
                    <a:pt x="3071" y="1999"/>
                    <a:pt x="2499" y="1999"/>
                  </a:cubicBezTo>
                  <a:cubicBezTo>
                    <a:pt x="2191" y="1999"/>
                    <a:pt x="1884" y="1955"/>
                    <a:pt x="1591" y="1867"/>
                  </a:cubicBezTo>
                  <a:cubicBezTo>
                    <a:pt x="1222" y="1740"/>
                    <a:pt x="876" y="1556"/>
                    <a:pt x="554" y="1314"/>
                  </a:cubicBezTo>
                  <a:lnTo>
                    <a:pt x="1" y="2316"/>
                  </a:lnTo>
                  <a:cubicBezTo>
                    <a:pt x="1" y="2316"/>
                    <a:pt x="1584" y="3181"/>
                    <a:pt x="2888" y="3181"/>
                  </a:cubicBezTo>
                  <a:cubicBezTo>
                    <a:pt x="2905" y="3181"/>
                    <a:pt x="2922" y="3180"/>
                    <a:pt x="2939" y="3180"/>
                  </a:cubicBezTo>
                  <a:cubicBezTo>
                    <a:pt x="3803" y="3180"/>
                    <a:pt x="5035" y="1291"/>
                    <a:pt x="5773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67"/>
            <p:cNvSpPr/>
            <p:nvPr/>
          </p:nvSpPr>
          <p:spPr>
            <a:xfrm>
              <a:off x="2108575" y="1303550"/>
              <a:ext cx="102275" cy="109475"/>
            </a:xfrm>
            <a:custGeom>
              <a:avLst/>
              <a:gdLst/>
              <a:ahLst/>
              <a:cxnLst/>
              <a:rect l="l" t="t" r="r" b="b"/>
              <a:pathLst>
                <a:path w="4091" h="4379" extrusionOk="0">
                  <a:moveTo>
                    <a:pt x="1233" y="0"/>
                  </a:moveTo>
                  <a:lnTo>
                    <a:pt x="0" y="2708"/>
                  </a:lnTo>
                  <a:lnTo>
                    <a:pt x="4067" y="4379"/>
                  </a:lnTo>
                  <a:cubicBezTo>
                    <a:pt x="4090" y="3411"/>
                    <a:pt x="2466" y="2996"/>
                    <a:pt x="2466" y="2996"/>
                  </a:cubicBezTo>
                  <a:lnTo>
                    <a:pt x="2915" y="1498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67"/>
            <p:cNvSpPr/>
            <p:nvPr/>
          </p:nvSpPr>
          <p:spPr>
            <a:xfrm>
              <a:off x="2108275" y="1352800"/>
              <a:ext cx="102575" cy="60800"/>
            </a:xfrm>
            <a:custGeom>
              <a:avLst/>
              <a:gdLst/>
              <a:ahLst/>
              <a:cxnLst/>
              <a:rect l="l" t="t" r="r" b="b"/>
              <a:pathLst>
                <a:path w="4103" h="2432" extrusionOk="0">
                  <a:moveTo>
                    <a:pt x="346" y="1"/>
                  </a:moveTo>
                  <a:lnTo>
                    <a:pt x="1" y="761"/>
                  </a:lnTo>
                  <a:lnTo>
                    <a:pt x="4068" y="2432"/>
                  </a:lnTo>
                  <a:cubicBezTo>
                    <a:pt x="4102" y="1452"/>
                    <a:pt x="2466" y="1037"/>
                    <a:pt x="2466" y="1037"/>
                  </a:cubicBezTo>
                  <a:lnTo>
                    <a:pt x="2478" y="980"/>
                  </a:lnTo>
                  <a:cubicBezTo>
                    <a:pt x="1775" y="646"/>
                    <a:pt x="1049" y="335"/>
                    <a:pt x="346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67"/>
            <p:cNvSpPr/>
            <p:nvPr/>
          </p:nvSpPr>
          <p:spPr>
            <a:xfrm>
              <a:off x="2220900" y="1345900"/>
              <a:ext cx="128200" cy="73450"/>
            </a:xfrm>
            <a:custGeom>
              <a:avLst/>
              <a:gdLst/>
              <a:ahLst/>
              <a:cxnLst/>
              <a:rect l="l" t="t" r="r" b="b"/>
              <a:pathLst>
                <a:path w="5128" h="2938" extrusionOk="0">
                  <a:moveTo>
                    <a:pt x="2247" y="0"/>
                  </a:moveTo>
                  <a:lnTo>
                    <a:pt x="0" y="173"/>
                  </a:lnTo>
                  <a:lnTo>
                    <a:pt x="1118" y="2938"/>
                  </a:lnTo>
                  <a:lnTo>
                    <a:pt x="5127" y="1175"/>
                  </a:lnTo>
                  <a:cubicBezTo>
                    <a:pt x="4944" y="985"/>
                    <a:pt x="4699" y="917"/>
                    <a:pt x="4441" y="917"/>
                  </a:cubicBezTo>
                  <a:cubicBezTo>
                    <a:pt x="3778" y="917"/>
                    <a:pt x="3030" y="1371"/>
                    <a:pt x="3030" y="1371"/>
                  </a:cubicBezTo>
                  <a:lnTo>
                    <a:pt x="2247" y="0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67"/>
            <p:cNvSpPr/>
            <p:nvPr/>
          </p:nvSpPr>
          <p:spPr>
            <a:xfrm>
              <a:off x="1899175" y="1231250"/>
              <a:ext cx="198750" cy="95950"/>
            </a:xfrm>
            <a:custGeom>
              <a:avLst/>
              <a:gdLst/>
              <a:ahLst/>
              <a:cxnLst/>
              <a:rect l="l" t="t" r="r" b="b"/>
              <a:pathLst>
                <a:path w="7950" h="3838" extrusionOk="0">
                  <a:moveTo>
                    <a:pt x="7742" y="1"/>
                  </a:moveTo>
                  <a:lnTo>
                    <a:pt x="0" y="3457"/>
                  </a:lnTo>
                  <a:lnTo>
                    <a:pt x="196" y="3837"/>
                  </a:lnTo>
                  <a:lnTo>
                    <a:pt x="7950" y="381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F69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67"/>
            <p:cNvSpPr/>
            <p:nvPr/>
          </p:nvSpPr>
          <p:spPr>
            <a:xfrm>
              <a:off x="1869200" y="944075"/>
              <a:ext cx="170250" cy="112525"/>
            </a:xfrm>
            <a:custGeom>
              <a:avLst/>
              <a:gdLst/>
              <a:ahLst/>
              <a:cxnLst/>
              <a:rect l="l" t="t" r="r" b="b"/>
              <a:pathLst>
                <a:path w="6810" h="4501" extrusionOk="0">
                  <a:moveTo>
                    <a:pt x="1084" y="1"/>
                  </a:moveTo>
                  <a:cubicBezTo>
                    <a:pt x="1084" y="1"/>
                    <a:pt x="1" y="2155"/>
                    <a:pt x="128" y="3158"/>
                  </a:cubicBezTo>
                  <a:cubicBezTo>
                    <a:pt x="241" y="3973"/>
                    <a:pt x="2183" y="4500"/>
                    <a:pt x="4755" y="4500"/>
                  </a:cubicBezTo>
                  <a:cubicBezTo>
                    <a:pt x="5307" y="4500"/>
                    <a:pt x="5889" y="4476"/>
                    <a:pt x="6487" y="4425"/>
                  </a:cubicBezTo>
                  <a:cubicBezTo>
                    <a:pt x="6626" y="3780"/>
                    <a:pt x="6718" y="3135"/>
                    <a:pt x="6810" y="2501"/>
                  </a:cubicBezTo>
                  <a:lnTo>
                    <a:pt x="3273" y="1787"/>
                  </a:lnTo>
                  <a:lnTo>
                    <a:pt x="3768" y="335"/>
                  </a:lnTo>
                  <a:lnTo>
                    <a:pt x="1084" y="1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67"/>
            <p:cNvSpPr/>
            <p:nvPr/>
          </p:nvSpPr>
          <p:spPr>
            <a:xfrm>
              <a:off x="1912700" y="1231250"/>
              <a:ext cx="198775" cy="95950"/>
            </a:xfrm>
            <a:custGeom>
              <a:avLst/>
              <a:gdLst/>
              <a:ahLst/>
              <a:cxnLst/>
              <a:rect l="l" t="t" r="r" b="b"/>
              <a:pathLst>
                <a:path w="7951" h="3838" extrusionOk="0">
                  <a:moveTo>
                    <a:pt x="208" y="1"/>
                  </a:moveTo>
                  <a:lnTo>
                    <a:pt x="1" y="381"/>
                  </a:lnTo>
                  <a:lnTo>
                    <a:pt x="7754" y="3837"/>
                  </a:lnTo>
                  <a:lnTo>
                    <a:pt x="7950" y="3457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rgbClr val="F69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67"/>
            <p:cNvSpPr/>
            <p:nvPr/>
          </p:nvSpPr>
          <p:spPr>
            <a:xfrm>
              <a:off x="2068825" y="1020375"/>
              <a:ext cx="226700" cy="332450"/>
            </a:xfrm>
            <a:custGeom>
              <a:avLst/>
              <a:gdLst/>
              <a:ahLst/>
              <a:cxnLst/>
              <a:rect l="l" t="t" r="r" b="b"/>
              <a:pathLst>
                <a:path w="9068" h="13298" extrusionOk="0">
                  <a:moveTo>
                    <a:pt x="3436" y="0"/>
                  </a:moveTo>
                  <a:cubicBezTo>
                    <a:pt x="1877" y="0"/>
                    <a:pt x="461" y="209"/>
                    <a:pt x="461" y="209"/>
                  </a:cubicBezTo>
                  <a:lnTo>
                    <a:pt x="0" y="3170"/>
                  </a:lnTo>
                  <a:lnTo>
                    <a:pt x="4355" y="4553"/>
                  </a:lnTo>
                  <a:lnTo>
                    <a:pt x="1475" y="12099"/>
                  </a:lnTo>
                  <a:lnTo>
                    <a:pt x="5277" y="13298"/>
                  </a:lnTo>
                  <a:cubicBezTo>
                    <a:pt x="5277" y="13298"/>
                    <a:pt x="9067" y="3723"/>
                    <a:pt x="7282" y="1062"/>
                  </a:cubicBezTo>
                  <a:cubicBezTo>
                    <a:pt x="6721" y="212"/>
                    <a:pt x="5006" y="0"/>
                    <a:pt x="3436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67"/>
            <p:cNvSpPr/>
            <p:nvPr/>
          </p:nvSpPr>
          <p:spPr>
            <a:xfrm>
              <a:off x="1891100" y="839575"/>
              <a:ext cx="275375" cy="240125"/>
            </a:xfrm>
            <a:custGeom>
              <a:avLst/>
              <a:gdLst/>
              <a:ahLst/>
              <a:cxnLst/>
              <a:rect l="l" t="t" r="r" b="b"/>
              <a:pathLst>
                <a:path w="11015" h="9605" extrusionOk="0">
                  <a:moveTo>
                    <a:pt x="6606" y="0"/>
                  </a:moveTo>
                  <a:cubicBezTo>
                    <a:pt x="6430" y="0"/>
                    <a:pt x="6255" y="11"/>
                    <a:pt x="6084" y="33"/>
                  </a:cubicBezTo>
                  <a:cubicBezTo>
                    <a:pt x="5301" y="135"/>
                    <a:pt x="4921" y="167"/>
                    <a:pt x="4757" y="167"/>
                  </a:cubicBezTo>
                  <a:cubicBezTo>
                    <a:pt x="4455" y="167"/>
                    <a:pt x="4885" y="56"/>
                    <a:pt x="4886" y="56"/>
                  </a:cubicBezTo>
                  <a:lnTo>
                    <a:pt x="4886" y="56"/>
                  </a:lnTo>
                  <a:cubicBezTo>
                    <a:pt x="4885" y="56"/>
                    <a:pt x="2120" y="287"/>
                    <a:pt x="1418" y="1462"/>
                  </a:cubicBezTo>
                  <a:cubicBezTo>
                    <a:pt x="715" y="2660"/>
                    <a:pt x="0" y="4331"/>
                    <a:pt x="0" y="4331"/>
                  </a:cubicBezTo>
                  <a:lnTo>
                    <a:pt x="2835" y="5437"/>
                  </a:lnTo>
                  <a:lnTo>
                    <a:pt x="2247" y="8962"/>
                  </a:lnTo>
                  <a:cubicBezTo>
                    <a:pt x="2247" y="8962"/>
                    <a:pt x="3408" y="9605"/>
                    <a:pt x="5294" y="9605"/>
                  </a:cubicBezTo>
                  <a:cubicBezTo>
                    <a:pt x="6288" y="9605"/>
                    <a:pt x="7482" y="9426"/>
                    <a:pt x="8814" y="8881"/>
                  </a:cubicBezTo>
                  <a:cubicBezTo>
                    <a:pt x="8814" y="8881"/>
                    <a:pt x="8699" y="6001"/>
                    <a:pt x="8469" y="4169"/>
                  </a:cubicBezTo>
                  <a:lnTo>
                    <a:pt x="8469" y="4169"/>
                  </a:lnTo>
                  <a:lnTo>
                    <a:pt x="9978" y="4722"/>
                  </a:lnTo>
                  <a:lnTo>
                    <a:pt x="11015" y="1450"/>
                  </a:lnTo>
                  <a:cubicBezTo>
                    <a:pt x="11015" y="1450"/>
                    <a:pt x="8693" y="0"/>
                    <a:pt x="6606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67"/>
            <p:cNvSpPr/>
            <p:nvPr/>
          </p:nvSpPr>
          <p:spPr>
            <a:xfrm>
              <a:off x="1998525" y="840100"/>
              <a:ext cx="58225" cy="36325"/>
            </a:xfrm>
            <a:custGeom>
              <a:avLst/>
              <a:gdLst/>
              <a:ahLst/>
              <a:cxnLst/>
              <a:rect l="l" t="t" r="r" b="b"/>
              <a:pathLst>
                <a:path w="2329" h="1453" extrusionOk="0">
                  <a:moveTo>
                    <a:pt x="2328" y="1"/>
                  </a:moveTo>
                  <a:cubicBezTo>
                    <a:pt x="2144" y="1"/>
                    <a:pt x="1960" y="1"/>
                    <a:pt x="1764" y="35"/>
                  </a:cubicBezTo>
                  <a:cubicBezTo>
                    <a:pt x="1030" y="123"/>
                    <a:pt x="654" y="153"/>
                    <a:pt x="478" y="153"/>
                  </a:cubicBezTo>
                  <a:cubicBezTo>
                    <a:pt x="126" y="153"/>
                    <a:pt x="577" y="35"/>
                    <a:pt x="577" y="35"/>
                  </a:cubicBezTo>
                  <a:lnTo>
                    <a:pt x="577" y="35"/>
                  </a:lnTo>
                  <a:cubicBezTo>
                    <a:pt x="577" y="35"/>
                    <a:pt x="347" y="47"/>
                    <a:pt x="1" y="104"/>
                  </a:cubicBezTo>
                  <a:lnTo>
                    <a:pt x="1" y="300"/>
                  </a:lnTo>
                  <a:cubicBezTo>
                    <a:pt x="12" y="957"/>
                    <a:pt x="531" y="1452"/>
                    <a:pt x="1176" y="1452"/>
                  </a:cubicBezTo>
                  <a:cubicBezTo>
                    <a:pt x="1821" y="1441"/>
                    <a:pt x="2328" y="922"/>
                    <a:pt x="2328" y="277"/>
                  </a:cubicBezTo>
                  <a:lnTo>
                    <a:pt x="2328" y="1"/>
                  </a:lnTo>
                  <a:close/>
                </a:path>
              </a:pathLst>
            </a:custGeom>
            <a:solidFill>
              <a:srgbClr val="DDA2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67"/>
            <p:cNvSpPr/>
            <p:nvPr/>
          </p:nvSpPr>
          <p:spPr>
            <a:xfrm>
              <a:off x="2074000" y="1156650"/>
              <a:ext cx="60225" cy="280925"/>
            </a:xfrm>
            <a:custGeom>
              <a:avLst/>
              <a:gdLst/>
              <a:ahLst/>
              <a:cxnLst/>
              <a:rect l="l" t="t" r="r" b="b"/>
              <a:pathLst>
                <a:path w="2409" h="11237" extrusionOk="0">
                  <a:moveTo>
                    <a:pt x="692" y="1"/>
                  </a:moveTo>
                  <a:lnTo>
                    <a:pt x="1" y="104"/>
                  </a:lnTo>
                  <a:lnTo>
                    <a:pt x="1694" y="10934"/>
                  </a:lnTo>
                  <a:cubicBezTo>
                    <a:pt x="1715" y="11115"/>
                    <a:pt x="1874" y="11237"/>
                    <a:pt x="2051" y="11237"/>
                  </a:cubicBezTo>
                  <a:cubicBezTo>
                    <a:pt x="2067" y="11237"/>
                    <a:pt x="2082" y="11236"/>
                    <a:pt x="2097" y="11234"/>
                  </a:cubicBezTo>
                  <a:cubicBezTo>
                    <a:pt x="2282" y="11199"/>
                    <a:pt x="2408" y="11026"/>
                    <a:pt x="2385" y="10831"/>
                  </a:cubicBezTo>
                  <a:lnTo>
                    <a:pt x="692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67"/>
            <p:cNvSpPr/>
            <p:nvPr/>
          </p:nvSpPr>
          <p:spPr>
            <a:xfrm>
              <a:off x="1870350" y="1156650"/>
              <a:ext cx="60225" cy="280925"/>
            </a:xfrm>
            <a:custGeom>
              <a:avLst/>
              <a:gdLst/>
              <a:ahLst/>
              <a:cxnLst/>
              <a:rect l="l" t="t" r="r" b="b"/>
              <a:pathLst>
                <a:path w="2409" h="11237" extrusionOk="0">
                  <a:moveTo>
                    <a:pt x="1706" y="1"/>
                  </a:moveTo>
                  <a:lnTo>
                    <a:pt x="24" y="10831"/>
                  </a:lnTo>
                  <a:cubicBezTo>
                    <a:pt x="1" y="11026"/>
                    <a:pt x="128" y="11199"/>
                    <a:pt x="312" y="11234"/>
                  </a:cubicBezTo>
                  <a:cubicBezTo>
                    <a:pt x="327" y="11236"/>
                    <a:pt x="343" y="11237"/>
                    <a:pt x="358" y="11237"/>
                  </a:cubicBezTo>
                  <a:cubicBezTo>
                    <a:pt x="536" y="11237"/>
                    <a:pt x="694" y="11115"/>
                    <a:pt x="715" y="10934"/>
                  </a:cubicBezTo>
                  <a:lnTo>
                    <a:pt x="2409" y="104"/>
                  </a:lnTo>
                  <a:lnTo>
                    <a:pt x="1706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67"/>
            <p:cNvSpPr/>
            <p:nvPr/>
          </p:nvSpPr>
          <p:spPr>
            <a:xfrm>
              <a:off x="2007475" y="801225"/>
              <a:ext cx="40350" cy="65700"/>
            </a:xfrm>
            <a:custGeom>
              <a:avLst/>
              <a:gdLst/>
              <a:ahLst/>
              <a:cxnLst/>
              <a:rect l="l" t="t" r="r" b="b"/>
              <a:pathLst>
                <a:path w="1614" h="2628" extrusionOk="0">
                  <a:moveTo>
                    <a:pt x="1590" y="0"/>
                  </a:moveTo>
                  <a:lnTo>
                    <a:pt x="0" y="12"/>
                  </a:lnTo>
                  <a:lnTo>
                    <a:pt x="35" y="1844"/>
                  </a:lnTo>
                  <a:cubicBezTo>
                    <a:pt x="35" y="2281"/>
                    <a:pt x="392" y="2627"/>
                    <a:pt x="818" y="2627"/>
                  </a:cubicBezTo>
                  <a:cubicBezTo>
                    <a:pt x="1256" y="2627"/>
                    <a:pt x="1602" y="2258"/>
                    <a:pt x="1613" y="1832"/>
                  </a:cubicBezTo>
                  <a:lnTo>
                    <a:pt x="1590" y="0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67"/>
            <p:cNvSpPr/>
            <p:nvPr/>
          </p:nvSpPr>
          <p:spPr>
            <a:xfrm>
              <a:off x="2090125" y="871775"/>
              <a:ext cx="14150" cy="93350"/>
            </a:xfrm>
            <a:custGeom>
              <a:avLst/>
              <a:gdLst/>
              <a:ahLst/>
              <a:cxnLst/>
              <a:rect l="l" t="t" r="r" b="b"/>
              <a:pathLst>
                <a:path w="566" h="3734" extrusionOk="0">
                  <a:moveTo>
                    <a:pt x="24" y="1"/>
                  </a:moveTo>
                  <a:cubicBezTo>
                    <a:pt x="1" y="1"/>
                    <a:pt x="47" y="220"/>
                    <a:pt x="116" y="554"/>
                  </a:cubicBezTo>
                  <a:cubicBezTo>
                    <a:pt x="174" y="877"/>
                    <a:pt x="266" y="1360"/>
                    <a:pt x="358" y="1856"/>
                  </a:cubicBezTo>
                  <a:cubicBezTo>
                    <a:pt x="427" y="2374"/>
                    <a:pt x="485" y="2835"/>
                    <a:pt x="508" y="3181"/>
                  </a:cubicBezTo>
                  <a:cubicBezTo>
                    <a:pt x="531" y="3515"/>
                    <a:pt x="542" y="3734"/>
                    <a:pt x="554" y="3734"/>
                  </a:cubicBezTo>
                  <a:cubicBezTo>
                    <a:pt x="554" y="3734"/>
                    <a:pt x="565" y="3676"/>
                    <a:pt x="565" y="3584"/>
                  </a:cubicBezTo>
                  <a:cubicBezTo>
                    <a:pt x="565" y="3492"/>
                    <a:pt x="565" y="3354"/>
                    <a:pt x="554" y="3181"/>
                  </a:cubicBezTo>
                  <a:cubicBezTo>
                    <a:pt x="542" y="2835"/>
                    <a:pt x="496" y="2363"/>
                    <a:pt x="404" y="1844"/>
                  </a:cubicBezTo>
                  <a:cubicBezTo>
                    <a:pt x="335" y="1326"/>
                    <a:pt x="243" y="865"/>
                    <a:pt x="162" y="531"/>
                  </a:cubicBezTo>
                  <a:cubicBezTo>
                    <a:pt x="116" y="358"/>
                    <a:pt x="93" y="231"/>
                    <a:pt x="70" y="151"/>
                  </a:cubicBezTo>
                  <a:cubicBezTo>
                    <a:pt x="35" y="59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DDA2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67"/>
            <p:cNvSpPr/>
            <p:nvPr/>
          </p:nvSpPr>
          <p:spPr>
            <a:xfrm>
              <a:off x="2098475" y="874950"/>
              <a:ext cx="2925" cy="35450"/>
            </a:xfrm>
            <a:custGeom>
              <a:avLst/>
              <a:gdLst/>
              <a:ahLst/>
              <a:cxnLst/>
              <a:rect l="l" t="t" r="r" b="b"/>
              <a:pathLst>
                <a:path w="117" h="1418" extrusionOk="0">
                  <a:moveTo>
                    <a:pt x="47" y="1"/>
                  </a:moveTo>
                  <a:cubicBezTo>
                    <a:pt x="24" y="1"/>
                    <a:pt x="47" y="323"/>
                    <a:pt x="35" y="715"/>
                  </a:cubicBezTo>
                  <a:cubicBezTo>
                    <a:pt x="35" y="1095"/>
                    <a:pt x="1" y="1418"/>
                    <a:pt x="35" y="1418"/>
                  </a:cubicBezTo>
                  <a:cubicBezTo>
                    <a:pt x="58" y="1418"/>
                    <a:pt x="116" y="1095"/>
                    <a:pt x="116" y="715"/>
                  </a:cubicBezTo>
                  <a:cubicBezTo>
                    <a:pt x="116" y="323"/>
                    <a:pt x="58" y="1"/>
                    <a:pt x="47" y="1"/>
                  </a:cubicBezTo>
                  <a:close/>
                </a:path>
              </a:pathLst>
            </a:custGeom>
            <a:solidFill>
              <a:srgbClr val="DDA2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67"/>
            <p:cNvSpPr/>
            <p:nvPr/>
          </p:nvSpPr>
          <p:spPr>
            <a:xfrm>
              <a:off x="2113750" y="862275"/>
              <a:ext cx="29125" cy="86450"/>
            </a:xfrm>
            <a:custGeom>
              <a:avLst/>
              <a:gdLst/>
              <a:ahLst/>
              <a:cxnLst/>
              <a:rect l="l" t="t" r="r" b="b"/>
              <a:pathLst>
                <a:path w="1165" h="3458" extrusionOk="0">
                  <a:moveTo>
                    <a:pt x="1060" y="1"/>
                  </a:moveTo>
                  <a:cubicBezTo>
                    <a:pt x="1049" y="35"/>
                    <a:pt x="1049" y="70"/>
                    <a:pt x="1037" y="93"/>
                  </a:cubicBezTo>
                  <a:cubicBezTo>
                    <a:pt x="876" y="508"/>
                    <a:pt x="680" y="1118"/>
                    <a:pt x="473" y="1763"/>
                  </a:cubicBezTo>
                  <a:cubicBezTo>
                    <a:pt x="277" y="2409"/>
                    <a:pt x="116" y="2985"/>
                    <a:pt x="0" y="3423"/>
                  </a:cubicBezTo>
                  <a:lnTo>
                    <a:pt x="116" y="3457"/>
                  </a:lnTo>
                  <a:cubicBezTo>
                    <a:pt x="254" y="3031"/>
                    <a:pt x="427" y="2455"/>
                    <a:pt x="634" y="1810"/>
                  </a:cubicBezTo>
                  <a:cubicBezTo>
                    <a:pt x="830" y="1141"/>
                    <a:pt x="1026" y="554"/>
                    <a:pt x="1153" y="127"/>
                  </a:cubicBezTo>
                  <a:cubicBezTo>
                    <a:pt x="1153" y="104"/>
                    <a:pt x="1164" y="81"/>
                    <a:pt x="1164" y="47"/>
                  </a:cubicBezTo>
                  <a:cubicBezTo>
                    <a:pt x="1141" y="35"/>
                    <a:pt x="1095" y="24"/>
                    <a:pt x="1060" y="1"/>
                  </a:cubicBezTo>
                  <a:close/>
                </a:path>
              </a:pathLst>
            </a:custGeom>
            <a:solidFill>
              <a:srgbClr val="FFE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67"/>
            <p:cNvSpPr/>
            <p:nvPr/>
          </p:nvSpPr>
          <p:spPr>
            <a:xfrm>
              <a:off x="2126700" y="868625"/>
              <a:ext cx="29125" cy="84700"/>
            </a:xfrm>
            <a:custGeom>
              <a:avLst/>
              <a:gdLst/>
              <a:ahLst/>
              <a:cxnLst/>
              <a:rect l="l" t="t" r="r" b="b"/>
              <a:pathLst>
                <a:path w="1165" h="3388" extrusionOk="0">
                  <a:moveTo>
                    <a:pt x="1061" y="0"/>
                  </a:moveTo>
                  <a:cubicBezTo>
                    <a:pt x="934" y="392"/>
                    <a:pt x="750" y="980"/>
                    <a:pt x="531" y="1636"/>
                  </a:cubicBezTo>
                  <a:cubicBezTo>
                    <a:pt x="312" y="2328"/>
                    <a:pt x="116" y="2950"/>
                    <a:pt x="1" y="3353"/>
                  </a:cubicBezTo>
                  <a:lnTo>
                    <a:pt x="105" y="3387"/>
                  </a:lnTo>
                  <a:cubicBezTo>
                    <a:pt x="128" y="3330"/>
                    <a:pt x="139" y="3272"/>
                    <a:pt x="174" y="3192"/>
                  </a:cubicBezTo>
                  <a:cubicBezTo>
                    <a:pt x="312" y="2811"/>
                    <a:pt x="519" y="2270"/>
                    <a:pt x="704" y="1682"/>
                  </a:cubicBezTo>
                  <a:cubicBezTo>
                    <a:pt x="877" y="1106"/>
                    <a:pt x="1038" y="565"/>
                    <a:pt x="1142" y="161"/>
                  </a:cubicBezTo>
                  <a:cubicBezTo>
                    <a:pt x="1153" y="127"/>
                    <a:pt x="1153" y="81"/>
                    <a:pt x="1165" y="58"/>
                  </a:cubicBezTo>
                  <a:cubicBezTo>
                    <a:pt x="1142" y="46"/>
                    <a:pt x="1107" y="23"/>
                    <a:pt x="1061" y="0"/>
                  </a:cubicBezTo>
                  <a:close/>
                </a:path>
              </a:pathLst>
            </a:custGeom>
            <a:solidFill>
              <a:srgbClr val="FFE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67"/>
            <p:cNvSpPr/>
            <p:nvPr/>
          </p:nvSpPr>
          <p:spPr>
            <a:xfrm>
              <a:off x="1901475" y="919875"/>
              <a:ext cx="72900" cy="32875"/>
            </a:xfrm>
            <a:custGeom>
              <a:avLst/>
              <a:gdLst/>
              <a:ahLst/>
              <a:cxnLst/>
              <a:rect l="l" t="t" r="r" b="b"/>
              <a:pathLst>
                <a:path w="2916" h="1315" extrusionOk="0">
                  <a:moveTo>
                    <a:pt x="58" y="1"/>
                  </a:moveTo>
                  <a:cubicBezTo>
                    <a:pt x="46" y="47"/>
                    <a:pt x="23" y="93"/>
                    <a:pt x="0" y="139"/>
                  </a:cubicBezTo>
                  <a:cubicBezTo>
                    <a:pt x="392" y="312"/>
                    <a:pt x="864" y="508"/>
                    <a:pt x="1371" y="715"/>
                  </a:cubicBezTo>
                  <a:cubicBezTo>
                    <a:pt x="1936" y="946"/>
                    <a:pt x="2454" y="1142"/>
                    <a:pt x="2869" y="1314"/>
                  </a:cubicBezTo>
                  <a:cubicBezTo>
                    <a:pt x="2904" y="1257"/>
                    <a:pt x="2915" y="1234"/>
                    <a:pt x="2915" y="1188"/>
                  </a:cubicBezTo>
                  <a:cubicBezTo>
                    <a:pt x="2512" y="1015"/>
                    <a:pt x="1993" y="784"/>
                    <a:pt x="1429" y="554"/>
                  </a:cubicBezTo>
                  <a:cubicBezTo>
                    <a:pt x="922" y="358"/>
                    <a:pt x="450" y="151"/>
                    <a:pt x="58" y="1"/>
                  </a:cubicBezTo>
                  <a:close/>
                </a:path>
              </a:pathLst>
            </a:custGeom>
            <a:solidFill>
              <a:srgbClr val="FFE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67"/>
            <p:cNvSpPr/>
            <p:nvPr/>
          </p:nvSpPr>
          <p:spPr>
            <a:xfrm>
              <a:off x="1895125" y="934575"/>
              <a:ext cx="73200" cy="32275"/>
            </a:xfrm>
            <a:custGeom>
              <a:avLst/>
              <a:gdLst/>
              <a:ahLst/>
              <a:cxnLst/>
              <a:rect l="l" t="t" r="r" b="b"/>
              <a:pathLst>
                <a:path w="2928" h="1291" extrusionOk="0">
                  <a:moveTo>
                    <a:pt x="58" y="1"/>
                  </a:moveTo>
                  <a:cubicBezTo>
                    <a:pt x="47" y="35"/>
                    <a:pt x="35" y="81"/>
                    <a:pt x="1" y="116"/>
                  </a:cubicBezTo>
                  <a:cubicBezTo>
                    <a:pt x="404" y="289"/>
                    <a:pt x="922" y="519"/>
                    <a:pt x="1499" y="749"/>
                  </a:cubicBezTo>
                  <a:cubicBezTo>
                    <a:pt x="2005" y="945"/>
                    <a:pt x="2478" y="1130"/>
                    <a:pt x="2870" y="1291"/>
                  </a:cubicBezTo>
                  <a:cubicBezTo>
                    <a:pt x="2881" y="1245"/>
                    <a:pt x="2916" y="1222"/>
                    <a:pt x="2927" y="1176"/>
                  </a:cubicBezTo>
                  <a:cubicBezTo>
                    <a:pt x="2547" y="1003"/>
                    <a:pt x="2075" y="807"/>
                    <a:pt x="1556" y="600"/>
                  </a:cubicBezTo>
                  <a:cubicBezTo>
                    <a:pt x="980" y="369"/>
                    <a:pt x="462" y="150"/>
                    <a:pt x="58" y="1"/>
                  </a:cubicBezTo>
                  <a:close/>
                </a:path>
              </a:pathLst>
            </a:custGeom>
            <a:solidFill>
              <a:srgbClr val="FFE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67"/>
            <p:cNvSpPr/>
            <p:nvPr/>
          </p:nvSpPr>
          <p:spPr>
            <a:xfrm>
              <a:off x="1922200" y="1052675"/>
              <a:ext cx="381675" cy="337600"/>
            </a:xfrm>
            <a:custGeom>
              <a:avLst/>
              <a:gdLst/>
              <a:ahLst/>
              <a:cxnLst/>
              <a:rect l="l" t="t" r="r" b="b"/>
              <a:pathLst>
                <a:path w="15267" h="13504" extrusionOk="0">
                  <a:moveTo>
                    <a:pt x="1061" y="0"/>
                  </a:moveTo>
                  <a:cubicBezTo>
                    <a:pt x="1061" y="0"/>
                    <a:pt x="1" y="1959"/>
                    <a:pt x="1153" y="3422"/>
                  </a:cubicBezTo>
                  <a:cubicBezTo>
                    <a:pt x="1722" y="4157"/>
                    <a:pt x="3057" y="4343"/>
                    <a:pt x="4262" y="4343"/>
                  </a:cubicBezTo>
                  <a:cubicBezTo>
                    <a:pt x="5495" y="4343"/>
                    <a:pt x="6591" y="4148"/>
                    <a:pt x="6591" y="4148"/>
                  </a:cubicBezTo>
                  <a:lnTo>
                    <a:pt x="7213" y="4090"/>
                  </a:lnTo>
                  <a:cubicBezTo>
                    <a:pt x="7239" y="4087"/>
                    <a:pt x="7264" y="4086"/>
                    <a:pt x="7290" y="4086"/>
                  </a:cubicBezTo>
                  <a:cubicBezTo>
                    <a:pt x="7564" y="4086"/>
                    <a:pt x="7834" y="4253"/>
                    <a:pt x="7939" y="4517"/>
                  </a:cubicBezTo>
                  <a:lnTo>
                    <a:pt x="11488" y="13503"/>
                  </a:lnTo>
                  <a:lnTo>
                    <a:pt x="15267" y="11764"/>
                  </a:lnTo>
                  <a:lnTo>
                    <a:pt x="10278" y="1855"/>
                  </a:lnTo>
                  <a:cubicBezTo>
                    <a:pt x="9863" y="1014"/>
                    <a:pt x="9033" y="450"/>
                    <a:pt x="8077" y="392"/>
                  </a:cubicBezTo>
                  <a:cubicBezTo>
                    <a:pt x="6833" y="311"/>
                    <a:pt x="5197" y="208"/>
                    <a:pt x="3930" y="150"/>
                  </a:cubicBezTo>
                  <a:cubicBezTo>
                    <a:pt x="1798" y="69"/>
                    <a:pt x="1061" y="0"/>
                    <a:pt x="1061" y="0"/>
                  </a:cubicBezTo>
                  <a:close/>
                </a:path>
              </a:pathLst>
            </a:custGeom>
            <a:solidFill>
              <a:srgbClr val="98C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67"/>
            <p:cNvSpPr/>
            <p:nvPr/>
          </p:nvSpPr>
          <p:spPr>
            <a:xfrm>
              <a:off x="1864025" y="1131875"/>
              <a:ext cx="283150" cy="56200"/>
            </a:xfrm>
            <a:custGeom>
              <a:avLst/>
              <a:gdLst/>
              <a:ahLst/>
              <a:cxnLst/>
              <a:rect l="l" t="t" r="r" b="b"/>
              <a:pathLst>
                <a:path w="11326" h="2248" extrusionOk="0">
                  <a:moveTo>
                    <a:pt x="1556" y="1"/>
                  </a:moveTo>
                  <a:cubicBezTo>
                    <a:pt x="715" y="1"/>
                    <a:pt x="0" y="692"/>
                    <a:pt x="0" y="1556"/>
                  </a:cubicBezTo>
                  <a:lnTo>
                    <a:pt x="0" y="1752"/>
                  </a:lnTo>
                  <a:cubicBezTo>
                    <a:pt x="35" y="2017"/>
                    <a:pt x="254" y="2247"/>
                    <a:pt x="530" y="2247"/>
                  </a:cubicBezTo>
                  <a:lnTo>
                    <a:pt x="10842" y="2247"/>
                  </a:lnTo>
                  <a:cubicBezTo>
                    <a:pt x="11107" y="2247"/>
                    <a:pt x="11326" y="2028"/>
                    <a:pt x="11326" y="1752"/>
                  </a:cubicBezTo>
                  <a:lnTo>
                    <a:pt x="11326" y="1556"/>
                  </a:lnTo>
                  <a:cubicBezTo>
                    <a:pt x="11326" y="703"/>
                    <a:pt x="10635" y="1"/>
                    <a:pt x="9771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67"/>
            <p:cNvSpPr/>
            <p:nvPr/>
          </p:nvSpPr>
          <p:spPr>
            <a:xfrm>
              <a:off x="2240775" y="1368900"/>
              <a:ext cx="108025" cy="51050"/>
            </a:xfrm>
            <a:custGeom>
              <a:avLst/>
              <a:gdLst/>
              <a:ahLst/>
              <a:cxnLst/>
              <a:rect l="l" t="t" r="r" b="b"/>
              <a:pathLst>
                <a:path w="4321" h="2042" extrusionOk="0">
                  <a:moveTo>
                    <a:pt x="3625" y="1"/>
                  </a:moveTo>
                  <a:cubicBezTo>
                    <a:pt x="2964" y="1"/>
                    <a:pt x="2224" y="451"/>
                    <a:pt x="2224" y="451"/>
                  </a:cubicBezTo>
                  <a:lnTo>
                    <a:pt x="2189" y="393"/>
                  </a:lnTo>
                  <a:cubicBezTo>
                    <a:pt x="1452" y="682"/>
                    <a:pt x="738" y="970"/>
                    <a:pt x="0" y="1258"/>
                  </a:cubicBezTo>
                  <a:lnTo>
                    <a:pt x="300" y="2041"/>
                  </a:lnTo>
                  <a:lnTo>
                    <a:pt x="4321" y="267"/>
                  </a:lnTo>
                  <a:cubicBezTo>
                    <a:pt x="4135" y="71"/>
                    <a:pt x="3886" y="1"/>
                    <a:pt x="3625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67"/>
            <p:cNvSpPr/>
            <p:nvPr/>
          </p:nvSpPr>
          <p:spPr>
            <a:xfrm>
              <a:off x="1931700" y="659775"/>
              <a:ext cx="165650" cy="125925"/>
            </a:xfrm>
            <a:custGeom>
              <a:avLst/>
              <a:gdLst/>
              <a:ahLst/>
              <a:cxnLst/>
              <a:rect l="l" t="t" r="r" b="b"/>
              <a:pathLst>
                <a:path w="6626" h="5037" extrusionOk="0">
                  <a:moveTo>
                    <a:pt x="4060" y="0"/>
                  </a:moveTo>
                  <a:cubicBezTo>
                    <a:pt x="4027" y="0"/>
                    <a:pt x="3995" y="0"/>
                    <a:pt x="3964" y="1"/>
                  </a:cubicBezTo>
                  <a:cubicBezTo>
                    <a:pt x="3215" y="1"/>
                    <a:pt x="2225" y="116"/>
                    <a:pt x="1706" y="716"/>
                  </a:cubicBezTo>
                  <a:cubicBezTo>
                    <a:pt x="1683" y="750"/>
                    <a:pt x="1660" y="773"/>
                    <a:pt x="1614" y="796"/>
                  </a:cubicBezTo>
                  <a:cubicBezTo>
                    <a:pt x="1591" y="808"/>
                    <a:pt x="1545" y="808"/>
                    <a:pt x="1522" y="808"/>
                  </a:cubicBezTo>
                  <a:cubicBezTo>
                    <a:pt x="1509" y="808"/>
                    <a:pt x="1497" y="807"/>
                    <a:pt x="1485" y="807"/>
                  </a:cubicBezTo>
                  <a:cubicBezTo>
                    <a:pt x="832" y="807"/>
                    <a:pt x="252" y="1109"/>
                    <a:pt x="139" y="1810"/>
                  </a:cubicBezTo>
                  <a:cubicBezTo>
                    <a:pt x="1" y="2617"/>
                    <a:pt x="139" y="3561"/>
                    <a:pt x="266" y="4368"/>
                  </a:cubicBezTo>
                  <a:lnTo>
                    <a:pt x="5785" y="5036"/>
                  </a:lnTo>
                  <a:cubicBezTo>
                    <a:pt x="6522" y="4679"/>
                    <a:pt x="6626" y="3792"/>
                    <a:pt x="6453" y="3066"/>
                  </a:cubicBezTo>
                  <a:cubicBezTo>
                    <a:pt x="6441" y="3008"/>
                    <a:pt x="6222" y="2536"/>
                    <a:pt x="6222" y="2536"/>
                  </a:cubicBezTo>
                  <a:cubicBezTo>
                    <a:pt x="6453" y="2294"/>
                    <a:pt x="6418" y="1902"/>
                    <a:pt x="6315" y="1568"/>
                  </a:cubicBezTo>
                  <a:cubicBezTo>
                    <a:pt x="6188" y="1096"/>
                    <a:pt x="5923" y="543"/>
                    <a:pt x="5474" y="289"/>
                  </a:cubicBezTo>
                  <a:cubicBezTo>
                    <a:pt x="5098" y="75"/>
                    <a:pt x="4503" y="0"/>
                    <a:pt x="4060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67"/>
            <p:cNvSpPr/>
            <p:nvPr/>
          </p:nvSpPr>
          <p:spPr>
            <a:xfrm>
              <a:off x="1930275" y="703575"/>
              <a:ext cx="152400" cy="129500"/>
            </a:xfrm>
            <a:custGeom>
              <a:avLst/>
              <a:gdLst/>
              <a:ahLst/>
              <a:cxnLst/>
              <a:rect l="l" t="t" r="r" b="b"/>
              <a:pathLst>
                <a:path w="6096" h="5180" extrusionOk="0">
                  <a:moveTo>
                    <a:pt x="2639" y="0"/>
                  </a:moveTo>
                  <a:lnTo>
                    <a:pt x="2639" y="0"/>
                  </a:lnTo>
                  <a:cubicBezTo>
                    <a:pt x="2673" y="277"/>
                    <a:pt x="2673" y="565"/>
                    <a:pt x="2593" y="853"/>
                  </a:cubicBezTo>
                  <a:cubicBezTo>
                    <a:pt x="2379" y="1707"/>
                    <a:pt x="1769" y="2304"/>
                    <a:pt x="1149" y="2304"/>
                  </a:cubicBezTo>
                  <a:cubicBezTo>
                    <a:pt x="1100" y="2304"/>
                    <a:pt x="1052" y="2301"/>
                    <a:pt x="1003" y="2293"/>
                  </a:cubicBezTo>
                  <a:cubicBezTo>
                    <a:pt x="968" y="2328"/>
                    <a:pt x="922" y="2328"/>
                    <a:pt x="888" y="2339"/>
                  </a:cubicBezTo>
                  <a:cubicBezTo>
                    <a:pt x="726" y="2339"/>
                    <a:pt x="576" y="2385"/>
                    <a:pt x="450" y="2466"/>
                  </a:cubicBezTo>
                  <a:cubicBezTo>
                    <a:pt x="46" y="2754"/>
                    <a:pt x="0" y="3376"/>
                    <a:pt x="346" y="3860"/>
                  </a:cubicBezTo>
                  <a:cubicBezTo>
                    <a:pt x="586" y="4191"/>
                    <a:pt x="938" y="4373"/>
                    <a:pt x="1267" y="4373"/>
                  </a:cubicBezTo>
                  <a:cubicBezTo>
                    <a:pt x="1397" y="4373"/>
                    <a:pt x="1523" y="4345"/>
                    <a:pt x="1636" y="4286"/>
                  </a:cubicBezTo>
                  <a:cubicBezTo>
                    <a:pt x="2015" y="4828"/>
                    <a:pt x="2647" y="5179"/>
                    <a:pt x="3348" y="5179"/>
                  </a:cubicBezTo>
                  <a:cubicBezTo>
                    <a:pt x="3437" y="5179"/>
                    <a:pt x="3527" y="5174"/>
                    <a:pt x="3618" y="5162"/>
                  </a:cubicBezTo>
                  <a:lnTo>
                    <a:pt x="4597" y="5047"/>
                  </a:lnTo>
                  <a:cubicBezTo>
                    <a:pt x="5485" y="4943"/>
                    <a:pt x="6095" y="4137"/>
                    <a:pt x="5980" y="3261"/>
                  </a:cubicBezTo>
                  <a:lnTo>
                    <a:pt x="5692" y="945"/>
                  </a:lnTo>
                  <a:cubicBezTo>
                    <a:pt x="5680" y="784"/>
                    <a:pt x="5634" y="623"/>
                    <a:pt x="5577" y="484"/>
                  </a:cubicBezTo>
                  <a:cubicBezTo>
                    <a:pt x="5577" y="461"/>
                    <a:pt x="5577" y="461"/>
                    <a:pt x="5565" y="461"/>
                  </a:cubicBezTo>
                  <a:cubicBezTo>
                    <a:pt x="5270" y="638"/>
                    <a:pt x="4904" y="733"/>
                    <a:pt x="4511" y="733"/>
                  </a:cubicBezTo>
                  <a:cubicBezTo>
                    <a:pt x="4214" y="733"/>
                    <a:pt x="3903" y="679"/>
                    <a:pt x="3595" y="565"/>
                  </a:cubicBezTo>
                  <a:cubicBezTo>
                    <a:pt x="3215" y="438"/>
                    <a:pt x="2904" y="231"/>
                    <a:pt x="2639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67"/>
            <p:cNvSpPr/>
            <p:nvPr/>
          </p:nvSpPr>
          <p:spPr>
            <a:xfrm>
              <a:off x="2015525" y="776150"/>
              <a:ext cx="35450" cy="19175"/>
            </a:xfrm>
            <a:custGeom>
              <a:avLst/>
              <a:gdLst/>
              <a:ahLst/>
              <a:cxnLst/>
              <a:rect l="l" t="t" r="r" b="b"/>
              <a:pathLst>
                <a:path w="1418" h="767" extrusionOk="0">
                  <a:moveTo>
                    <a:pt x="1372" y="1"/>
                  </a:moveTo>
                  <a:lnTo>
                    <a:pt x="1" y="174"/>
                  </a:lnTo>
                  <a:cubicBezTo>
                    <a:pt x="54" y="514"/>
                    <a:pt x="343" y="766"/>
                    <a:pt x="687" y="766"/>
                  </a:cubicBezTo>
                  <a:cubicBezTo>
                    <a:pt x="715" y="766"/>
                    <a:pt x="744" y="765"/>
                    <a:pt x="773" y="761"/>
                  </a:cubicBezTo>
                  <a:cubicBezTo>
                    <a:pt x="1141" y="715"/>
                    <a:pt x="1418" y="370"/>
                    <a:pt x="1372" y="1"/>
                  </a:cubicBezTo>
                  <a:close/>
                </a:path>
              </a:pathLst>
            </a:custGeom>
            <a:solidFill>
              <a:srgbClr val="FFE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67"/>
            <p:cNvSpPr/>
            <p:nvPr/>
          </p:nvSpPr>
          <p:spPr>
            <a:xfrm>
              <a:off x="1944375" y="770575"/>
              <a:ext cx="25100" cy="35275"/>
            </a:xfrm>
            <a:custGeom>
              <a:avLst/>
              <a:gdLst/>
              <a:ahLst/>
              <a:cxnLst/>
              <a:rect l="l" t="t" r="r" b="b"/>
              <a:pathLst>
                <a:path w="1004" h="1411" extrusionOk="0">
                  <a:moveTo>
                    <a:pt x="135" y="0"/>
                  </a:moveTo>
                  <a:cubicBezTo>
                    <a:pt x="116" y="0"/>
                    <a:pt x="98" y="2"/>
                    <a:pt x="82" y="5"/>
                  </a:cubicBezTo>
                  <a:cubicBezTo>
                    <a:pt x="35" y="16"/>
                    <a:pt x="1" y="28"/>
                    <a:pt x="1" y="28"/>
                  </a:cubicBezTo>
                  <a:cubicBezTo>
                    <a:pt x="1" y="40"/>
                    <a:pt x="116" y="28"/>
                    <a:pt x="277" y="86"/>
                  </a:cubicBezTo>
                  <a:cubicBezTo>
                    <a:pt x="347" y="120"/>
                    <a:pt x="450" y="166"/>
                    <a:pt x="542" y="235"/>
                  </a:cubicBezTo>
                  <a:cubicBezTo>
                    <a:pt x="623" y="304"/>
                    <a:pt x="692" y="408"/>
                    <a:pt x="750" y="512"/>
                  </a:cubicBezTo>
                  <a:cubicBezTo>
                    <a:pt x="865" y="742"/>
                    <a:pt x="923" y="973"/>
                    <a:pt x="946" y="1146"/>
                  </a:cubicBezTo>
                  <a:cubicBezTo>
                    <a:pt x="969" y="1318"/>
                    <a:pt x="969" y="1411"/>
                    <a:pt x="969" y="1411"/>
                  </a:cubicBezTo>
                  <a:cubicBezTo>
                    <a:pt x="980" y="1411"/>
                    <a:pt x="1003" y="1318"/>
                    <a:pt x="1003" y="1123"/>
                  </a:cubicBezTo>
                  <a:cubicBezTo>
                    <a:pt x="980" y="950"/>
                    <a:pt x="957" y="708"/>
                    <a:pt x="830" y="466"/>
                  </a:cubicBezTo>
                  <a:cubicBezTo>
                    <a:pt x="750" y="351"/>
                    <a:pt x="681" y="235"/>
                    <a:pt x="577" y="166"/>
                  </a:cubicBezTo>
                  <a:cubicBezTo>
                    <a:pt x="485" y="86"/>
                    <a:pt x="381" y="51"/>
                    <a:pt x="289" y="16"/>
                  </a:cubicBezTo>
                  <a:cubicBezTo>
                    <a:pt x="232" y="8"/>
                    <a:pt x="181" y="0"/>
                    <a:pt x="135" y="0"/>
                  </a:cubicBezTo>
                  <a:close/>
                </a:path>
              </a:pathLst>
            </a:custGeom>
            <a:solidFill>
              <a:srgbClr val="C65F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67"/>
            <p:cNvSpPr/>
            <p:nvPr/>
          </p:nvSpPr>
          <p:spPr>
            <a:xfrm>
              <a:off x="1954475" y="779500"/>
              <a:ext cx="8075" cy="17500"/>
            </a:xfrm>
            <a:custGeom>
              <a:avLst/>
              <a:gdLst/>
              <a:ahLst/>
              <a:cxnLst/>
              <a:rect l="l" t="t" r="r" b="b"/>
              <a:pathLst>
                <a:path w="323" h="700" extrusionOk="0">
                  <a:moveTo>
                    <a:pt x="314" y="1"/>
                  </a:moveTo>
                  <a:cubicBezTo>
                    <a:pt x="296" y="1"/>
                    <a:pt x="252" y="16"/>
                    <a:pt x="208" y="51"/>
                  </a:cubicBezTo>
                  <a:cubicBezTo>
                    <a:pt x="138" y="97"/>
                    <a:pt x="58" y="189"/>
                    <a:pt x="35" y="305"/>
                  </a:cubicBezTo>
                  <a:cubicBezTo>
                    <a:pt x="0" y="443"/>
                    <a:pt x="46" y="547"/>
                    <a:pt x="92" y="616"/>
                  </a:cubicBezTo>
                  <a:cubicBezTo>
                    <a:pt x="112" y="674"/>
                    <a:pt x="147" y="699"/>
                    <a:pt x="165" y="699"/>
                  </a:cubicBezTo>
                  <a:cubicBezTo>
                    <a:pt x="168" y="699"/>
                    <a:pt x="171" y="698"/>
                    <a:pt x="173" y="696"/>
                  </a:cubicBezTo>
                  <a:cubicBezTo>
                    <a:pt x="196" y="685"/>
                    <a:pt x="161" y="650"/>
                    <a:pt x="138" y="581"/>
                  </a:cubicBezTo>
                  <a:cubicBezTo>
                    <a:pt x="104" y="512"/>
                    <a:pt x="92" y="420"/>
                    <a:pt x="104" y="316"/>
                  </a:cubicBezTo>
                  <a:cubicBezTo>
                    <a:pt x="115" y="224"/>
                    <a:pt x="173" y="132"/>
                    <a:pt x="231" y="86"/>
                  </a:cubicBezTo>
                  <a:cubicBezTo>
                    <a:pt x="277" y="28"/>
                    <a:pt x="323" y="17"/>
                    <a:pt x="323" y="5"/>
                  </a:cubicBezTo>
                  <a:cubicBezTo>
                    <a:pt x="323" y="2"/>
                    <a:pt x="320" y="1"/>
                    <a:pt x="314" y="1"/>
                  </a:cubicBezTo>
                  <a:close/>
                </a:path>
              </a:pathLst>
            </a:custGeom>
            <a:solidFill>
              <a:srgbClr val="C65F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67"/>
            <p:cNvSpPr/>
            <p:nvPr/>
          </p:nvSpPr>
          <p:spPr>
            <a:xfrm>
              <a:off x="1952750" y="681025"/>
              <a:ext cx="116950" cy="80175"/>
            </a:xfrm>
            <a:custGeom>
              <a:avLst/>
              <a:gdLst/>
              <a:ahLst/>
              <a:cxnLst/>
              <a:rect l="l" t="t" r="r" b="b"/>
              <a:pathLst>
                <a:path w="4678" h="3207" extrusionOk="0">
                  <a:moveTo>
                    <a:pt x="2697" y="1"/>
                  </a:moveTo>
                  <a:cubicBezTo>
                    <a:pt x="2613" y="1"/>
                    <a:pt x="2528" y="6"/>
                    <a:pt x="2443" y="15"/>
                  </a:cubicBezTo>
                  <a:lnTo>
                    <a:pt x="1970" y="73"/>
                  </a:lnTo>
                  <a:cubicBezTo>
                    <a:pt x="818" y="211"/>
                    <a:pt x="0" y="1271"/>
                    <a:pt x="138" y="2423"/>
                  </a:cubicBezTo>
                  <a:lnTo>
                    <a:pt x="219" y="2976"/>
                  </a:lnTo>
                  <a:cubicBezTo>
                    <a:pt x="230" y="3034"/>
                    <a:pt x="196" y="3092"/>
                    <a:pt x="173" y="3138"/>
                  </a:cubicBezTo>
                  <a:cubicBezTo>
                    <a:pt x="161" y="3172"/>
                    <a:pt x="127" y="3184"/>
                    <a:pt x="115" y="3195"/>
                  </a:cubicBezTo>
                  <a:cubicBezTo>
                    <a:pt x="165" y="3203"/>
                    <a:pt x="215" y="3206"/>
                    <a:pt x="264" y="3206"/>
                  </a:cubicBezTo>
                  <a:cubicBezTo>
                    <a:pt x="895" y="3206"/>
                    <a:pt x="1514" y="2609"/>
                    <a:pt x="1717" y="1755"/>
                  </a:cubicBezTo>
                  <a:cubicBezTo>
                    <a:pt x="1786" y="1455"/>
                    <a:pt x="1797" y="1167"/>
                    <a:pt x="1763" y="902"/>
                  </a:cubicBezTo>
                  <a:lnTo>
                    <a:pt x="1763" y="902"/>
                  </a:lnTo>
                  <a:cubicBezTo>
                    <a:pt x="2016" y="1133"/>
                    <a:pt x="2339" y="1340"/>
                    <a:pt x="2708" y="1467"/>
                  </a:cubicBezTo>
                  <a:cubicBezTo>
                    <a:pt x="3011" y="1578"/>
                    <a:pt x="3315" y="1628"/>
                    <a:pt x="3603" y="1628"/>
                  </a:cubicBezTo>
                  <a:cubicBezTo>
                    <a:pt x="4004" y="1628"/>
                    <a:pt x="4376" y="1531"/>
                    <a:pt x="4678" y="1363"/>
                  </a:cubicBezTo>
                  <a:cubicBezTo>
                    <a:pt x="4372" y="552"/>
                    <a:pt x="3594" y="1"/>
                    <a:pt x="2697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67"/>
            <p:cNvSpPr/>
            <p:nvPr/>
          </p:nvSpPr>
          <p:spPr>
            <a:xfrm>
              <a:off x="1870650" y="975775"/>
              <a:ext cx="164500" cy="80825"/>
            </a:xfrm>
            <a:custGeom>
              <a:avLst/>
              <a:gdLst/>
              <a:ahLst/>
              <a:cxnLst/>
              <a:rect l="l" t="t" r="r" b="b"/>
              <a:pathLst>
                <a:path w="6580" h="3233" extrusionOk="0">
                  <a:moveTo>
                    <a:pt x="461" y="0"/>
                  </a:moveTo>
                  <a:cubicBezTo>
                    <a:pt x="219" y="645"/>
                    <a:pt x="0" y="1394"/>
                    <a:pt x="70" y="1890"/>
                  </a:cubicBezTo>
                  <a:cubicBezTo>
                    <a:pt x="183" y="2705"/>
                    <a:pt x="2125" y="3232"/>
                    <a:pt x="4697" y="3232"/>
                  </a:cubicBezTo>
                  <a:cubicBezTo>
                    <a:pt x="5249" y="3232"/>
                    <a:pt x="5831" y="3208"/>
                    <a:pt x="6429" y="3157"/>
                  </a:cubicBezTo>
                  <a:cubicBezTo>
                    <a:pt x="6556" y="2523"/>
                    <a:pt x="6475" y="2420"/>
                    <a:pt x="6579" y="1786"/>
                  </a:cubicBezTo>
                  <a:lnTo>
                    <a:pt x="3215" y="519"/>
                  </a:lnTo>
                  <a:lnTo>
                    <a:pt x="3261" y="403"/>
                  </a:lnTo>
                  <a:cubicBezTo>
                    <a:pt x="2316" y="334"/>
                    <a:pt x="1383" y="231"/>
                    <a:pt x="461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67"/>
            <p:cNvSpPr/>
            <p:nvPr/>
          </p:nvSpPr>
          <p:spPr>
            <a:xfrm>
              <a:off x="1869500" y="948125"/>
              <a:ext cx="139725" cy="108400"/>
            </a:xfrm>
            <a:custGeom>
              <a:avLst/>
              <a:gdLst/>
              <a:ahLst/>
              <a:cxnLst/>
              <a:rect l="l" t="t" r="r" b="b"/>
              <a:pathLst>
                <a:path w="5589" h="4336" extrusionOk="0">
                  <a:moveTo>
                    <a:pt x="980" y="0"/>
                  </a:moveTo>
                  <a:cubicBezTo>
                    <a:pt x="738" y="519"/>
                    <a:pt x="0" y="2143"/>
                    <a:pt x="116" y="2996"/>
                  </a:cubicBezTo>
                  <a:cubicBezTo>
                    <a:pt x="241" y="3814"/>
                    <a:pt x="2211" y="4336"/>
                    <a:pt x="4806" y="4336"/>
                  </a:cubicBezTo>
                  <a:cubicBezTo>
                    <a:pt x="5061" y="4336"/>
                    <a:pt x="5322" y="4331"/>
                    <a:pt x="5588" y="4321"/>
                  </a:cubicBezTo>
                  <a:cubicBezTo>
                    <a:pt x="5058" y="4102"/>
                    <a:pt x="4528" y="3929"/>
                    <a:pt x="3975" y="3791"/>
                  </a:cubicBezTo>
                  <a:cubicBezTo>
                    <a:pt x="3468" y="3664"/>
                    <a:pt x="2950" y="3572"/>
                    <a:pt x="2466" y="3387"/>
                  </a:cubicBezTo>
                  <a:cubicBezTo>
                    <a:pt x="1982" y="3191"/>
                    <a:pt x="1533" y="2880"/>
                    <a:pt x="1291" y="2420"/>
                  </a:cubicBezTo>
                  <a:cubicBezTo>
                    <a:pt x="1072" y="2005"/>
                    <a:pt x="1037" y="1509"/>
                    <a:pt x="1118" y="1049"/>
                  </a:cubicBezTo>
                  <a:cubicBezTo>
                    <a:pt x="1176" y="749"/>
                    <a:pt x="1256" y="461"/>
                    <a:pt x="1371" y="173"/>
                  </a:cubicBezTo>
                  <a:lnTo>
                    <a:pt x="980" y="0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67"/>
            <p:cNvSpPr/>
            <p:nvPr/>
          </p:nvSpPr>
          <p:spPr>
            <a:xfrm>
              <a:off x="1936025" y="863025"/>
              <a:ext cx="52750" cy="115650"/>
            </a:xfrm>
            <a:custGeom>
              <a:avLst/>
              <a:gdLst/>
              <a:ahLst/>
              <a:cxnLst/>
              <a:rect l="l" t="t" r="r" b="b"/>
              <a:pathLst>
                <a:path w="2110" h="4626" extrusionOk="0">
                  <a:moveTo>
                    <a:pt x="334" y="1"/>
                  </a:moveTo>
                  <a:cubicBezTo>
                    <a:pt x="244" y="1"/>
                    <a:pt x="163" y="9"/>
                    <a:pt x="81" y="17"/>
                  </a:cubicBezTo>
                  <a:cubicBezTo>
                    <a:pt x="47" y="40"/>
                    <a:pt x="24" y="63"/>
                    <a:pt x="1" y="74"/>
                  </a:cubicBezTo>
                  <a:cubicBezTo>
                    <a:pt x="99" y="66"/>
                    <a:pt x="196" y="58"/>
                    <a:pt x="306" y="58"/>
                  </a:cubicBezTo>
                  <a:cubicBezTo>
                    <a:pt x="352" y="58"/>
                    <a:pt x="400" y="60"/>
                    <a:pt x="450" y="63"/>
                  </a:cubicBezTo>
                  <a:cubicBezTo>
                    <a:pt x="750" y="74"/>
                    <a:pt x="1095" y="213"/>
                    <a:pt x="1418" y="455"/>
                  </a:cubicBezTo>
                  <a:cubicBezTo>
                    <a:pt x="1579" y="570"/>
                    <a:pt x="1717" y="731"/>
                    <a:pt x="1833" y="915"/>
                  </a:cubicBezTo>
                  <a:cubicBezTo>
                    <a:pt x="1948" y="1100"/>
                    <a:pt x="2006" y="1319"/>
                    <a:pt x="2006" y="1549"/>
                  </a:cubicBezTo>
                  <a:cubicBezTo>
                    <a:pt x="2006" y="1780"/>
                    <a:pt x="1959" y="1998"/>
                    <a:pt x="1890" y="2194"/>
                  </a:cubicBezTo>
                  <a:cubicBezTo>
                    <a:pt x="1821" y="2402"/>
                    <a:pt x="1764" y="2598"/>
                    <a:pt x="1694" y="2805"/>
                  </a:cubicBezTo>
                  <a:cubicBezTo>
                    <a:pt x="1556" y="3185"/>
                    <a:pt x="1441" y="3531"/>
                    <a:pt x="1326" y="3807"/>
                  </a:cubicBezTo>
                  <a:cubicBezTo>
                    <a:pt x="1245" y="4026"/>
                    <a:pt x="1141" y="4257"/>
                    <a:pt x="1061" y="4476"/>
                  </a:cubicBezTo>
                  <a:cubicBezTo>
                    <a:pt x="1038" y="4499"/>
                    <a:pt x="1026" y="4533"/>
                    <a:pt x="1026" y="4545"/>
                  </a:cubicBezTo>
                  <a:lnTo>
                    <a:pt x="1015" y="4625"/>
                  </a:lnTo>
                  <a:cubicBezTo>
                    <a:pt x="1026" y="4579"/>
                    <a:pt x="1061" y="4545"/>
                    <a:pt x="1084" y="4476"/>
                  </a:cubicBezTo>
                  <a:cubicBezTo>
                    <a:pt x="1187" y="4268"/>
                    <a:pt x="1291" y="4038"/>
                    <a:pt x="1383" y="3842"/>
                  </a:cubicBezTo>
                  <a:cubicBezTo>
                    <a:pt x="1522" y="3565"/>
                    <a:pt x="1648" y="3220"/>
                    <a:pt x="1775" y="2828"/>
                  </a:cubicBezTo>
                  <a:cubicBezTo>
                    <a:pt x="1844" y="2632"/>
                    <a:pt x="1902" y="2425"/>
                    <a:pt x="1982" y="2229"/>
                  </a:cubicBezTo>
                  <a:cubicBezTo>
                    <a:pt x="2052" y="2022"/>
                    <a:pt x="2109" y="1780"/>
                    <a:pt x="2098" y="1549"/>
                  </a:cubicBezTo>
                  <a:cubicBezTo>
                    <a:pt x="2098" y="1307"/>
                    <a:pt x="2017" y="1077"/>
                    <a:pt x="1902" y="869"/>
                  </a:cubicBezTo>
                  <a:cubicBezTo>
                    <a:pt x="1787" y="674"/>
                    <a:pt x="1637" y="524"/>
                    <a:pt x="1464" y="397"/>
                  </a:cubicBezTo>
                  <a:cubicBezTo>
                    <a:pt x="1130" y="155"/>
                    <a:pt x="773" y="17"/>
                    <a:pt x="450" y="5"/>
                  </a:cubicBezTo>
                  <a:cubicBezTo>
                    <a:pt x="410" y="2"/>
                    <a:pt x="371" y="1"/>
                    <a:pt x="334" y="1"/>
                  </a:cubicBezTo>
                  <a:close/>
                </a:path>
              </a:pathLst>
            </a:custGeom>
            <a:solidFill>
              <a:srgbClr val="DDA2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67"/>
            <p:cNvSpPr/>
            <p:nvPr/>
          </p:nvSpPr>
          <p:spPr>
            <a:xfrm>
              <a:off x="2240200" y="818675"/>
              <a:ext cx="84425" cy="64950"/>
            </a:xfrm>
            <a:custGeom>
              <a:avLst/>
              <a:gdLst/>
              <a:ahLst/>
              <a:cxnLst/>
              <a:rect l="l" t="t" r="r" b="b"/>
              <a:pathLst>
                <a:path w="3377" h="2598" extrusionOk="0">
                  <a:moveTo>
                    <a:pt x="2027" y="0"/>
                  </a:moveTo>
                  <a:cubicBezTo>
                    <a:pt x="1918" y="0"/>
                    <a:pt x="1767" y="55"/>
                    <a:pt x="1705" y="63"/>
                  </a:cubicBezTo>
                  <a:cubicBezTo>
                    <a:pt x="1060" y="178"/>
                    <a:pt x="369" y="258"/>
                    <a:pt x="0" y="869"/>
                  </a:cubicBezTo>
                  <a:lnTo>
                    <a:pt x="1348" y="2597"/>
                  </a:lnTo>
                  <a:cubicBezTo>
                    <a:pt x="1406" y="2482"/>
                    <a:pt x="1475" y="2390"/>
                    <a:pt x="1533" y="2275"/>
                  </a:cubicBezTo>
                  <a:cubicBezTo>
                    <a:pt x="1613" y="2159"/>
                    <a:pt x="1682" y="2044"/>
                    <a:pt x="1763" y="1941"/>
                  </a:cubicBezTo>
                  <a:cubicBezTo>
                    <a:pt x="1901" y="1814"/>
                    <a:pt x="2040" y="1699"/>
                    <a:pt x="2212" y="1653"/>
                  </a:cubicBezTo>
                  <a:cubicBezTo>
                    <a:pt x="2339" y="1618"/>
                    <a:pt x="2477" y="1606"/>
                    <a:pt x="2604" y="1595"/>
                  </a:cubicBezTo>
                  <a:cubicBezTo>
                    <a:pt x="2742" y="1583"/>
                    <a:pt x="2881" y="1560"/>
                    <a:pt x="3019" y="1537"/>
                  </a:cubicBezTo>
                  <a:cubicBezTo>
                    <a:pt x="3123" y="1526"/>
                    <a:pt x="3226" y="1491"/>
                    <a:pt x="3295" y="1422"/>
                  </a:cubicBezTo>
                  <a:cubicBezTo>
                    <a:pt x="3318" y="1388"/>
                    <a:pt x="3376" y="1330"/>
                    <a:pt x="3376" y="1295"/>
                  </a:cubicBezTo>
                  <a:cubicBezTo>
                    <a:pt x="3365" y="1203"/>
                    <a:pt x="3249" y="1203"/>
                    <a:pt x="3192" y="1203"/>
                  </a:cubicBezTo>
                  <a:cubicBezTo>
                    <a:pt x="2998" y="1210"/>
                    <a:pt x="2795" y="1227"/>
                    <a:pt x="2592" y="1227"/>
                  </a:cubicBezTo>
                  <a:cubicBezTo>
                    <a:pt x="2469" y="1227"/>
                    <a:pt x="2346" y="1221"/>
                    <a:pt x="2224" y="1203"/>
                  </a:cubicBezTo>
                  <a:cubicBezTo>
                    <a:pt x="2535" y="1146"/>
                    <a:pt x="2823" y="1019"/>
                    <a:pt x="3088" y="892"/>
                  </a:cubicBezTo>
                  <a:cubicBezTo>
                    <a:pt x="3192" y="846"/>
                    <a:pt x="3295" y="788"/>
                    <a:pt x="3353" y="696"/>
                  </a:cubicBezTo>
                  <a:cubicBezTo>
                    <a:pt x="3365" y="673"/>
                    <a:pt x="3376" y="627"/>
                    <a:pt x="3365" y="604"/>
                  </a:cubicBezTo>
                  <a:cubicBezTo>
                    <a:pt x="3345" y="540"/>
                    <a:pt x="3302" y="520"/>
                    <a:pt x="3254" y="520"/>
                  </a:cubicBezTo>
                  <a:cubicBezTo>
                    <a:pt x="3190" y="520"/>
                    <a:pt x="3116" y="556"/>
                    <a:pt x="3077" y="570"/>
                  </a:cubicBezTo>
                  <a:cubicBezTo>
                    <a:pt x="2950" y="627"/>
                    <a:pt x="2823" y="673"/>
                    <a:pt x="2673" y="696"/>
                  </a:cubicBezTo>
                  <a:cubicBezTo>
                    <a:pt x="2492" y="749"/>
                    <a:pt x="2305" y="777"/>
                    <a:pt x="2123" y="777"/>
                  </a:cubicBezTo>
                  <a:cubicBezTo>
                    <a:pt x="2030" y="777"/>
                    <a:pt x="1938" y="770"/>
                    <a:pt x="1849" y="755"/>
                  </a:cubicBezTo>
                  <a:lnTo>
                    <a:pt x="1849" y="755"/>
                  </a:lnTo>
                  <a:cubicBezTo>
                    <a:pt x="1868" y="758"/>
                    <a:pt x="1887" y="759"/>
                    <a:pt x="1907" y="759"/>
                  </a:cubicBezTo>
                  <a:cubicBezTo>
                    <a:pt x="2024" y="759"/>
                    <a:pt x="2163" y="714"/>
                    <a:pt x="2270" y="685"/>
                  </a:cubicBezTo>
                  <a:cubicBezTo>
                    <a:pt x="2420" y="639"/>
                    <a:pt x="2558" y="581"/>
                    <a:pt x="2708" y="523"/>
                  </a:cubicBezTo>
                  <a:cubicBezTo>
                    <a:pt x="2788" y="489"/>
                    <a:pt x="2950" y="443"/>
                    <a:pt x="3007" y="339"/>
                  </a:cubicBezTo>
                  <a:cubicBezTo>
                    <a:pt x="3063" y="240"/>
                    <a:pt x="3033" y="119"/>
                    <a:pt x="2909" y="119"/>
                  </a:cubicBezTo>
                  <a:cubicBezTo>
                    <a:pt x="2904" y="119"/>
                    <a:pt x="2898" y="120"/>
                    <a:pt x="2892" y="120"/>
                  </a:cubicBezTo>
                  <a:cubicBezTo>
                    <a:pt x="2616" y="166"/>
                    <a:pt x="2385" y="328"/>
                    <a:pt x="2132" y="408"/>
                  </a:cubicBezTo>
                  <a:cubicBezTo>
                    <a:pt x="1968" y="465"/>
                    <a:pt x="1795" y="505"/>
                    <a:pt x="1628" y="505"/>
                  </a:cubicBezTo>
                  <a:cubicBezTo>
                    <a:pt x="1524" y="505"/>
                    <a:pt x="1422" y="490"/>
                    <a:pt x="1325" y="454"/>
                  </a:cubicBezTo>
                  <a:cubicBezTo>
                    <a:pt x="1533" y="454"/>
                    <a:pt x="1786" y="431"/>
                    <a:pt x="1970" y="316"/>
                  </a:cubicBezTo>
                  <a:cubicBezTo>
                    <a:pt x="2040" y="270"/>
                    <a:pt x="2189" y="143"/>
                    <a:pt x="2143" y="51"/>
                  </a:cubicBezTo>
                  <a:cubicBezTo>
                    <a:pt x="2124" y="13"/>
                    <a:pt x="2081" y="0"/>
                    <a:pt x="2027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67"/>
            <p:cNvSpPr/>
            <p:nvPr/>
          </p:nvSpPr>
          <p:spPr>
            <a:xfrm>
              <a:off x="1999400" y="1013200"/>
              <a:ext cx="78975" cy="58625"/>
            </a:xfrm>
            <a:custGeom>
              <a:avLst/>
              <a:gdLst/>
              <a:ahLst/>
              <a:cxnLst/>
              <a:rect l="l" t="t" r="r" b="b"/>
              <a:pathLst>
                <a:path w="3159" h="2345" extrusionOk="0">
                  <a:moveTo>
                    <a:pt x="335" y="1"/>
                  </a:moveTo>
                  <a:lnTo>
                    <a:pt x="0" y="1672"/>
                  </a:lnTo>
                  <a:cubicBezTo>
                    <a:pt x="335" y="1695"/>
                    <a:pt x="680" y="1672"/>
                    <a:pt x="1014" y="1752"/>
                  </a:cubicBezTo>
                  <a:cubicBezTo>
                    <a:pt x="1176" y="1775"/>
                    <a:pt x="1325" y="1833"/>
                    <a:pt x="1475" y="1902"/>
                  </a:cubicBezTo>
                  <a:cubicBezTo>
                    <a:pt x="1637" y="1994"/>
                    <a:pt x="1752" y="2098"/>
                    <a:pt x="1878" y="2213"/>
                  </a:cubicBezTo>
                  <a:cubicBezTo>
                    <a:pt x="1948" y="2282"/>
                    <a:pt x="2040" y="2340"/>
                    <a:pt x="2143" y="2340"/>
                  </a:cubicBezTo>
                  <a:cubicBezTo>
                    <a:pt x="2147" y="2344"/>
                    <a:pt x="2151" y="2345"/>
                    <a:pt x="2155" y="2345"/>
                  </a:cubicBezTo>
                  <a:cubicBezTo>
                    <a:pt x="2163" y="2345"/>
                    <a:pt x="2170" y="2340"/>
                    <a:pt x="2178" y="2340"/>
                  </a:cubicBezTo>
                  <a:cubicBezTo>
                    <a:pt x="2213" y="2340"/>
                    <a:pt x="2224" y="2294"/>
                    <a:pt x="2224" y="2282"/>
                  </a:cubicBezTo>
                  <a:cubicBezTo>
                    <a:pt x="2224" y="2271"/>
                    <a:pt x="2224" y="2236"/>
                    <a:pt x="2213" y="2213"/>
                  </a:cubicBezTo>
                  <a:cubicBezTo>
                    <a:pt x="2120" y="1936"/>
                    <a:pt x="1878" y="1810"/>
                    <a:pt x="1660" y="1648"/>
                  </a:cubicBezTo>
                  <a:lnTo>
                    <a:pt x="1660" y="1648"/>
                  </a:lnTo>
                  <a:cubicBezTo>
                    <a:pt x="1982" y="1741"/>
                    <a:pt x="2305" y="1775"/>
                    <a:pt x="2639" y="1787"/>
                  </a:cubicBezTo>
                  <a:cubicBezTo>
                    <a:pt x="2736" y="1794"/>
                    <a:pt x="2826" y="1804"/>
                    <a:pt x="2900" y="1804"/>
                  </a:cubicBezTo>
                  <a:cubicBezTo>
                    <a:pt x="3072" y="1804"/>
                    <a:pt x="3158" y="1749"/>
                    <a:pt x="3054" y="1476"/>
                  </a:cubicBezTo>
                  <a:cubicBezTo>
                    <a:pt x="2881" y="1015"/>
                    <a:pt x="2466" y="750"/>
                    <a:pt x="2051" y="519"/>
                  </a:cubicBezTo>
                  <a:cubicBezTo>
                    <a:pt x="1533" y="254"/>
                    <a:pt x="934" y="105"/>
                    <a:pt x="335" y="1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67"/>
            <p:cNvSpPr/>
            <p:nvPr/>
          </p:nvSpPr>
          <p:spPr>
            <a:xfrm>
              <a:off x="2039425" y="1044900"/>
              <a:ext cx="34600" cy="12425"/>
            </a:xfrm>
            <a:custGeom>
              <a:avLst/>
              <a:gdLst/>
              <a:ahLst/>
              <a:cxnLst/>
              <a:rect l="l" t="t" r="r" b="b"/>
              <a:pathLst>
                <a:path w="1384" h="497" extrusionOk="0">
                  <a:moveTo>
                    <a:pt x="1" y="0"/>
                  </a:moveTo>
                  <a:cubicBezTo>
                    <a:pt x="1" y="23"/>
                    <a:pt x="335" y="58"/>
                    <a:pt x="727" y="196"/>
                  </a:cubicBezTo>
                  <a:cubicBezTo>
                    <a:pt x="1073" y="319"/>
                    <a:pt x="1355" y="496"/>
                    <a:pt x="1382" y="496"/>
                  </a:cubicBezTo>
                  <a:cubicBezTo>
                    <a:pt x="1383" y="496"/>
                    <a:pt x="1383" y="496"/>
                    <a:pt x="1384" y="496"/>
                  </a:cubicBezTo>
                  <a:cubicBezTo>
                    <a:pt x="1384" y="496"/>
                    <a:pt x="1326" y="438"/>
                    <a:pt x="1211" y="369"/>
                  </a:cubicBezTo>
                  <a:cubicBezTo>
                    <a:pt x="1095" y="288"/>
                    <a:pt x="923" y="208"/>
                    <a:pt x="738" y="150"/>
                  </a:cubicBezTo>
                  <a:cubicBezTo>
                    <a:pt x="542" y="81"/>
                    <a:pt x="370" y="35"/>
                    <a:pt x="220" y="23"/>
                  </a:cubicBezTo>
                  <a:cubicBezTo>
                    <a:pt x="93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67"/>
            <p:cNvSpPr/>
            <p:nvPr/>
          </p:nvSpPr>
          <p:spPr>
            <a:xfrm>
              <a:off x="2044900" y="1036425"/>
              <a:ext cx="31150" cy="14850"/>
            </a:xfrm>
            <a:custGeom>
              <a:avLst/>
              <a:gdLst/>
              <a:ahLst/>
              <a:cxnLst/>
              <a:rect l="l" t="t" r="r" b="b"/>
              <a:pathLst>
                <a:path w="1246" h="594" extrusionOk="0">
                  <a:moveTo>
                    <a:pt x="43" y="1"/>
                  </a:moveTo>
                  <a:cubicBezTo>
                    <a:pt x="15" y="1"/>
                    <a:pt x="1" y="6"/>
                    <a:pt x="1" y="17"/>
                  </a:cubicBezTo>
                  <a:cubicBezTo>
                    <a:pt x="1" y="28"/>
                    <a:pt x="300" y="74"/>
                    <a:pt x="646" y="224"/>
                  </a:cubicBezTo>
                  <a:cubicBezTo>
                    <a:pt x="1005" y="381"/>
                    <a:pt x="1211" y="593"/>
                    <a:pt x="1243" y="593"/>
                  </a:cubicBezTo>
                  <a:cubicBezTo>
                    <a:pt x="1244" y="593"/>
                    <a:pt x="1245" y="593"/>
                    <a:pt x="1245" y="593"/>
                  </a:cubicBezTo>
                  <a:cubicBezTo>
                    <a:pt x="1245" y="593"/>
                    <a:pt x="1199" y="535"/>
                    <a:pt x="1095" y="443"/>
                  </a:cubicBezTo>
                  <a:cubicBezTo>
                    <a:pt x="992" y="362"/>
                    <a:pt x="853" y="259"/>
                    <a:pt x="681" y="189"/>
                  </a:cubicBezTo>
                  <a:cubicBezTo>
                    <a:pt x="508" y="97"/>
                    <a:pt x="335" y="51"/>
                    <a:pt x="208" y="28"/>
                  </a:cubicBezTo>
                  <a:cubicBezTo>
                    <a:pt x="132" y="9"/>
                    <a:pt x="77" y="1"/>
                    <a:pt x="43" y="1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67"/>
            <p:cNvSpPr/>
            <p:nvPr/>
          </p:nvSpPr>
          <p:spPr>
            <a:xfrm>
              <a:off x="2593900" y="1411650"/>
              <a:ext cx="94775" cy="68475"/>
            </a:xfrm>
            <a:custGeom>
              <a:avLst/>
              <a:gdLst/>
              <a:ahLst/>
              <a:cxnLst/>
              <a:rect l="l" t="t" r="r" b="b"/>
              <a:pathLst>
                <a:path w="3791" h="2739" extrusionOk="0">
                  <a:moveTo>
                    <a:pt x="1856" y="0"/>
                  </a:moveTo>
                  <a:cubicBezTo>
                    <a:pt x="1579" y="0"/>
                    <a:pt x="1305" y="51"/>
                    <a:pt x="1060" y="170"/>
                  </a:cubicBezTo>
                  <a:cubicBezTo>
                    <a:pt x="1072" y="331"/>
                    <a:pt x="1268" y="366"/>
                    <a:pt x="1429" y="366"/>
                  </a:cubicBezTo>
                  <a:cubicBezTo>
                    <a:pt x="1694" y="389"/>
                    <a:pt x="1936" y="400"/>
                    <a:pt x="2190" y="412"/>
                  </a:cubicBezTo>
                  <a:cubicBezTo>
                    <a:pt x="1981" y="571"/>
                    <a:pt x="1704" y="635"/>
                    <a:pt x="1439" y="635"/>
                  </a:cubicBezTo>
                  <a:cubicBezTo>
                    <a:pt x="1397" y="635"/>
                    <a:pt x="1355" y="634"/>
                    <a:pt x="1314" y="631"/>
                  </a:cubicBezTo>
                  <a:cubicBezTo>
                    <a:pt x="1014" y="619"/>
                    <a:pt x="715" y="527"/>
                    <a:pt x="392" y="504"/>
                  </a:cubicBezTo>
                  <a:cubicBezTo>
                    <a:pt x="375" y="500"/>
                    <a:pt x="356" y="498"/>
                    <a:pt x="337" y="498"/>
                  </a:cubicBezTo>
                  <a:cubicBezTo>
                    <a:pt x="243" y="498"/>
                    <a:pt x="143" y="544"/>
                    <a:pt x="162" y="631"/>
                  </a:cubicBezTo>
                  <a:cubicBezTo>
                    <a:pt x="173" y="677"/>
                    <a:pt x="219" y="700"/>
                    <a:pt x="254" y="711"/>
                  </a:cubicBezTo>
                  <a:cubicBezTo>
                    <a:pt x="616" y="904"/>
                    <a:pt x="1036" y="1009"/>
                    <a:pt x="1453" y="1009"/>
                  </a:cubicBezTo>
                  <a:cubicBezTo>
                    <a:pt x="1659" y="1009"/>
                    <a:pt x="1865" y="983"/>
                    <a:pt x="2063" y="930"/>
                  </a:cubicBezTo>
                  <a:lnTo>
                    <a:pt x="2063" y="930"/>
                  </a:lnTo>
                  <a:cubicBezTo>
                    <a:pt x="1692" y="1090"/>
                    <a:pt x="1297" y="1170"/>
                    <a:pt x="900" y="1170"/>
                  </a:cubicBezTo>
                  <a:cubicBezTo>
                    <a:pt x="754" y="1170"/>
                    <a:pt x="607" y="1159"/>
                    <a:pt x="461" y="1138"/>
                  </a:cubicBezTo>
                  <a:cubicBezTo>
                    <a:pt x="406" y="1125"/>
                    <a:pt x="341" y="1115"/>
                    <a:pt x="276" y="1115"/>
                  </a:cubicBezTo>
                  <a:cubicBezTo>
                    <a:pt x="167" y="1115"/>
                    <a:pt x="58" y="1143"/>
                    <a:pt x="0" y="1230"/>
                  </a:cubicBezTo>
                  <a:cubicBezTo>
                    <a:pt x="277" y="1460"/>
                    <a:pt x="634" y="1552"/>
                    <a:pt x="980" y="1552"/>
                  </a:cubicBezTo>
                  <a:cubicBezTo>
                    <a:pt x="1325" y="1552"/>
                    <a:pt x="1694" y="1460"/>
                    <a:pt x="2017" y="1391"/>
                  </a:cubicBezTo>
                  <a:lnTo>
                    <a:pt x="2017" y="1391"/>
                  </a:lnTo>
                  <a:cubicBezTo>
                    <a:pt x="1637" y="1725"/>
                    <a:pt x="1083" y="1679"/>
                    <a:pt x="623" y="1875"/>
                  </a:cubicBezTo>
                  <a:cubicBezTo>
                    <a:pt x="611" y="1956"/>
                    <a:pt x="692" y="1990"/>
                    <a:pt x="772" y="2025"/>
                  </a:cubicBezTo>
                  <a:cubicBezTo>
                    <a:pt x="915" y="2057"/>
                    <a:pt x="1065" y="2071"/>
                    <a:pt x="1215" y="2071"/>
                  </a:cubicBezTo>
                  <a:cubicBezTo>
                    <a:pt x="1330" y="2071"/>
                    <a:pt x="1445" y="2063"/>
                    <a:pt x="1556" y="2048"/>
                  </a:cubicBezTo>
                  <a:cubicBezTo>
                    <a:pt x="1640" y="2041"/>
                    <a:pt x="1724" y="2029"/>
                    <a:pt x="1805" y="2029"/>
                  </a:cubicBezTo>
                  <a:cubicBezTo>
                    <a:pt x="1858" y="2029"/>
                    <a:pt x="1909" y="2034"/>
                    <a:pt x="1959" y="2048"/>
                  </a:cubicBezTo>
                  <a:cubicBezTo>
                    <a:pt x="2040" y="2082"/>
                    <a:pt x="2097" y="2105"/>
                    <a:pt x="2155" y="2151"/>
                  </a:cubicBezTo>
                  <a:cubicBezTo>
                    <a:pt x="2339" y="2278"/>
                    <a:pt x="2524" y="2451"/>
                    <a:pt x="2731" y="2555"/>
                  </a:cubicBezTo>
                  <a:cubicBezTo>
                    <a:pt x="2881" y="2624"/>
                    <a:pt x="3042" y="2658"/>
                    <a:pt x="3203" y="2739"/>
                  </a:cubicBezTo>
                  <a:lnTo>
                    <a:pt x="3791" y="654"/>
                  </a:lnTo>
                  <a:cubicBezTo>
                    <a:pt x="3376" y="423"/>
                    <a:pt x="2938" y="193"/>
                    <a:pt x="2466" y="78"/>
                  </a:cubicBezTo>
                  <a:cubicBezTo>
                    <a:pt x="2269" y="28"/>
                    <a:pt x="2062" y="0"/>
                    <a:pt x="1856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67"/>
            <p:cNvSpPr/>
            <p:nvPr/>
          </p:nvSpPr>
          <p:spPr>
            <a:xfrm>
              <a:off x="2792075" y="1813650"/>
              <a:ext cx="100825" cy="113525"/>
            </a:xfrm>
            <a:custGeom>
              <a:avLst/>
              <a:gdLst/>
              <a:ahLst/>
              <a:cxnLst/>
              <a:rect l="l" t="t" r="r" b="b"/>
              <a:pathLst>
                <a:path w="4033" h="4541" extrusionOk="0">
                  <a:moveTo>
                    <a:pt x="2627" y="1"/>
                  </a:moveTo>
                  <a:lnTo>
                    <a:pt x="1049" y="1591"/>
                  </a:lnTo>
                  <a:lnTo>
                    <a:pt x="1602" y="3054"/>
                  </a:lnTo>
                  <a:cubicBezTo>
                    <a:pt x="1602" y="3054"/>
                    <a:pt x="0" y="3584"/>
                    <a:pt x="81" y="4540"/>
                  </a:cubicBezTo>
                  <a:lnTo>
                    <a:pt x="4033" y="2628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67"/>
            <p:cNvSpPr/>
            <p:nvPr/>
          </p:nvSpPr>
          <p:spPr>
            <a:xfrm>
              <a:off x="2792075" y="1860600"/>
              <a:ext cx="100825" cy="66275"/>
            </a:xfrm>
            <a:custGeom>
              <a:avLst/>
              <a:gdLst/>
              <a:ahLst/>
              <a:cxnLst/>
              <a:rect l="l" t="t" r="r" b="b"/>
              <a:pathLst>
                <a:path w="4033" h="2651" extrusionOk="0">
                  <a:moveTo>
                    <a:pt x="3641" y="1"/>
                  </a:moveTo>
                  <a:lnTo>
                    <a:pt x="1567" y="1118"/>
                  </a:lnTo>
                  <a:lnTo>
                    <a:pt x="1602" y="1176"/>
                  </a:lnTo>
                  <a:cubicBezTo>
                    <a:pt x="1602" y="1176"/>
                    <a:pt x="0" y="1694"/>
                    <a:pt x="81" y="2651"/>
                  </a:cubicBezTo>
                  <a:lnTo>
                    <a:pt x="4033" y="727"/>
                  </a:lnTo>
                  <a:lnTo>
                    <a:pt x="3641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67"/>
            <p:cNvSpPr/>
            <p:nvPr/>
          </p:nvSpPr>
          <p:spPr>
            <a:xfrm>
              <a:off x="2724675" y="1628725"/>
              <a:ext cx="167950" cy="242550"/>
            </a:xfrm>
            <a:custGeom>
              <a:avLst/>
              <a:gdLst/>
              <a:ahLst/>
              <a:cxnLst/>
              <a:rect l="l" t="t" r="r" b="b"/>
              <a:pathLst>
                <a:path w="6718" h="9702" extrusionOk="0">
                  <a:moveTo>
                    <a:pt x="3169" y="1"/>
                  </a:moveTo>
                  <a:lnTo>
                    <a:pt x="0" y="1326"/>
                  </a:lnTo>
                  <a:lnTo>
                    <a:pt x="3099" y="9702"/>
                  </a:lnTo>
                  <a:lnTo>
                    <a:pt x="6717" y="8273"/>
                  </a:lnTo>
                  <a:lnTo>
                    <a:pt x="3169" y="1"/>
                  </a:lnTo>
                  <a:close/>
                </a:path>
              </a:pathLst>
            </a:custGeom>
            <a:solidFill>
              <a:srgbClr val="E3D6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67"/>
            <p:cNvSpPr/>
            <p:nvPr/>
          </p:nvSpPr>
          <p:spPr>
            <a:xfrm>
              <a:off x="2796100" y="1816525"/>
              <a:ext cx="89325" cy="39200"/>
            </a:xfrm>
            <a:custGeom>
              <a:avLst/>
              <a:gdLst/>
              <a:ahLst/>
              <a:cxnLst/>
              <a:rect l="l" t="t" r="r" b="b"/>
              <a:pathLst>
                <a:path w="3573" h="1568" extrusionOk="0">
                  <a:moveTo>
                    <a:pt x="3538" y="1"/>
                  </a:moveTo>
                  <a:cubicBezTo>
                    <a:pt x="3065" y="220"/>
                    <a:pt x="2512" y="462"/>
                    <a:pt x="1925" y="704"/>
                  </a:cubicBezTo>
                  <a:cubicBezTo>
                    <a:pt x="1222" y="1015"/>
                    <a:pt x="553" y="1268"/>
                    <a:pt x="0" y="1499"/>
                  </a:cubicBezTo>
                  <a:lnTo>
                    <a:pt x="12" y="1568"/>
                  </a:lnTo>
                  <a:cubicBezTo>
                    <a:pt x="577" y="1360"/>
                    <a:pt x="1233" y="1095"/>
                    <a:pt x="1959" y="796"/>
                  </a:cubicBezTo>
                  <a:cubicBezTo>
                    <a:pt x="2547" y="554"/>
                    <a:pt x="3088" y="300"/>
                    <a:pt x="3572" y="70"/>
                  </a:cubicBezTo>
                  <a:lnTo>
                    <a:pt x="3538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67"/>
            <p:cNvSpPr/>
            <p:nvPr/>
          </p:nvSpPr>
          <p:spPr>
            <a:xfrm>
              <a:off x="2761825" y="1645450"/>
              <a:ext cx="74900" cy="196450"/>
            </a:xfrm>
            <a:custGeom>
              <a:avLst/>
              <a:gdLst/>
              <a:ahLst/>
              <a:cxnLst/>
              <a:rect l="l" t="t" r="r" b="b"/>
              <a:pathLst>
                <a:path w="2996" h="7858" extrusionOk="0">
                  <a:moveTo>
                    <a:pt x="104" y="0"/>
                  </a:moveTo>
                  <a:lnTo>
                    <a:pt x="0" y="46"/>
                  </a:lnTo>
                  <a:cubicBezTo>
                    <a:pt x="70" y="311"/>
                    <a:pt x="173" y="622"/>
                    <a:pt x="288" y="1003"/>
                  </a:cubicBezTo>
                  <a:cubicBezTo>
                    <a:pt x="588" y="1947"/>
                    <a:pt x="1049" y="3272"/>
                    <a:pt x="1579" y="4701"/>
                  </a:cubicBezTo>
                  <a:cubicBezTo>
                    <a:pt x="2028" y="5899"/>
                    <a:pt x="2466" y="6994"/>
                    <a:pt x="2823" y="7858"/>
                  </a:cubicBezTo>
                  <a:cubicBezTo>
                    <a:pt x="2881" y="7823"/>
                    <a:pt x="2938" y="7800"/>
                    <a:pt x="2996" y="7777"/>
                  </a:cubicBezTo>
                  <a:cubicBezTo>
                    <a:pt x="2639" y="6832"/>
                    <a:pt x="2247" y="5761"/>
                    <a:pt x="1809" y="4609"/>
                  </a:cubicBezTo>
                  <a:cubicBezTo>
                    <a:pt x="1314" y="3249"/>
                    <a:pt x="853" y="2016"/>
                    <a:pt x="461" y="945"/>
                  </a:cubicBezTo>
                  <a:cubicBezTo>
                    <a:pt x="311" y="565"/>
                    <a:pt x="196" y="254"/>
                    <a:pt x="104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67"/>
            <p:cNvSpPr/>
            <p:nvPr/>
          </p:nvSpPr>
          <p:spPr>
            <a:xfrm>
              <a:off x="2540325" y="1846775"/>
              <a:ext cx="125600" cy="71450"/>
            </a:xfrm>
            <a:custGeom>
              <a:avLst/>
              <a:gdLst/>
              <a:ahLst/>
              <a:cxnLst/>
              <a:rect l="l" t="t" r="r" b="b"/>
              <a:pathLst>
                <a:path w="5024" h="2858" extrusionOk="0">
                  <a:moveTo>
                    <a:pt x="2777" y="1"/>
                  </a:moveTo>
                  <a:lnTo>
                    <a:pt x="2120" y="1429"/>
                  </a:lnTo>
                  <a:cubicBezTo>
                    <a:pt x="2120" y="1429"/>
                    <a:pt x="1428" y="1067"/>
                    <a:pt x="789" y="1067"/>
                  </a:cubicBezTo>
                  <a:cubicBezTo>
                    <a:pt x="488" y="1067"/>
                    <a:pt x="200" y="1147"/>
                    <a:pt x="1" y="1383"/>
                  </a:cubicBezTo>
                  <a:lnTo>
                    <a:pt x="4137" y="2858"/>
                  </a:lnTo>
                  <a:lnTo>
                    <a:pt x="5024" y="12"/>
                  </a:lnTo>
                  <a:lnTo>
                    <a:pt x="2777" y="1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67"/>
            <p:cNvSpPr/>
            <p:nvPr/>
          </p:nvSpPr>
          <p:spPr>
            <a:xfrm>
              <a:off x="2540325" y="1873450"/>
              <a:ext cx="109475" cy="44775"/>
            </a:xfrm>
            <a:custGeom>
              <a:avLst/>
              <a:gdLst/>
              <a:ahLst/>
              <a:cxnLst/>
              <a:rect l="l" t="t" r="r" b="b"/>
              <a:pathLst>
                <a:path w="4379" h="1791" extrusionOk="0">
                  <a:moveTo>
                    <a:pt x="781" y="0"/>
                  </a:moveTo>
                  <a:cubicBezTo>
                    <a:pt x="482" y="0"/>
                    <a:pt x="196" y="80"/>
                    <a:pt x="1" y="316"/>
                  </a:cubicBezTo>
                  <a:lnTo>
                    <a:pt x="4137" y="1791"/>
                  </a:lnTo>
                  <a:lnTo>
                    <a:pt x="4379" y="996"/>
                  </a:lnTo>
                  <a:lnTo>
                    <a:pt x="2132" y="305"/>
                  </a:lnTo>
                  <a:lnTo>
                    <a:pt x="2109" y="362"/>
                  </a:lnTo>
                  <a:cubicBezTo>
                    <a:pt x="2109" y="362"/>
                    <a:pt x="1416" y="0"/>
                    <a:pt x="781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67"/>
            <p:cNvSpPr/>
            <p:nvPr/>
          </p:nvSpPr>
          <p:spPr>
            <a:xfrm>
              <a:off x="2866950" y="1313625"/>
              <a:ext cx="53600" cy="91900"/>
            </a:xfrm>
            <a:custGeom>
              <a:avLst/>
              <a:gdLst/>
              <a:ahLst/>
              <a:cxnLst/>
              <a:rect l="l" t="t" r="r" b="b"/>
              <a:pathLst>
                <a:path w="2144" h="3676" extrusionOk="0">
                  <a:moveTo>
                    <a:pt x="1879" y="1"/>
                  </a:moveTo>
                  <a:lnTo>
                    <a:pt x="1" y="139"/>
                  </a:lnTo>
                  <a:lnTo>
                    <a:pt x="254" y="3676"/>
                  </a:lnTo>
                  <a:lnTo>
                    <a:pt x="2144" y="3538"/>
                  </a:lnTo>
                  <a:lnTo>
                    <a:pt x="1879" y="1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67"/>
            <p:cNvSpPr/>
            <p:nvPr/>
          </p:nvSpPr>
          <p:spPr>
            <a:xfrm>
              <a:off x="2919950" y="1156375"/>
              <a:ext cx="89900" cy="89875"/>
            </a:xfrm>
            <a:custGeom>
              <a:avLst/>
              <a:gdLst/>
              <a:ahLst/>
              <a:cxnLst/>
              <a:rect l="l" t="t" r="r" b="b"/>
              <a:pathLst>
                <a:path w="3596" h="3595" extrusionOk="0">
                  <a:moveTo>
                    <a:pt x="1798" y="0"/>
                  </a:moveTo>
                  <a:cubicBezTo>
                    <a:pt x="796" y="0"/>
                    <a:pt x="1" y="795"/>
                    <a:pt x="1" y="1797"/>
                  </a:cubicBezTo>
                  <a:cubicBezTo>
                    <a:pt x="1" y="2788"/>
                    <a:pt x="796" y="3595"/>
                    <a:pt x="1798" y="3595"/>
                  </a:cubicBezTo>
                  <a:cubicBezTo>
                    <a:pt x="2789" y="3595"/>
                    <a:pt x="3595" y="2788"/>
                    <a:pt x="3595" y="1797"/>
                  </a:cubicBezTo>
                  <a:cubicBezTo>
                    <a:pt x="3595" y="795"/>
                    <a:pt x="2789" y="0"/>
                    <a:pt x="1798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67"/>
            <p:cNvSpPr/>
            <p:nvPr/>
          </p:nvSpPr>
          <p:spPr>
            <a:xfrm>
              <a:off x="2834400" y="1184575"/>
              <a:ext cx="158150" cy="130225"/>
            </a:xfrm>
            <a:custGeom>
              <a:avLst/>
              <a:gdLst/>
              <a:ahLst/>
              <a:cxnLst/>
              <a:rect l="l" t="t" r="r" b="b"/>
              <a:pathLst>
                <a:path w="6326" h="5209" extrusionOk="0">
                  <a:moveTo>
                    <a:pt x="2076" y="1"/>
                  </a:moveTo>
                  <a:cubicBezTo>
                    <a:pt x="2064" y="1"/>
                    <a:pt x="2052" y="1"/>
                    <a:pt x="2040" y="1"/>
                  </a:cubicBezTo>
                  <a:cubicBezTo>
                    <a:pt x="1268" y="36"/>
                    <a:pt x="496" y="324"/>
                    <a:pt x="254" y="1096"/>
                  </a:cubicBezTo>
                  <a:cubicBezTo>
                    <a:pt x="93" y="1603"/>
                    <a:pt x="1" y="2455"/>
                    <a:pt x="358" y="2904"/>
                  </a:cubicBezTo>
                  <a:lnTo>
                    <a:pt x="5105" y="5209"/>
                  </a:lnTo>
                  <a:cubicBezTo>
                    <a:pt x="5612" y="4713"/>
                    <a:pt x="5865" y="4149"/>
                    <a:pt x="6096" y="3515"/>
                  </a:cubicBezTo>
                  <a:cubicBezTo>
                    <a:pt x="6326" y="2881"/>
                    <a:pt x="6303" y="2213"/>
                    <a:pt x="5877" y="1672"/>
                  </a:cubicBezTo>
                  <a:cubicBezTo>
                    <a:pt x="5704" y="1441"/>
                    <a:pt x="5496" y="1430"/>
                    <a:pt x="5278" y="1268"/>
                  </a:cubicBezTo>
                  <a:cubicBezTo>
                    <a:pt x="5128" y="1153"/>
                    <a:pt x="5070" y="980"/>
                    <a:pt x="4943" y="854"/>
                  </a:cubicBezTo>
                  <a:cubicBezTo>
                    <a:pt x="4828" y="727"/>
                    <a:pt x="4655" y="658"/>
                    <a:pt x="4494" y="612"/>
                  </a:cubicBezTo>
                  <a:cubicBezTo>
                    <a:pt x="4102" y="497"/>
                    <a:pt x="3722" y="543"/>
                    <a:pt x="3330" y="393"/>
                  </a:cubicBezTo>
                  <a:cubicBezTo>
                    <a:pt x="2881" y="224"/>
                    <a:pt x="2552" y="1"/>
                    <a:pt x="2076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67"/>
            <p:cNvSpPr/>
            <p:nvPr/>
          </p:nvSpPr>
          <p:spPr>
            <a:xfrm>
              <a:off x="2819725" y="1243350"/>
              <a:ext cx="27100" cy="32000"/>
            </a:xfrm>
            <a:custGeom>
              <a:avLst/>
              <a:gdLst/>
              <a:ahLst/>
              <a:cxnLst/>
              <a:rect l="l" t="t" r="r" b="b"/>
              <a:pathLst>
                <a:path w="1084" h="1280" extrusionOk="0">
                  <a:moveTo>
                    <a:pt x="1083" y="0"/>
                  </a:moveTo>
                  <a:lnTo>
                    <a:pt x="0" y="1037"/>
                  </a:lnTo>
                  <a:lnTo>
                    <a:pt x="680" y="1279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67"/>
            <p:cNvSpPr/>
            <p:nvPr/>
          </p:nvSpPr>
          <p:spPr>
            <a:xfrm>
              <a:off x="2828075" y="1208200"/>
              <a:ext cx="146925" cy="140825"/>
            </a:xfrm>
            <a:custGeom>
              <a:avLst/>
              <a:gdLst/>
              <a:ahLst/>
              <a:cxnLst/>
              <a:rect l="l" t="t" r="r" b="b"/>
              <a:pathLst>
                <a:path w="5877" h="5633" extrusionOk="0">
                  <a:moveTo>
                    <a:pt x="1394" y="1"/>
                  </a:moveTo>
                  <a:cubicBezTo>
                    <a:pt x="1175" y="197"/>
                    <a:pt x="1003" y="439"/>
                    <a:pt x="911" y="750"/>
                  </a:cubicBezTo>
                  <a:lnTo>
                    <a:pt x="104" y="3457"/>
                  </a:lnTo>
                  <a:cubicBezTo>
                    <a:pt x="0" y="3803"/>
                    <a:pt x="12" y="4160"/>
                    <a:pt x="127" y="4471"/>
                  </a:cubicBezTo>
                  <a:cubicBezTo>
                    <a:pt x="346" y="5082"/>
                    <a:pt x="922" y="5485"/>
                    <a:pt x="1556" y="5543"/>
                  </a:cubicBezTo>
                  <a:lnTo>
                    <a:pt x="2489" y="5623"/>
                  </a:lnTo>
                  <a:cubicBezTo>
                    <a:pt x="2561" y="5629"/>
                    <a:pt x="2632" y="5633"/>
                    <a:pt x="2702" y="5633"/>
                  </a:cubicBezTo>
                  <a:cubicBezTo>
                    <a:pt x="3154" y="5633"/>
                    <a:pt x="3582" y="5507"/>
                    <a:pt x="3941" y="5278"/>
                  </a:cubicBezTo>
                  <a:cubicBezTo>
                    <a:pt x="4097" y="5403"/>
                    <a:pt x="4306" y="5471"/>
                    <a:pt x="4531" y="5471"/>
                  </a:cubicBezTo>
                  <a:cubicBezTo>
                    <a:pt x="4720" y="5471"/>
                    <a:pt x="4922" y="5423"/>
                    <a:pt x="5116" y="5324"/>
                  </a:cubicBezTo>
                  <a:cubicBezTo>
                    <a:pt x="5646" y="5070"/>
                    <a:pt x="5876" y="4494"/>
                    <a:pt x="5657" y="4045"/>
                  </a:cubicBezTo>
                  <a:cubicBezTo>
                    <a:pt x="5565" y="3884"/>
                    <a:pt x="5461" y="3768"/>
                    <a:pt x="5300" y="3699"/>
                  </a:cubicBezTo>
                  <a:cubicBezTo>
                    <a:pt x="5243" y="3665"/>
                    <a:pt x="5196" y="3630"/>
                    <a:pt x="5173" y="3549"/>
                  </a:cubicBezTo>
                  <a:cubicBezTo>
                    <a:pt x="4517" y="3492"/>
                    <a:pt x="3883" y="2916"/>
                    <a:pt x="3676" y="2086"/>
                  </a:cubicBezTo>
                  <a:cubicBezTo>
                    <a:pt x="3560" y="1648"/>
                    <a:pt x="3572" y="1222"/>
                    <a:pt x="3687" y="842"/>
                  </a:cubicBezTo>
                  <a:lnTo>
                    <a:pt x="3687" y="842"/>
                  </a:lnTo>
                  <a:cubicBezTo>
                    <a:pt x="3566" y="865"/>
                    <a:pt x="3439" y="876"/>
                    <a:pt x="3308" y="876"/>
                  </a:cubicBezTo>
                  <a:cubicBezTo>
                    <a:pt x="3177" y="876"/>
                    <a:pt x="3042" y="865"/>
                    <a:pt x="2904" y="842"/>
                  </a:cubicBezTo>
                  <a:cubicBezTo>
                    <a:pt x="2247" y="750"/>
                    <a:pt x="1694" y="416"/>
                    <a:pt x="1394" y="1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67"/>
            <p:cNvSpPr/>
            <p:nvPr/>
          </p:nvSpPr>
          <p:spPr>
            <a:xfrm>
              <a:off x="2830375" y="1281650"/>
              <a:ext cx="17875" cy="15025"/>
            </a:xfrm>
            <a:custGeom>
              <a:avLst/>
              <a:gdLst/>
              <a:ahLst/>
              <a:cxnLst/>
              <a:rect l="l" t="t" r="r" b="b"/>
              <a:pathLst>
                <a:path w="715" h="601" extrusionOk="0">
                  <a:moveTo>
                    <a:pt x="185" y="1"/>
                  </a:moveTo>
                  <a:lnTo>
                    <a:pt x="24" y="519"/>
                  </a:lnTo>
                  <a:cubicBezTo>
                    <a:pt x="24" y="542"/>
                    <a:pt x="0" y="554"/>
                    <a:pt x="0" y="588"/>
                  </a:cubicBezTo>
                  <a:cubicBezTo>
                    <a:pt x="43" y="597"/>
                    <a:pt x="86" y="601"/>
                    <a:pt x="128" y="601"/>
                  </a:cubicBezTo>
                  <a:cubicBezTo>
                    <a:pt x="382" y="601"/>
                    <a:pt x="616" y="455"/>
                    <a:pt x="715" y="208"/>
                  </a:cubicBezTo>
                  <a:lnTo>
                    <a:pt x="185" y="1"/>
                  </a:lnTo>
                  <a:close/>
                </a:path>
              </a:pathLst>
            </a:custGeom>
            <a:solidFill>
              <a:srgbClr val="FFE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67"/>
            <p:cNvSpPr/>
            <p:nvPr/>
          </p:nvSpPr>
          <p:spPr>
            <a:xfrm>
              <a:off x="2927450" y="1309200"/>
              <a:ext cx="37450" cy="26050"/>
            </a:xfrm>
            <a:custGeom>
              <a:avLst/>
              <a:gdLst/>
              <a:ahLst/>
              <a:cxnLst/>
              <a:rect l="l" t="t" r="r" b="b"/>
              <a:pathLst>
                <a:path w="1498" h="1042" extrusionOk="0">
                  <a:moveTo>
                    <a:pt x="1145" y="1"/>
                  </a:moveTo>
                  <a:cubicBezTo>
                    <a:pt x="966" y="1"/>
                    <a:pt x="735" y="81"/>
                    <a:pt x="530" y="224"/>
                  </a:cubicBezTo>
                  <a:cubicBezTo>
                    <a:pt x="300" y="397"/>
                    <a:pt x="173" y="604"/>
                    <a:pt x="92" y="765"/>
                  </a:cubicBezTo>
                  <a:cubicBezTo>
                    <a:pt x="23" y="927"/>
                    <a:pt x="0" y="1042"/>
                    <a:pt x="12" y="1042"/>
                  </a:cubicBezTo>
                  <a:cubicBezTo>
                    <a:pt x="23" y="1042"/>
                    <a:pt x="58" y="938"/>
                    <a:pt x="138" y="777"/>
                  </a:cubicBezTo>
                  <a:cubicBezTo>
                    <a:pt x="231" y="615"/>
                    <a:pt x="357" y="420"/>
                    <a:pt x="576" y="258"/>
                  </a:cubicBezTo>
                  <a:cubicBezTo>
                    <a:pt x="784" y="97"/>
                    <a:pt x="1014" y="39"/>
                    <a:pt x="1187" y="28"/>
                  </a:cubicBezTo>
                  <a:cubicBezTo>
                    <a:pt x="1348" y="56"/>
                    <a:pt x="1447" y="77"/>
                    <a:pt x="1483" y="77"/>
                  </a:cubicBezTo>
                  <a:cubicBezTo>
                    <a:pt x="1491" y="77"/>
                    <a:pt x="1496" y="76"/>
                    <a:pt x="1498" y="74"/>
                  </a:cubicBezTo>
                  <a:cubicBezTo>
                    <a:pt x="1498" y="62"/>
                    <a:pt x="1394" y="16"/>
                    <a:pt x="1210" y="5"/>
                  </a:cubicBezTo>
                  <a:cubicBezTo>
                    <a:pt x="1189" y="2"/>
                    <a:pt x="1167" y="1"/>
                    <a:pt x="1145" y="1"/>
                  </a:cubicBezTo>
                  <a:close/>
                </a:path>
              </a:pathLst>
            </a:custGeom>
            <a:solidFill>
              <a:srgbClr val="C65F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67"/>
            <p:cNvSpPr/>
            <p:nvPr/>
          </p:nvSpPr>
          <p:spPr>
            <a:xfrm>
              <a:off x="2939250" y="1312775"/>
              <a:ext cx="10400" cy="21150"/>
            </a:xfrm>
            <a:custGeom>
              <a:avLst/>
              <a:gdLst/>
              <a:ahLst/>
              <a:cxnLst/>
              <a:rect l="l" t="t" r="r" b="b"/>
              <a:pathLst>
                <a:path w="416" h="846" extrusionOk="0">
                  <a:moveTo>
                    <a:pt x="243" y="0"/>
                  </a:moveTo>
                  <a:cubicBezTo>
                    <a:pt x="231" y="23"/>
                    <a:pt x="254" y="58"/>
                    <a:pt x="289" y="127"/>
                  </a:cubicBezTo>
                  <a:cubicBezTo>
                    <a:pt x="312" y="219"/>
                    <a:pt x="335" y="334"/>
                    <a:pt x="300" y="449"/>
                  </a:cubicBezTo>
                  <a:cubicBezTo>
                    <a:pt x="277" y="576"/>
                    <a:pt x="196" y="668"/>
                    <a:pt x="127" y="726"/>
                  </a:cubicBezTo>
                  <a:cubicBezTo>
                    <a:pt x="58" y="795"/>
                    <a:pt x="1" y="830"/>
                    <a:pt x="12" y="841"/>
                  </a:cubicBezTo>
                  <a:cubicBezTo>
                    <a:pt x="12" y="844"/>
                    <a:pt x="15" y="845"/>
                    <a:pt x="21" y="845"/>
                  </a:cubicBezTo>
                  <a:cubicBezTo>
                    <a:pt x="40" y="845"/>
                    <a:pt x="90" y="828"/>
                    <a:pt x="162" y="784"/>
                  </a:cubicBezTo>
                  <a:cubicBezTo>
                    <a:pt x="231" y="726"/>
                    <a:pt x="335" y="622"/>
                    <a:pt x="381" y="484"/>
                  </a:cubicBezTo>
                  <a:cubicBezTo>
                    <a:pt x="415" y="334"/>
                    <a:pt x="392" y="196"/>
                    <a:pt x="346" y="115"/>
                  </a:cubicBezTo>
                  <a:cubicBezTo>
                    <a:pt x="300" y="35"/>
                    <a:pt x="254" y="0"/>
                    <a:pt x="243" y="0"/>
                  </a:cubicBezTo>
                  <a:close/>
                </a:path>
              </a:pathLst>
            </a:custGeom>
            <a:solidFill>
              <a:srgbClr val="C65F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67"/>
            <p:cNvSpPr/>
            <p:nvPr/>
          </p:nvSpPr>
          <p:spPr>
            <a:xfrm>
              <a:off x="2862925" y="1197775"/>
              <a:ext cx="109775" cy="99750"/>
            </a:xfrm>
            <a:custGeom>
              <a:avLst/>
              <a:gdLst/>
              <a:ahLst/>
              <a:cxnLst/>
              <a:rect l="l" t="t" r="r" b="b"/>
              <a:pathLst>
                <a:path w="4391" h="3990" extrusionOk="0">
                  <a:moveTo>
                    <a:pt x="1083" y="0"/>
                  </a:moveTo>
                  <a:cubicBezTo>
                    <a:pt x="679" y="0"/>
                    <a:pt x="298" y="150"/>
                    <a:pt x="0" y="406"/>
                  </a:cubicBezTo>
                  <a:cubicBezTo>
                    <a:pt x="300" y="844"/>
                    <a:pt x="853" y="1178"/>
                    <a:pt x="1510" y="1259"/>
                  </a:cubicBezTo>
                  <a:cubicBezTo>
                    <a:pt x="1638" y="1280"/>
                    <a:pt x="1764" y="1289"/>
                    <a:pt x="1887" y="1289"/>
                  </a:cubicBezTo>
                  <a:cubicBezTo>
                    <a:pt x="2028" y="1289"/>
                    <a:pt x="2164" y="1277"/>
                    <a:pt x="2293" y="1259"/>
                  </a:cubicBezTo>
                  <a:lnTo>
                    <a:pt x="2293" y="1259"/>
                  </a:lnTo>
                  <a:cubicBezTo>
                    <a:pt x="2178" y="1616"/>
                    <a:pt x="2155" y="2054"/>
                    <a:pt x="2270" y="2503"/>
                  </a:cubicBezTo>
                  <a:cubicBezTo>
                    <a:pt x="2489" y="3356"/>
                    <a:pt x="3123" y="3932"/>
                    <a:pt x="3779" y="3989"/>
                  </a:cubicBezTo>
                  <a:cubicBezTo>
                    <a:pt x="3745" y="3932"/>
                    <a:pt x="3745" y="3863"/>
                    <a:pt x="3756" y="3817"/>
                  </a:cubicBezTo>
                  <a:lnTo>
                    <a:pt x="4090" y="2745"/>
                  </a:lnTo>
                  <a:cubicBezTo>
                    <a:pt x="4390" y="1777"/>
                    <a:pt x="3860" y="763"/>
                    <a:pt x="2892" y="475"/>
                  </a:cubicBezTo>
                  <a:lnTo>
                    <a:pt x="1567" y="72"/>
                  </a:lnTo>
                  <a:cubicBezTo>
                    <a:pt x="1405" y="23"/>
                    <a:pt x="1242" y="0"/>
                    <a:pt x="1083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67"/>
            <p:cNvSpPr/>
            <p:nvPr/>
          </p:nvSpPr>
          <p:spPr>
            <a:xfrm>
              <a:off x="2647750" y="1366875"/>
              <a:ext cx="268775" cy="218300"/>
            </a:xfrm>
            <a:custGeom>
              <a:avLst/>
              <a:gdLst/>
              <a:ahLst/>
              <a:cxnLst/>
              <a:rect l="l" t="t" r="r" b="b"/>
              <a:pathLst>
                <a:path w="10751" h="8732" extrusionOk="0">
                  <a:moveTo>
                    <a:pt x="8933" y="0"/>
                  </a:moveTo>
                  <a:cubicBezTo>
                    <a:pt x="8044" y="0"/>
                    <a:pt x="6891" y="305"/>
                    <a:pt x="6257" y="1696"/>
                  </a:cubicBezTo>
                  <a:lnTo>
                    <a:pt x="5439" y="4161"/>
                  </a:lnTo>
                  <a:lnTo>
                    <a:pt x="1533" y="1949"/>
                  </a:lnTo>
                  <a:lnTo>
                    <a:pt x="1" y="4323"/>
                  </a:lnTo>
                  <a:cubicBezTo>
                    <a:pt x="1" y="4323"/>
                    <a:pt x="4172" y="7733"/>
                    <a:pt x="6764" y="8655"/>
                  </a:cubicBezTo>
                  <a:cubicBezTo>
                    <a:pt x="6912" y="8707"/>
                    <a:pt x="7056" y="8732"/>
                    <a:pt x="7195" y="8732"/>
                  </a:cubicBezTo>
                  <a:cubicBezTo>
                    <a:pt x="9511" y="8732"/>
                    <a:pt x="10750" y="1949"/>
                    <a:pt x="10750" y="1949"/>
                  </a:cubicBezTo>
                  <a:lnTo>
                    <a:pt x="10163" y="186"/>
                  </a:lnTo>
                  <a:cubicBezTo>
                    <a:pt x="10163" y="186"/>
                    <a:pt x="9629" y="0"/>
                    <a:pt x="8933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67"/>
            <p:cNvSpPr/>
            <p:nvPr/>
          </p:nvSpPr>
          <p:spPr>
            <a:xfrm>
              <a:off x="2866950" y="1359300"/>
              <a:ext cx="139725" cy="88875"/>
            </a:xfrm>
            <a:custGeom>
              <a:avLst/>
              <a:gdLst/>
              <a:ahLst/>
              <a:cxnLst/>
              <a:rect l="l" t="t" r="r" b="b"/>
              <a:pathLst>
                <a:path w="5589" h="3555" extrusionOk="0">
                  <a:moveTo>
                    <a:pt x="3076" y="0"/>
                  </a:moveTo>
                  <a:cubicBezTo>
                    <a:pt x="1693" y="0"/>
                    <a:pt x="1" y="351"/>
                    <a:pt x="1" y="351"/>
                  </a:cubicBezTo>
                  <a:lnTo>
                    <a:pt x="3906" y="3554"/>
                  </a:lnTo>
                  <a:lnTo>
                    <a:pt x="4909" y="1572"/>
                  </a:lnTo>
                  <a:cubicBezTo>
                    <a:pt x="4909" y="1572"/>
                    <a:pt x="5589" y="651"/>
                    <a:pt x="4379" y="178"/>
                  </a:cubicBezTo>
                  <a:cubicBezTo>
                    <a:pt x="4053" y="48"/>
                    <a:pt x="3585" y="0"/>
                    <a:pt x="3076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67"/>
            <p:cNvSpPr/>
            <p:nvPr/>
          </p:nvSpPr>
          <p:spPr>
            <a:xfrm>
              <a:off x="2581800" y="1555500"/>
              <a:ext cx="292375" cy="320975"/>
            </a:xfrm>
            <a:custGeom>
              <a:avLst/>
              <a:gdLst/>
              <a:ahLst/>
              <a:cxnLst/>
              <a:rect l="l" t="t" r="r" b="b"/>
              <a:pathLst>
                <a:path w="11695" h="12839" extrusionOk="0">
                  <a:moveTo>
                    <a:pt x="7735" y="0"/>
                  </a:moveTo>
                  <a:cubicBezTo>
                    <a:pt x="6025" y="0"/>
                    <a:pt x="4219" y="385"/>
                    <a:pt x="3526" y="1847"/>
                  </a:cubicBezTo>
                  <a:cubicBezTo>
                    <a:pt x="2063" y="4912"/>
                    <a:pt x="1" y="11755"/>
                    <a:pt x="1" y="11755"/>
                  </a:cubicBezTo>
                  <a:lnTo>
                    <a:pt x="3872" y="12838"/>
                  </a:lnTo>
                  <a:lnTo>
                    <a:pt x="6153" y="3806"/>
                  </a:lnTo>
                  <a:lnTo>
                    <a:pt x="11695" y="3806"/>
                  </a:lnTo>
                  <a:lnTo>
                    <a:pt x="11603" y="464"/>
                  </a:lnTo>
                  <a:lnTo>
                    <a:pt x="11418" y="476"/>
                  </a:lnTo>
                  <a:cubicBezTo>
                    <a:pt x="11418" y="476"/>
                    <a:pt x="9636" y="0"/>
                    <a:pt x="7735" y="0"/>
                  </a:cubicBezTo>
                  <a:close/>
                </a:path>
              </a:pathLst>
            </a:custGeom>
            <a:solidFill>
              <a:srgbClr val="E3D6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67"/>
            <p:cNvSpPr/>
            <p:nvPr/>
          </p:nvSpPr>
          <p:spPr>
            <a:xfrm>
              <a:off x="2656400" y="1423075"/>
              <a:ext cx="43800" cy="60225"/>
            </a:xfrm>
            <a:custGeom>
              <a:avLst/>
              <a:gdLst/>
              <a:ahLst/>
              <a:cxnLst/>
              <a:rect l="l" t="t" r="r" b="b"/>
              <a:pathLst>
                <a:path w="1752" h="2409" extrusionOk="0">
                  <a:moveTo>
                    <a:pt x="1694" y="1"/>
                  </a:moveTo>
                  <a:cubicBezTo>
                    <a:pt x="1406" y="404"/>
                    <a:pt x="1153" y="773"/>
                    <a:pt x="865" y="1164"/>
                  </a:cubicBezTo>
                  <a:cubicBezTo>
                    <a:pt x="577" y="1568"/>
                    <a:pt x="300" y="1959"/>
                    <a:pt x="1" y="2363"/>
                  </a:cubicBezTo>
                  <a:cubicBezTo>
                    <a:pt x="12" y="2374"/>
                    <a:pt x="35" y="2386"/>
                    <a:pt x="58" y="2409"/>
                  </a:cubicBezTo>
                  <a:cubicBezTo>
                    <a:pt x="312" y="2063"/>
                    <a:pt x="611" y="1660"/>
                    <a:pt x="922" y="1211"/>
                  </a:cubicBezTo>
                  <a:cubicBezTo>
                    <a:pt x="1222" y="773"/>
                    <a:pt x="1510" y="369"/>
                    <a:pt x="1752" y="24"/>
                  </a:cubicBezTo>
                  <a:lnTo>
                    <a:pt x="1694" y="1"/>
                  </a:lnTo>
                  <a:close/>
                </a:path>
              </a:pathLst>
            </a:custGeom>
            <a:solidFill>
              <a:srgbClr val="62AF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67"/>
            <p:cNvSpPr/>
            <p:nvPr/>
          </p:nvSpPr>
          <p:spPr>
            <a:xfrm>
              <a:off x="2772475" y="1465125"/>
              <a:ext cx="43800" cy="25725"/>
            </a:xfrm>
            <a:custGeom>
              <a:avLst/>
              <a:gdLst/>
              <a:ahLst/>
              <a:cxnLst/>
              <a:rect l="l" t="t" r="r" b="b"/>
              <a:pathLst>
                <a:path w="1752" h="1029" extrusionOk="0">
                  <a:moveTo>
                    <a:pt x="26" y="0"/>
                  </a:moveTo>
                  <a:cubicBezTo>
                    <a:pt x="25" y="0"/>
                    <a:pt x="24" y="1"/>
                    <a:pt x="24" y="1"/>
                  </a:cubicBezTo>
                  <a:cubicBezTo>
                    <a:pt x="1" y="12"/>
                    <a:pt x="381" y="266"/>
                    <a:pt x="853" y="554"/>
                  </a:cubicBezTo>
                  <a:cubicBezTo>
                    <a:pt x="1302" y="827"/>
                    <a:pt x="1677" y="1028"/>
                    <a:pt x="1724" y="1028"/>
                  </a:cubicBezTo>
                  <a:cubicBezTo>
                    <a:pt x="1727" y="1028"/>
                    <a:pt x="1728" y="1027"/>
                    <a:pt x="1729" y="1026"/>
                  </a:cubicBezTo>
                  <a:cubicBezTo>
                    <a:pt x="1752" y="1003"/>
                    <a:pt x="1372" y="761"/>
                    <a:pt x="899" y="473"/>
                  </a:cubicBezTo>
                  <a:cubicBezTo>
                    <a:pt x="440" y="193"/>
                    <a:pt x="57" y="0"/>
                    <a:pt x="26" y="0"/>
                  </a:cubicBezTo>
                  <a:close/>
                </a:path>
              </a:pathLst>
            </a:custGeom>
            <a:solidFill>
              <a:srgbClr val="62AF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67"/>
            <p:cNvSpPr/>
            <p:nvPr/>
          </p:nvSpPr>
          <p:spPr>
            <a:xfrm>
              <a:off x="2634500" y="1593825"/>
              <a:ext cx="194750" cy="254125"/>
            </a:xfrm>
            <a:custGeom>
              <a:avLst/>
              <a:gdLst/>
              <a:ahLst/>
              <a:cxnLst/>
              <a:rect l="l" t="t" r="r" b="b"/>
              <a:pathLst>
                <a:path w="7790" h="10165" extrusionOk="0">
                  <a:moveTo>
                    <a:pt x="5963" y="0"/>
                  </a:moveTo>
                  <a:cubicBezTo>
                    <a:pt x="5733" y="0"/>
                    <a:pt x="5485" y="11"/>
                    <a:pt x="5220" y="37"/>
                  </a:cubicBezTo>
                  <a:cubicBezTo>
                    <a:pt x="4817" y="84"/>
                    <a:pt x="4391" y="187"/>
                    <a:pt x="3941" y="372"/>
                  </a:cubicBezTo>
                  <a:cubicBezTo>
                    <a:pt x="3503" y="556"/>
                    <a:pt x="3066" y="855"/>
                    <a:pt x="2697" y="1282"/>
                  </a:cubicBezTo>
                  <a:cubicBezTo>
                    <a:pt x="2351" y="1697"/>
                    <a:pt x="2086" y="2203"/>
                    <a:pt x="1867" y="2733"/>
                  </a:cubicBezTo>
                  <a:cubicBezTo>
                    <a:pt x="1649" y="3263"/>
                    <a:pt x="1476" y="3840"/>
                    <a:pt x="1314" y="4427"/>
                  </a:cubicBezTo>
                  <a:cubicBezTo>
                    <a:pt x="784" y="6616"/>
                    <a:pt x="335" y="8609"/>
                    <a:pt x="1" y="10119"/>
                  </a:cubicBezTo>
                  <a:cubicBezTo>
                    <a:pt x="59" y="10119"/>
                    <a:pt x="139" y="10130"/>
                    <a:pt x="197" y="10165"/>
                  </a:cubicBezTo>
                  <a:cubicBezTo>
                    <a:pt x="566" y="8667"/>
                    <a:pt x="1038" y="6662"/>
                    <a:pt x="1568" y="4508"/>
                  </a:cubicBezTo>
                  <a:cubicBezTo>
                    <a:pt x="1706" y="3909"/>
                    <a:pt x="1879" y="3356"/>
                    <a:pt x="2098" y="2837"/>
                  </a:cubicBezTo>
                  <a:cubicBezTo>
                    <a:pt x="2294" y="2319"/>
                    <a:pt x="2559" y="1823"/>
                    <a:pt x="2870" y="1432"/>
                  </a:cubicBezTo>
                  <a:cubicBezTo>
                    <a:pt x="3192" y="1051"/>
                    <a:pt x="3596" y="763"/>
                    <a:pt x="4010" y="567"/>
                  </a:cubicBezTo>
                  <a:cubicBezTo>
                    <a:pt x="4425" y="383"/>
                    <a:pt x="4840" y="279"/>
                    <a:pt x="5232" y="222"/>
                  </a:cubicBezTo>
                  <a:cubicBezTo>
                    <a:pt x="5609" y="166"/>
                    <a:pt x="5954" y="148"/>
                    <a:pt x="6258" y="148"/>
                  </a:cubicBezTo>
                  <a:cubicBezTo>
                    <a:pt x="6585" y="148"/>
                    <a:pt x="6865" y="169"/>
                    <a:pt x="7087" y="187"/>
                  </a:cubicBezTo>
                  <a:cubicBezTo>
                    <a:pt x="7404" y="195"/>
                    <a:pt x="7618" y="204"/>
                    <a:pt x="7716" y="204"/>
                  </a:cubicBezTo>
                  <a:cubicBezTo>
                    <a:pt x="7757" y="204"/>
                    <a:pt x="7778" y="202"/>
                    <a:pt x="7778" y="199"/>
                  </a:cubicBezTo>
                  <a:cubicBezTo>
                    <a:pt x="7789" y="164"/>
                    <a:pt x="7536" y="130"/>
                    <a:pt x="7110" y="72"/>
                  </a:cubicBezTo>
                  <a:cubicBezTo>
                    <a:pt x="6810" y="41"/>
                    <a:pt x="6423" y="0"/>
                    <a:pt x="5963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67"/>
            <p:cNvSpPr/>
            <p:nvPr/>
          </p:nvSpPr>
          <p:spPr>
            <a:xfrm>
              <a:off x="2586400" y="1832100"/>
              <a:ext cx="95950" cy="30550"/>
            </a:xfrm>
            <a:custGeom>
              <a:avLst/>
              <a:gdLst/>
              <a:ahLst/>
              <a:cxnLst/>
              <a:rect l="l" t="t" r="r" b="b"/>
              <a:pathLst>
                <a:path w="3838" h="1222" extrusionOk="0">
                  <a:moveTo>
                    <a:pt x="12" y="0"/>
                  </a:moveTo>
                  <a:cubicBezTo>
                    <a:pt x="12" y="23"/>
                    <a:pt x="1" y="46"/>
                    <a:pt x="1" y="69"/>
                  </a:cubicBezTo>
                  <a:cubicBezTo>
                    <a:pt x="554" y="230"/>
                    <a:pt x="1188" y="426"/>
                    <a:pt x="1844" y="634"/>
                  </a:cubicBezTo>
                  <a:cubicBezTo>
                    <a:pt x="2582" y="853"/>
                    <a:pt x="3261" y="1060"/>
                    <a:pt x="3814" y="1221"/>
                  </a:cubicBezTo>
                  <a:lnTo>
                    <a:pt x="3838" y="1152"/>
                  </a:lnTo>
                  <a:cubicBezTo>
                    <a:pt x="3273" y="979"/>
                    <a:pt x="2593" y="760"/>
                    <a:pt x="1856" y="542"/>
                  </a:cubicBezTo>
                  <a:cubicBezTo>
                    <a:pt x="1188" y="346"/>
                    <a:pt x="554" y="161"/>
                    <a:pt x="12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67"/>
            <p:cNvSpPr/>
            <p:nvPr/>
          </p:nvSpPr>
          <p:spPr>
            <a:xfrm>
              <a:off x="2759525" y="1743950"/>
              <a:ext cx="229875" cy="96525"/>
            </a:xfrm>
            <a:custGeom>
              <a:avLst/>
              <a:gdLst/>
              <a:ahLst/>
              <a:cxnLst/>
              <a:rect l="l" t="t" r="r" b="b"/>
              <a:pathLst>
                <a:path w="9195" h="3861" extrusionOk="0">
                  <a:moveTo>
                    <a:pt x="9010" y="1"/>
                  </a:moveTo>
                  <a:lnTo>
                    <a:pt x="0" y="3468"/>
                  </a:lnTo>
                  <a:lnTo>
                    <a:pt x="196" y="3860"/>
                  </a:lnTo>
                  <a:lnTo>
                    <a:pt x="9194" y="381"/>
                  </a:lnTo>
                  <a:lnTo>
                    <a:pt x="9010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67"/>
            <p:cNvSpPr/>
            <p:nvPr/>
          </p:nvSpPr>
          <p:spPr>
            <a:xfrm>
              <a:off x="2759525" y="1743950"/>
              <a:ext cx="229875" cy="96525"/>
            </a:xfrm>
            <a:custGeom>
              <a:avLst/>
              <a:gdLst/>
              <a:ahLst/>
              <a:cxnLst/>
              <a:rect l="l" t="t" r="r" b="b"/>
              <a:pathLst>
                <a:path w="9195" h="3861" extrusionOk="0">
                  <a:moveTo>
                    <a:pt x="196" y="1"/>
                  </a:moveTo>
                  <a:lnTo>
                    <a:pt x="0" y="381"/>
                  </a:lnTo>
                  <a:lnTo>
                    <a:pt x="9010" y="3860"/>
                  </a:lnTo>
                  <a:lnTo>
                    <a:pt x="9194" y="3468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67"/>
            <p:cNvSpPr/>
            <p:nvPr/>
          </p:nvSpPr>
          <p:spPr>
            <a:xfrm>
              <a:off x="2729275" y="1669350"/>
              <a:ext cx="60225" cy="280925"/>
            </a:xfrm>
            <a:custGeom>
              <a:avLst/>
              <a:gdLst/>
              <a:ahLst/>
              <a:cxnLst/>
              <a:rect l="l" t="t" r="r" b="b"/>
              <a:pathLst>
                <a:path w="2409" h="11237" extrusionOk="0">
                  <a:moveTo>
                    <a:pt x="1717" y="1"/>
                  </a:moveTo>
                  <a:lnTo>
                    <a:pt x="35" y="10831"/>
                  </a:lnTo>
                  <a:cubicBezTo>
                    <a:pt x="1" y="11026"/>
                    <a:pt x="139" y="11199"/>
                    <a:pt x="323" y="11234"/>
                  </a:cubicBezTo>
                  <a:cubicBezTo>
                    <a:pt x="338" y="11236"/>
                    <a:pt x="352" y="11237"/>
                    <a:pt x="366" y="11237"/>
                  </a:cubicBezTo>
                  <a:cubicBezTo>
                    <a:pt x="534" y="11237"/>
                    <a:pt x="683" y="11116"/>
                    <a:pt x="715" y="10946"/>
                  </a:cubicBezTo>
                  <a:lnTo>
                    <a:pt x="2408" y="10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67"/>
            <p:cNvSpPr/>
            <p:nvPr/>
          </p:nvSpPr>
          <p:spPr>
            <a:xfrm>
              <a:off x="2959425" y="1669350"/>
              <a:ext cx="60200" cy="280925"/>
            </a:xfrm>
            <a:custGeom>
              <a:avLst/>
              <a:gdLst/>
              <a:ahLst/>
              <a:cxnLst/>
              <a:rect l="l" t="t" r="r" b="b"/>
              <a:pathLst>
                <a:path w="2408" h="11237" extrusionOk="0">
                  <a:moveTo>
                    <a:pt x="691" y="1"/>
                  </a:moveTo>
                  <a:lnTo>
                    <a:pt x="0" y="104"/>
                  </a:lnTo>
                  <a:lnTo>
                    <a:pt x="1682" y="10934"/>
                  </a:lnTo>
                  <a:cubicBezTo>
                    <a:pt x="1725" y="11115"/>
                    <a:pt x="1875" y="11237"/>
                    <a:pt x="2042" y="11237"/>
                  </a:cubicBezTo>
                  <a:cubicBezTo>
                    <a:pt x="2057" y="11237"/>
                    <a:pt x="2071" y="11236"/>
                    <a:pt x="2085" y="11234"/>
                  </a:cubicBezTo>
                  <a:cubicBezTo>
                    <a:pt x="2270" y="11199"/>
                    <a:pt x="2408" y="11026"/>
                    <a:pt x="2373" y="10831"/>
                  </a:cubicBezTo>
                  <a:lnTo>
                    <a:pt x="691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67"/>
            <p:cNvSpPr/>
            <p:nvPr/>
          </p:nvSpPr>
          <p:spPr>
            <a:xfrm>
              <a:off x="2803875" y="1367500"/>
              <a:ext cx="291225" cy="298125"/>
            </a:xfrm>
            <a:custGeom>
              <a:avLst/>
              <a:gdLst/>
              <a:ahLst/>
              <a:cxnLst/>
              <a:rect l="l" t="t" r="r" b="b"/>
              <a:pathLst>
                <a:path w="11649" h="11925" extrusionOk="0">
                  <a:moveTo>
                    <a:pt x="4102" y="0"/>
                  </a:moveTo>
                  <a:cubicBezTo>
                    <a:pt x="3399" y="0"/>
                    <a:pt x="2777" y="484"/>
                    <a:pt x="2593" y="1152"/>
                  </a:cubicBezTo>
                  <a:lnTo>
                    <a:pt x="1" y="10450"/>
                  </a:lnTo>
                  <a:lnTo>
                    <a:pt x="8976" y="11925"/>
                  </a:lnTo>
                  <a:lnTo>
                    <a:pt x="11407" y="1947"/>
                  </a:lnTo>
                  <a:cubicBezTo>
                    <a:pt x="11649" y="956"/>
                    <a:pt x="10900" y="0"/>
                    <a:pt x="9886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67"/>
            <p:cNvSpPr/>
            <p:nvPr/>
          </p:nvSpPr>
          <p:spPr>
            <a:xfrm>
              <a:off x="2720625" y="1622125"/>
              <a:ext cx="307650" cy="57325"/>
            </a:xfrm>
            <a:custGeom>
              <a:avLst/>
              <a:gdLst/>
              <a:ahLst/>
              <a:cxnLst/>
              <a:rect l="l" t="t" r="r" b="b"/>
              <a:pathLst>
                <a:path w="12306" h="2293" extrusionOk="0">
                  <a:moveTo>
                    <a:pt x="1165" y="0"/>
                  </a:moveTo>
                  <a:cubicBezTo>
                    <a:pt x="519" y="0"/>
                    <a:pt x="1" y="518"/>
                    <a:pt x="1" y="1164"/>
                  </a:cubicBezTo>
                  <a:lnTo>
                    <a:pt x="1" y="1740"/>
                  </a:lnTo>
                  <a:cubicBezTo>
                    <a:pt x="1" y="2051"/>
                    <a:pt x="243" y="2293"/>
                    <a:pt x="554" y="2293"/>
                  </a:cubicBezTo>
                  <a:lnTo>
                    <a:pt x="11753" y="2293"/>
                  </a:lnTo>
                  <a:cubicBezTo>
                    <a:pt x="12064" y="2293"/>
                    <a:pt x="12306" y="2051"/>
                    <a:pt x="12294" y="1740"/>
                  </a:cubicBezTo>
                  <a:lnTo>
                    <a:pt x="12294" y="1164"/>
                  </a:lnTo>
                  <a:cubicBezTo>
                    <a:pt x="12294" y="518"/>
                    <a:pt x="11776" y="0"/>
                    <a:pt x="11119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67"/>
            <p:cNvSpPr/>
            <p:nvPr/>
          </p:nvSpPr>
          <p:spPr>
            <a:xfrm>
              <a:off x="1842425" y="1802425"/>
              <a:ext cx="109175" cy="84425"/>
            </a:xfrm>
            <a:custGeom>
              <a:avLst/>
              <a:gdLst/>
              <a:ahLst/>
              <a:cxnLst/>
              <a:rect l="l" t="t" r="r" b="b"/>
              <a:pathLst>
                <a:path w="4367" h="3377" extrusionOk="0">
                  <a:moveTo>
                    <a:pt x="392" y="0"/>
                  </a:moveTo>
                  <a:lnTo>
                    <a:pt x="0" y="2961"/>
                  </a:lnTo>
                  <a:lnTo>
                    <a:pt x="4367" y="3376"/>
                  </a:lnTo>
                  <a:cubicBezTo>
                    <a:pt x="4157" y="2575"/>
                    <a:pt x="2857" y="2522"/>
                    <a:pt x="2522" y="2522"/>
                  </a:cubicBezTo>
                  <a:cubicBezTo>
                    <a:pt x="2472" y="2522"/>
                    <a:pt x="2443" y="2524"/>
                    <a:pt x="2443" y="2524"/>
                  </a:cubicBezTo>
                  <a:lnTo>
                    <a:pt x="2443" y="957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67"/>
            <p:cNvSpPr/>
            <p:nvPr/>
          </p:nvSpPr>
          <p:spPr>
            <a:xfrm>
              <a:off x="1842700" y="1855700"/>
              <a:ext cx="108900" cy="31150"/>
            </a:xfrm>
            <a:custGeom>
              <a:avLst/>
              <a:gdLst/>
              <a:ahLst/>
              <a:cxnLst/>
              <a:rect l="l" t="t" r="r" b="b"/>
              <a:pathLst>
                <a:path w="4356" h="1246" extrusionOk="0">
                  <a:moveTo>
                    <a:pt x="93" y="1"/>
                  </a:moveTo>
                  <a:lnTo>
                    <a:pt x="1" y="830"/>
                  </a:lnTo>
                  <a:lnTo>
                    <a:pt x="4356" y="1245"/>
                  </a:lnTo>
                  <a:cubicBezTo>
                    <a:pt x="4141" y="426"/>
                    <a:pt x="2788" y="380"/>
                    <a:pt x="2490" y="380"/>
                  </a:cubicBezTo>
                  <a:cubicBezTo>
                    <a:pt x="2453" y="380"/>
                    <a:pt x="2432" y="381"/>
                    <a:pt x="2432" y="381"/>
                  </a:cubicBezTo>
                  <a:lnTo>
                    <a:pt x="2432" y="323"/>
                  </a:lnTo>
                  <a:cubicBezTo>
                    <a:pt x="1648" y="220"/>
                    <a:pt x="877" y="105"/>
                    <a:pt x="93" y="1"/>
                  </a:cubicBezTo>
                  <a:close/>
                </a:path>
              </a:pathLst>
            </a:custGeom>
            <a:solidFill>
              <a:srgbClr val="4A9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67"/>
            <p:cNvSpPr/>
            <p:nvPr/>
          </p:nvSpPr>
          <p:spPr>
            <a:xfrm>
              <a:off x="1817375" y="1565950"/>
              <a:ext cx="118400" cy="266175"/>
            </a:xfrm>
            <a:custGeom>
              <a:avLst/>
              <a:gdLst/>
              <a:ahLst/>
              <a:cxnLst/>
              <a:rect l="l" t="t" r="r" b="b"/>
              <a:pathLst>
                <a:path w="4736" h="10647" extrusionOk="0">
                  <a:moveTo>
                    <a:pt x="4505" y="0"/>
                  </a:moveTo>
                  <a:lnTo>
                    <a:pt x="634" y="392"/>
                  </a:lnTo>
                  <a:lnTo>
                    <a:pt x="0" y="10462"/>
                  </a:lnTo>
                  <a:lnTo>
                    <a:pt x="4735" y="10646"/>
                  </a:lnTo>
                  <a:lnTo>
                    <a:pt x="4505" y="0"/>
                  </a:ln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67"/>
            <p:cNvSpPr/>
            <p:nvPr/>
          </p:nvSpPr>
          <p:spPr>
            <a:xfrm>
              <a:off x="1877550" y="1569975"/>
              <a:ext cx="14450" cy="239100"/>
            </a:xfrm>
            <a:custGeom>
              <a:avLst/>
              <a:gdLst/>
              <a:ahLst/>
              <a:cxnLst/>
              <a:rect l="l" t="t" r="r" b="b"/>
              <a:pathLst>
                <a:path w="578" h="9564" extrusionOk="0">
                  <a:moveTo>
                    <a:pt x="577" y="1"/>
                  </a:moveTo>
                  <a:lnTo>
                    <a:pt x="289" y="24"/>
                  </a:lnTo>
                  <a:cubicBezTo>
                    <a:pt x="139" y="3215"/>
                    <a:pt x="59" y="6383"/>
                    <a:pt x="1" y="9563"/>
                  </a:cubicBezTo>
                  <a:cubicBezTo>
                    <a:pt x="12" y="9558"/>
                    <a:pt x="27" y="9555"/>
                    <a:pt x="44" y="9555"/>
                  </a:cubicBezTo>
                  <a:cubicBezTo>
                    <a:pt x="55" y="9555"/>
                    <a:pt x="68" y="9556"/>
                    <a:pt x="81" y="9558"/>
                  </a:cubicBezTo>
                  <a:lnTo>
                    <a:pt x="81" y="9558"/>
                  </a:lnTo>
                  <a:cubicBezTo>
                    <a:pt x="80" y="9558"/>
                    <a:pt x="79" y="9558"/>
                    <a:pt x="79" y="9558"/>
                  </a:cubicBezTo>
                  <a:cubicBezTo>
                    <a:pt x="73" y="9558"/>
                    <a:pt x="78" y="9560"/>
                    <a:pt x="105" y="9563"/>
                  </a:cubicBezTo>
                  <a:cubicBezTo>
                    <a:pt x="96" y="9561"/>
                    <a:pt x="89" y="9560"/>
                    <a:pt x="81" y="9558"/>
                  </a:cubicBezTo>
                  <a:lnTo>
                    <a:pt x="81" y="9558"/>
                  </a:lnTo>
                  <a:cubicBezTo>
                    <a:pt x="97" y="9559"/>
                    <a:pt x="148" y="9563"/>
                    <a:pt x="162" y="9563"/>
                  </a:cubicBezTo>
                  <a:cubicBezTo>
                    <a:pt x="170" y="9563"/>
                    <a:pt x="224" y="9558"/>
                    <a:pt x="238" y="9558"/>
                  </a:cubicBezTo>
                  <a:cubicBezTo>
                    <a:pt x="245" y="9558"/>
                    <a:pt x="243" y="9560"/>
                    <a:pt x="220" y="9563"/>
                  </a:cubicBezTo>
                  <a:lnTo>
                    <a:pt x="289" y="9563"/>
                  </a:lnTo>
                  <a:cubicBezTo>
                    <a:pt x="335" y="6383"/>
                    <a:pt x="427" y="3181"/>
                    <a:pt x="577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67"/>
            <p:cNvSpPr/>
            <p:nvPr/>
          </p:nvSpPr>
          <p:spPr>
            <a:xfrm>
              <a:off x="1818525" y="1804725"/>
              <a:ext cx="116675" cy="8950"/>
            </a:xfrm>
            <a:custGeom>
              <a:avLst/>
              <a:gdLst/>
              <a:ahLst/>
              <a:cxnLst/>
              <a:rect l="l" t="t" r="r" b="b"/>
              <a:pathLst>
                <a:path w="4667" h="358" extrusionOk="0">
                  <a:moveTo>
                    <a:pt x="12" y="1"/>
                  </a:moveTo>
                  <a:lnTo>
                    <a:pt x="0" y="139"/>
                  </a:lnTo>
                  <a:cubicBezTo>
                    <a:pt x="1555" y="231"/>
                    <a:pt x="3111" y="300"/>
                    <a:pt x="4666" y="358"/>
                  </a:cubicBezTo>
                  <a:lnTo>
                    <a:pt x="4666" y="219"/>
                  </a:lnTo>
                  <a:cubicBezTo>
                    <a:pt x="3111" y="162"/>
                    <a:pt x="1555" y="81"/>
                    <a:pt x="12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67"/>
            <p:cNvSpPr/>
            <p:nvPr/>
          </p:nvSpPr>
          <p:spPr>
            <a:xfrm>
              <a:off x="2010350" y="1427550"/>
              <a:ext cx="107450" cy="66725"/>
            </a:xfrm>
            <a:custGeom>
              <a:avLst/>
              <a:gdLst/>
              <a:ahLst/>
              <a:cxnLst/>
              <a:rect l="l" t="t" r="r" b="b"/>
              <a:pathLst>
                <a:path w="4298" h="2669" extrusionOk="0">
                  <a:moveTo>
                    <a:pt x="1572" y="0"/>
                  </a:moveTo>
                  <a:cubicBezTo>
                    <a:pt x="1335" y="0"/>
                    <a:pt x="1098" y="25"/>
                    <a:pt x="864" y="75"/>
                  </a:cubicBezTo>
                  <a:lnTo>
                    <a:pt x="0" y="2011"/>
                  </a:lnTo>
                  <a:cubicBezTo>
                    <a:pt x="186" y="1957"/>
                    <a:pt x="377" y="1931"/>
                    <a:pt x="567" y="1931"/>
                  </a:cubicBezTo>
                  <a:cubicBezTo>
                    <a:pt x="906" y="1931"/>
                    <a:pt x="1241" y="2013"/>
                    <a:pt x="1544" y="2161"/>
                  </a:cubicBezTo>
                  <a:cubicBezTo>
                    <a:pt x="1717" y="2253"/>
                    <a:pt x="1901" y="2276"/>
                    <a:pt x="2074" y="2368"/>
                  </a:cubicBezTo>
                  <a:cubicBezTo>
                    <a:pt x="2316" y="2483"/>
                    <a:pt x="2547" y="2587"/>
                    <a:pt x="2811" y="2644"/>
                  </a:cubicBezTo>
                  <a:cubicBezTo>
                    <a:pt x="2861" y="2659"/>
                    <a:pt x="2911" y="2669"/>
                    <a:pt x="2961" y="2669"/>
                  </a:cubicBezTo>
                  <a:cubicBezTo>
                    <a:pt x="2992" y="2669"/>
                    <a:pt x="3023" y="2665"/>
                    <a:pt x="3053" y="2656"/>
                  </a:cubicBezTo>
                  <a:cubicBezTo>
                    <a:pt x="3111" y="2644"/>
                    <a:pt x="3180" y="2587"/>
                    <a:pt x="3157" y="2529"/>
                  </a:cubicBezTo>
                  <a:cubicBezTo>
                    <a:pt x="3157" y="2495"/>
                    <a:pt x="3123" y="2483"/>
                    <a:pt x="3100" y="2472"/>
                  </a:cubicBezTo>
                  <a:cubicBezTo>
                    <a:pt x="2950" y="2391"/>
                    <a:pt x="2777" y="2356"/>
                    <a:pt x="2627" y="2264"/>
                  </a:cubicBezTo>
                  <a:cubicBezTo>
                    <a:pt x="2535" y="2218"/>
                    <a:pt x="2466" y="2184"/>
                    <a:pt x="2397" y="2126"/>
                  </a:cubicBezTo>
                  <a:cubicBezTo>
                    <a:pt x="2351" y="2091"/>
                    <a:pt x="2258" y="1976"/>
                    <a:pt x="2224" y="1965"/>
                  </a:cubicBezTo>
                  <a:lnTo>
                    <a:pt x="2224" y="1965"/>
                  </a:lnTo>
                  <a:cubicBezTo>
                    <a:pt x="2477" y="2022"/>
                    <a:pt x="2719" y="2138"/>
                    <a:pt x="2996" y="2184"/>
                  </a:cubicBezTo>
                  <a:cubicBezTo>
                    <a:pt x="3106" y="2198"/>
                    <a:pt x="3215" y="2206"/>
                    <a:pt x="3325" y="2206"/>
                  </a:cubicBezTo>
                  <a:cubicBezTo>
                    <a:pt x="3480" y="2206"/>
                    <a:pt x="3636" y="2190"/>
                    <a:pt x="3791" y="2149"/>
                  </a:cubicBezTo>
                  <a:cubicBezTo>
                    <a:pt x="3906" y="2126"/>
                    <a:pt x="4044" y="1988"/>
                    <a:pt x="3964" y="1907"/>
                  </a:cubicBezTo>
                  <a:cubicBezTo>
                    <a:pt x="3918" y="1861"/>
                    <a:pt x="3860" y="1861"/>
                    <a:pt x="3802" y="1861"/>
                  </a:cubicBezTo>
                  <a:cubicBezTo>
                    <a:pt x="3687" y="1861"/>
                    <a:pt x="3583" y="1815"/>
                    <a:pt x="3468" y="1803"/>
                  </a:cubicBezTo>
                  <a:cubicBezTo>
                    <a:pt x="3341" y="1792"/>
                    <a:pt x="3215" y="1780"/>
                    <a:pt x="3076" y="1746"/>
                  </a:cubicBezTo>
                  <a:cubicBezTo>
                    <a:pt x="2823" y="1700"/>
                    <a:pt x="2581" y="1619"/>
                    <a:pt x="2374" y="1458"/>
                  </a:cubicBezTo>
                  <a:cubicBezTo>
                    <a:pt x="2328" y="1435"/>
                    <a:pt x="2282" y="1343"/>
                    <a:pt x="2235" y="1331"/>
                  </a:cubicBezTo>
                  <a:lnTo>
                    <a:pt x="2235" y="1331"/>
                  </a:lnTo>
                  <a:cubicBezTo>
                    <a:pt x="2420" y="1377"/>
                    <a:pt x="2593" y="1435"/>
                    <a:pt x="2777" y="1469"/>
                  </a:cubicBezTo>
                  <a:cubicBezTo>
                    <a:pt x="2979" y="1527"/>
                    <a:pt x="3222" y="1576"/>
                    <a:pt x="3457" y="1576"/>
                  </a:cubicBezTo>
                  <a:cubicBezTo>
                    <a:pt x="3597" y="1576"/>
                    <a:pt x="3735" y="1558"/>
                    <a:pt x="3860" y="1515"/>
                  </a:cubicBezTo>
                  <a:cubicBezTo>
                    <a:pt x="3929" y="1492"/>
                    <a:pt x="4298" y="1377"/>
                    <a:pt x="4194" y="1239"/>
                  </a:cubicBezTo>
                  <a:cubicBezTo>
                    <a:pt x="4148" y="1193"/>
                    <a:pt x="4067" y="1193"/>
                    <a:pt x="3987" y="1193"/>
                  </a:cubicBezTo>
                  <a:cubicBezTo>
                    <a:pt x="3687" y="1193"/>
                    <a:pt x="3399" y="1193"/>
                    <a:pt x="3111" y="1112"/>
                  </a:cubicBezTo>
                  <a:cubicBezTo>
                    <a:pt x="2721" y="1032"/>
                    <a:pt x="2399" y="757"/>
                    <a:pt x="2226" y="401"/>
                  </a:cubicBezTo>
                  <a:lnTo>
                    <a:pt x="2226" y="401"/>
                  </a:lnTo>
                  <a:cubicBezTo>
                    <a:pt x="2290" y="527"/>
                    <a:pt x="2801" y="663"/>
                    <a:pt x="2927" y="709"/>
                  </a:cubicBezTo>
                  <a:cubicBezTo>
                    <a:pt x="2984" y="727"/>
                    <a:pt x="3093" y="739"/>
                    <a:pt x="3201" y="739"/>
                  </a:cubicBezTo>
                  <a:cubicBezTo>
                    <a:pt x="3437" y="739"/>
                    <a:pt x="3669" y="680"/>
                    <a:pt x="3353" y="490"/>
                  </a:cubicBezTo>
                  <a:cubicBezTo>
                    <a:pt x="2818" y="172"/>
                    <a:pt x="2198" y="0"/>
                    <a:pt x="1572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67"/>
            <p:cNvSpPr/>
            <p:nvPr/>
          </p:nvSpPr>
          <p:spPr>
            <a:xfrm>
              <a:off x="1688900" y="1094425"/>
              <a:ext cx="168800" cy="145500"/>
            </a:xfrm>
            <a:custGeom>
              <a:avLst/>
              <a:gdLst/>
              <a:ahLst/>
              <a:cxnLst/>
              <a:rect l="l" t="t" r="r" b="b"/>
              <a:pathLst>
                <a:path w="6752" h="5820" extrusionOk="0">
                  <a:moveTo>
                    <a:pt x="4551" y="1"/>
                  </a:moveTo>
                  <a:cubicBezTo>
                    <a:pt x="3987" y="1"/>
                    <a:pt x="3641" y="266"/>
                    <a:pt x="3157" y="473"/>
                  </a:cubicBezTo>
                  <a:cubicBezTo>
                    <a:pt x="2754" y="646"/>
                    <a:pt x="2316" y="612"/>
                    <a:pt x="1902" y="761"/>
                  </a:cubicBezTo>
                  <a:cubicBezTo>
                    <a:pt x="1729" y="819"/>
                    <a:pt x="1544" y="900"/>
                    <a:pt x="1429" y="1049"/>
                  </a:cubicBezTo>
                  <a:cubicBezTo>
                    <a:pt x="1291" y="1188"/>
                    <a:pt x="1233" y="1395"/>
                    <a:pt x="1084" y="1522"/>
                  </a:cubicBezTo>
                  <a:cubicBezTo>
                    <a:pt x="853" y="1729"/>
                    <a:pt x="623" y="1741"/>
                    <a:pt x="427" y="1994"/>
                  </a:cubicBezTo>
                  <a:cubicBezTo>
                    <a:pt x="1" y="2616"/>
                    <a:pt x="1" y="3354"/>
                    <a:pt x="277" y="4033"/>
                  </a:cubicBezTo>
                  <a:cubicBezTo>
                    <a:pt x="565" y="4702"/>
                    <a:pt x="865" y="5312"/>
                    <a:pt x="1429" y="5819"/>
                  </a:cubicBezTo>
                  <a:lnTo>
                    <a:pt x="6671" y="2513"/>
                  </a:lnTo>
                  <a:cubicBezTo>
                    <a:pt x="6752" y="2052"/>
                    <a:pt x="6706" y="1568"/>
                    <a:pt x="6556" y="1118"/>
                  </a:cubicBezTo>
                  <a:cubicBezTo>
                    <a:pt x="6245" y="266"/>
                    <a:pt x="5369" y="1"/>
                    <a:pt x="4551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67"/>
            <p:cNvSpPr/>
            <p:nvPr/>
          </p:nvSpPr>
          <p:spPr>
            <a:xfrm>
              <a:off x="1840125" y="1145125"/>
              <a:ext cx="35150" cy="50150"/>
            </a:xfrm>
            <a:custGeom>
              <a:avLst/>
              <a:gdLst/>
              <a:ahLst/>
              <a:cxnLst/>
              <a:rect l="l" t="t" r="r" b="b"/>
              <a:pathLst>
                <a:path w="1406" h="2006" extrusionOk="0">
                  <a:moveTo>
                    <a:pt x="0" y="1"/>
                  </a:moveTo>
                  <a:lnTo>
                    <a:pt x="277" y="2005"/>
                  </a:lnTo>
                  <a:lnTo>
                    <a:pt x="1406" y="160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67"/>
            <p:cNvSpPr/>
            <p:nvPr/>
          </p:nvSpPr>
          <p:spPr>
            <a:xfrm>
              <a:off x="1798350" y="1465125"/>
              <a:ext cx="129650" cy="90325"/>
            </a:xfrm>
            <a:custGeom>
              <a:avLst/>
              <a:gdLst/>
              <a:ahLst/>
              <a:cxnLst/>
              <a:rect l="l" t="t" r="r" b="b"/>
              <a:pathLst>
                <a:path w="5186" h="3613" extrusionOk="0">
                  <a:moveTo>
                    <a:pt x="3710" y="1"/>
                  </a:moveTo>
                  <a:lnTo>
                    <a:pt x="47" y="381"/>
                  </a:lnTo>
                  <a:cubicBezTo>
                    <a:pt x="1" y="565"/>
                    <a:pt x="70" y="761"/>
                    <a:pt x="127" y="957"/>
                  </a:cubicBezTo>
                  <a:cubicBezTo>
                    <a:pt x="392" y="1764"/>
                    <a:pt x="508" y="2628"/>
                    <a:pt x="450" y="3469"/>
                  </a:cubicBezTo>
                  <a:cubicBezTo>
                    <a:pt x="1383" y="3526"/>
                    <a:pt x="2328" y="3572"/>
                    <a:pt x="3284" y="3607"/>
                  </a:cubicBezTo>
                  <a:cubicBezTo>
                    <a:pt x="3443" y="3610"/>
                    <a:pt x="3602" y="3613"/>
                    <a:pt x="3761" y="3613"/>
                  </a:cubicBezTo>
                  <a:cubicBezTo>
                    <a:pt x="4239" y="3613"/>
                    <a:pt x="4719" y="3587"/>
                    <a:pt x="5185" y="3457"/>
                  </a:cubicBezTo>
                  <a:lnTo>
                    <a:pt x="3710" y="1"/>
                  </a:lnTo>
                  <a:close/>
                </a:path>
              </a:pathLst>
            </a:custGeom>
            <a:solidFill>
              <a:srgbClr val="092D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67"/>
            <p:cNvSpPr/>
            <p:nvPr/>
          </p:nvSpPr>
          <p:spPr>
            <a:xfrm>
              <a:off x="1833200" y="1565650"/>
              <a:ext cx="102275" cy="266475"/>
            </a:xfrm>
            <a:custGeom>
              <a:avLst/>
              <a:gdLst/>
              <a:ahLst/>
              <a:cxnLst/>
              <a:rect l="l" t="t" r="r" b="b"/>
              <a:pathLst>
                <a:path w="4091" h="10659" extrusionOk="0">
                  <a:moveTo>
                    <a:pt x="3872" y="1"/>
                  </a:moveTo>
                  <a:lnTo>
                    <a:pt x="1" y="393"/>
                  </a:lnTo>
                  <a:cubicBezTo>
                    <a:pt x="842" y="1510"/>
                    <a:pt x="1568" y="2708"/>
                    <a:pt x="2075" y="4022"/>
                  </a:cubicBezTo>
                  <a:cubicBezTo>
                    <a:pt x="2628" y="5485"/>
                    <a:pt x="2869" y="7086"/>
                    <a:pt x="2605" y="8630"/>
                  </a:cubicBezTo>
                  <a:cubicBezTo>
                    <a:pt x="2489" y="9275"/>
                    <a:pt x="2293" y="9898"/>
                    <a:pt x="2247" y="10531"/>
                  </a:cubicBezTo>
                  <a:lnTo>
                    <a:pt x="2247" y="10589"/>
                  </a:lnTo>
                  <a:lnTo>
                    <a:pt x="4091" y="10658"/>
                  </a:lnTo>
                  <a:lnTo>
                    <a:pt x="4091" y="10658"/>
                  </a:lnTo>
                  <a:lnTo>
                    <a:pt x="3872" y="1"/>
                  </a:lnTo>
                  <a:close/>
                </a:path>
              </a:pathLst>
            </a:custGeom>
            <a:solidFill>
              <a:srgbClr val="417F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67"/>
            <p:cNvSpPr/>
            <p:nvPr/>
          </p:nvSpPr>
          <p:spPr>
            <a:xfrm>
              <a:off x="1775025" y="1243625"/>
              <a:ext cx="50150" cy="90200"/>
            </a:xfrm>
            <a:custGeom>
              <a:avLst/>
              <a:gdLst/>
              <a:ahLst/>
              <a:cxnLst/>
              <a:rect l="l" t="t" r="r" b="b"/>
              <a:pathLst>
                <a:path w="2006" h="3608" extrusionOk="0">
                  <a:moveTo>
                    <a:pt x="127" y="1"/>
                  </a:moveTo>
                  <a:lnTo>
                    <a:pt x="0" y="3538"/>
                  </a:lnTo>
                  <a:lnTo>
                    <a:pt x="1890" y="3607"/>
                  </a:lnTo>
                  <a:lnTo>
                    <a:pt x="2005" y="59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67"/>
            <p:cNvSpPr/>
            <p:nvPr/>
          </p:nvSpPr>
          <p:spPr>
            <a:xfrm>
              <a:off x="1761475" y="1305250"/>
              <a:ext cx="286625" cy="201375"/>
            </a:xfrm>
            <a:custGeom>
              <a:avLst/>
              <a:gdLst/>
              <a:ahLst/>
              <a:cxnLst/>
              <a:rect l="l" t="t" r="r" b="b"/>
              <a:pathLst>
                <a:path w="11465" h="8055" extrusionOk="0">
                  <a:moveTo>
                    <a:pt x="2750" y="0"/>
                  </a:moveTo>
                  <a:cubicBezTo>
                    <a:pt x="1973" y="0"/>
                    <a:pt x="1268" y="128"/>
                    <a:pt x="1268" y="128"/>
                  </a:cubicBezTo>
                  <a:cubicBezTo>
                    <a:pt x="1268" y="128"/>
                    <a:pt x="1" y="6534"/>
                    <a:pt x="3768" y="7663"/>
                  </a:cubicBezTo>
                  <a:cubicBezTo>
                    <a:pt x="4726" y="7949"/>
                    <a:pt x="5795" y="8055"/>
                    <a:pt x="6857" y="8055"/>
                  </a:cubicBezTo>
                  <a:cubicBezTo>
                    <a:pt x="8582" y="8055"/>
                    <a:pt x="10288" y="7775"/>
                    <a:pt x="11465" y="7525"/>
                  </a:cubicBezTo>
                  <a:cubicBezTo>
                    <a:pt x="11384" y="6546"/>
                    <a:pt x="11246" y="5578"/>
                    <a:pt x="11096" y="4610"/>
                  </a:cubicBezTo>
                  <a:lnTo>
                    <a:pt x="6280" y="4737"/>
                  </a:lnTo>
                  <a:cubicBezTo>
                    <a:pt x="6280" y="4737"/>
                    <a:pt x="5278" y="1615"/>
                    <a:pt x="4655" y="624"/>
                  </a:cubicBezTo>
                  <a:cubicBezTo>
                    <a:pt x="4358" y="125"/>
                    <a:pt x="3519" y="0"/>
                    <a:pt x="2750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67"/>
            <p:cNvSpPr/>
            <p:nvPr/>
          </p:nvSpPr>
          <p:spPr>
            <a:xfrm>
              <a:off x="2105675" y="1754325"/>
              <a:ext cx="129650" cy="78950"/>
            </a:xfrm>
            <a:custGeom>
              <a:avLst/>
              <a:gdLst/>
              <a:ahLst/>
              <a:cxnLst/>
              <a:rect l="l" t="t" r="r" b="b"/>
              <a:pathLst>
                <a:path w="5186" h="3158" extrusionOk="0">
                  <a:moveTo>
                    <a:pt x="2086" y="0"/>
                  </a:moveTo>
                  <a:lnTo>
                    <a:pt x="1" y="830"/>
                  </a:lnTo>
                  <a:lnTo>
                    <a:pt x="1879" y="3157"/>
                  </a:lnTo>
                  <a:lnTo>
                    <a:pt x="5185" y="277"/>
                  </a:lnTo>
                  <a:cubicBezTo>
                    <a:pt x="5054" y="206"/>
                    <a:pt x="4917" y="176"/>
                    <a:pt x="4779" y="176"/>
                  </a:cubicBezTo>
                  <a:cubicBezTo>
                    <a:pt x="4019" y="176"/>
                    <a:pt x="3227" y="1083"/>
                    <a:pt x="3227" y="1083"/>
                  </a:cubicBezTo>
                  <a:lnTo>
                    <a:pt x="2086" y="0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67"/>
            <p:cNvSpPr/>
            <p:nvPr/>
          </p:nvSpPr>
          <p:spPr>
            <a:xfrm>
              <a:off x="2139375" y="1758700"/>
              <a:ext cx="95650" cy="74575"/>
            </a:xfrm>
            <a:custGeom>
              <a:avLst/>
              <a:gdLst/>
              <a:ahLst/>
              <a:cxnLst/>
              <a:rect l="l" t="t" r="r" b="b"/>
              <a:pathLst>
                <a:path w="3826" h="2983" extrusionOk="0">
                  <a:moveTo>
                    <a:pt x="3432" y="1"/>
                  </a:moveTo>
                  <a:cubicBezTo>
                    <a:pt x="2687" y="1"/>
                    <a:pt x="1879" y="908"/>
                    <a:pt x="1879" y="908"/>
                  </a:cubicBezTo>
                  <a:lnTo>
                    <a:pt x="1844" y="862"/>
                  </a:lnTo>
                  <a:cubicBezTo>
                    <a:pt x="1222" y="1346"/>
                    <a:pt x="611" y="1842"/>
                    <a:pt x="1" y="2325"/>
                  </a:cubicBezTo>
                  <a:lnTo>
                    <a:pt x="519" y="2982"/>
                  </a:lnTo>
                  <a:lnTo>
                    <a:pt x="3826" y="102"/>
                  </a:lnTo>
                  <a:cubicBezTo>
                    <a:pt x="3700" y="31"/>
                    <a:pt x="3567" y="1"/>
                    <a:pt x="3432" y="1"/>
                  </a:cubicBezTo>
                  <a:close/>
                </a:path>
              </a:pathLst>
            </a:custGeom>
            <a:solidFill>
              <a:srgbClr val="4A9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67"/>
            <p:cNvSpPr/>
            <p:nvPr/>
          </p:nvSpPr>
          <p:spPr>
            <a:xfrm>
              <a:off x="1859125" y="1499025"/>
              <a:ext cx="327800" cy="316375"/>
            </a:xfrm>
            <a:custGeom>
              <a:avLst/>
              <a:gdLst/>
              <a:ahLst/>
              <a:cxnLst/>
              <a:rect l="l" t="t" r="r" b="b"/>
              <a:pathLst>
                <a:path w="13112" h="12655" extrusionOk="0">
                  <a:moveTo>
                    <a:pt x="2780" y="1"/>
                  </a:moveTo>
                  <a:cubicBezTo>
                    <a:pt x="1351" y="1"/>
                    <a:pt x="1" y="189"/>
                    <a:pt x="1" y="189"/>
                  </a:cubicBezTo>
                  <a:lnTo>
                    <a:pt x="358" y="4325"/>
                  </a:lnTo>
                  <a:cubicBezTo>
                    <a:pt x="358" y="4325"/>
                    <a:pt x="947" y="4153"/>
                    <a:pt x="1591" y="4153"/>
                  </a:cubicBezTo>
                  <a:cubicBezTo>
                    <a:pt x="2028" y="4153"/>
                    <a:pt x="2490" y="4232"/>
                    <a:pt x="2812" y="4498"/>
                  </a:cubicBezTo>
                  <a:cubicBezTo>
                    <a:pt x="3595" y="5143"/>
                    <a:pt x="9632" y="12655"/>
                    <a:pt x="9632" y="12655"/>
                  </a:cubicBezTo>
                  <a:lnTo>
                    <a:pt x="13112" y="9867"/>
                  </a:lnTo>
                  <a:cubicBezTo>
                    <a:pt x="13112" y="9867"/>
                    <a:pt x="7052" y="1341"/>
                    <a:pt x="5588" y="477"/>
                  </a:cubicBezTo>
                  <a:cubicBezTo>
                    <a:pt x="4966" y="106"/>
                    <a:pt x="3851" y="1"/>
                    <a:pt x="2780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67"/>
            <p:cNvSpPr/>
            <p:nvPr/>
          </p:nvSpPr>
          <p:spPr>
            <a:xfrm>
              <a:off x="2085800" y="1726675"/>
              <a:ext cx="89625" cy="74050"/>
            </a:xfrm>
            <a:custGeom>
              <a:avLst/>
              <a:gdLst/>
              <a:ahLst/>
              <a:cxnLst/>
              <a:rect l="l" t="t" r="r" b="b"/>
              <a:pathLst>
                <a:path w="3585" h="2962" extrusionOk="0">
                  <a:moveTo>
                    <a:pt x="3492" y="0"/>
                  </a:moveTo>
                  <a:cubicBezTo>
                    <a:pt x="2305" y="933"/>
                    <a:pt x="1153" y="1878"/>
                    <a:pt x="1" y="2858"/>
                  </a:cubicBezTo>
                  <a:cubicBezTo>
                    <a:pt x="24" y="2892"/>
                    <a:pt x="47" y="2915"/>
                    <a:pt x="93" y="2961"/>
                  </a:cubicBezTo>
                  <a:cubicBezTo>
                    <a:pt x="1234" y="1993"/>
                    <a:pt x="2397" y="1037"/>
                    <a:pt x="3584" y="115"/>
                  </a:cubicBezTo>
                  <a:cubicBezTo>
                    <a:pt x="3549" y="69"/>
                    <a:pt x="3526" y="35"/>
                    <a:pt x="3492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67"/>
            <p:cNvSpPr/>
            <p:nvPr/>
          </p:nvSpPr>
          <p:spPr>
            <a:xfrm>
              <a:off x="1862300" y="1540800"/>
              <a:ext cx="269900" cy="227075"/>
            </a:xfrm>
            <a:custGeom>
              <a:avLst/>
              <a:gdLst/>
              <a:ahLst/>
              <a:cxnLst/>
              <a:rect l="l" t="t" r="r" b="b"/>
              <a:pathLst>
                <a:path w="10796" h="9083" extrusionOk="0">
                  <a:moveTo>
                    <a:pt x="1399" y="1"/>
                  </a:moveTo>
                  <a:cubicBezTo>
                    <a:pt x="932" y="1"/>
                    <a:pt x="462" y="37"/>
                    <a:pt x="0" y="85"/>
                  </a:cubicBezTo>
                  <a:lnTo>
                    <a:pt x="35" y="373"/>
                  </a:lnTo>
                  <a:cubicBezTo>
                    <a:pt x="456" y="333"/>
                    <a:pt x="877" y="305"/>
                    <a:pt x="1295" y="305"/>
                  </a:cubicBezTo>
                  <a:cubicBezTo>
                    <a:pt x="2204" y="305"/>
                    <a:pt x="3100" y="435"/>
                    <a:pt x="3952" y="845"/>
                  </a:cubicBezTo>
                  <a:cubicBezTo>
                    <a:pt x="5266" y="1502"/>
                    <a:pt x="6187" y="2792"/>
                    <a:pt x="7051" y="3933"/>
                  </a:cubicBezTo>
                  <a:cubicBezTo>
                    <a:pt x="8296" y="5592"/>
                    <a:pt x="9482" y="7320"/>
                    <a:pt x="10588" y="9083"/>
                  </a:cubicBezTo>
                  <a:cubicBezTo>
                    <a:pt x="10646" y="9014"/>
                    <a:pt x="10715" y="8956"/>
                    <a:pt x="10796" y="8898"/>
                  </a:cubicBezTo>
                  <a:cubicBezTo>
                    <a:pt x="9552" y="6928"/>
                    <a:pt x="8227" y="4993"/>
                    <a:pt x="6798" y="3172"/>
                  </a:cubicBezTo>
                  <a:cubicBezTo>
                    <a:pt x="5934" y="2055"/>
                    <a:pt x="4989" y="995"/>
                    <a:pt x="3664" y="419"/>
                  </a:cubicBezTo>
                  <a:cubicBezTo>
                    <a:pt x="2951" y="102"/>
                    <a:pt x="2179" y="1"/>
                    <a:pt x="1399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67"/>
            <p:cNvSpPr/>
            <p:nvPr/>
          </p:nvSpPr>
          <p:spPr>
            <a:xfrm>
              <a:off x="1710500" y="1119775"/>
              <a:ext cx="159025" cy="155450"/>
            </a:xfrm>
            <a:custGeom>
              <a:avLst/>
              <a:gdLst/>
              <a:ahLst/>
              <a:cxnLst/>
              <a:rect l="l" t="t" r="r" b="b"/>
              <a:pathLst>
                <a:path w="6361" h="6218" extrusionOk="0">
                  <a:moveTo>
                    <a:pt x="4678" y="1"/>
                  </a:moveTo>
                  <a:cubicBezTo>
                    <a:pt x="4367" y="473"/>
                    <a:pt x="3791" y="865"/>
                    <a:pt x="3065" y="992"/>
                  </a:cubicBezTo>
                  <a:cubicBezTo>
                    <a:pt x="2889" y="1027"/>
                    <a:pt x="2712" y="1041"/>
                    <a:pt x="2539" y="1041"/>
                  </a:cubicBezTo>
                  <a:cubicBezTo>
                    <a:pt x="2429" y="1041"/>
                    <a:pt x="2320" y="1035"/>
                    <a:pt x="2213" y="1026"/>
                  </a:cubicBezTo>
                  <a:lnTo>
                    <a:pt x="2213" y="1026"/>
                  </a:lnTo>
                  <a:cubicBezTo>
                    <a:pt x="2362" y="1418"/>
                    <a:pt x="2386" y="1890"/>
                    <a:pt x="2293" y="2363"/>
                  </a:cubicBezTo>
                  <a:cubicBezTo>
                    <a:pt x="2086" y="3284"/>
                    <a:pt x="1429" y="3953"/>
                    <a:pt x="715" y="4033"/>
                  </a:cubicBezTo>
                  <a:cubicBezTo>
                    <a:pt x="703" y="4102"/>
                    <a:pt x="657" y="4172"/>
                    <a:pt x="588" y="4195"/>
                  </a:cubicBezTo>
                  <a:cubicBezTo>
                    <a:pt x="427" y="4275"/>
                    <a:pt x="300" y="4413"/>
                    <a:pt x="220" y="4586"/>
                  </a:cubicBezTo>
                  <a:cubicBezTo>
                    <a:pt x="1" y="5070"/>
                    <a:pt x="289" y="5692"/>
                    <a:pt x="853" y="5980"/>
                  </a:cubicBezTo>
                  <a:cubicBezTo>
                    <a:pt x="1046" y="6072"/>
                    <a:pt x="1244" y="6115"/>
                    <a:pt x="1433" y="6115"/>
                  </a:cubicBezTo>
                  <a:cubicBezTo>
                    <a:pt x="1696" y="6115"/>
                    <a:pt x="1939" y="6031"/>
                    <a:pt x="2121" y="5877"/>
                  </a:cubicBezTo>
                  <a:cubicBezTo>
                    <a:pt x="2507" y="6094"/>
                    <a:pt x="2940" y="6218"/>
                    <a:pt x="3401" y="6218"/>
                  </a:cubicBezTo>
                  <a:cubicBezTo>
                    <a:pt x="3503" y="6218"/>
                    <a:pt x="3606" y="6212"/>
                    <a:pt x="3710" y="6199"/>
                  </a:cubicBezTo>
                  <a:lnTo>
                    <a:pt x="4736" y="6061"/>
                  </a:lnTo>
                  <a:cubicBezTo>
                    <a:pt x="5427" y="5980"/>
                    <a:pt x="6049" y="5508"/>
                    <a:pt x="6245" y="4840"/>
                  </a:cubicBezTo>
                  <a:cubicBezTo>
                    <a:pt x="6360" y="4483"/>
                    <a:pt x="6360" y="4091"/>
                    <a:pt x="6234" y="3722"/>
                  </a:cubicBezTo>
                  <a:lnTo>
                    <a:pt x="5243" y="807"/>
                  </a:lnTo>
                  <a:cubicBezTo>
                    <a:pt x="5128" y="473"/>
                    <a:pt x="4920" y="208"/>
                    <a:pt x="4678" y="1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67"/>
            <p:cNvSpPr/>
            <p:nvPr/>
          </p:nvSpPr>
          <p:spPr>
            <a:xfrm>
              <a:off x="1596725" y="1294900"/>
              <a:ext cx="291225" cy="298150"/>
            </a:xfrm>
            <a:custGeom>
              <a:avLst/>
              <a:gdLst/>
              <a:ahLst/>
              <a:cxnLst/>
              <a:rect l="l" t="t" r="r" b="b"/>
              <a:pathLst>
                <a:path w="11649" h="11926" extrusionOk="0">
                  <a:moveTo>
                    <a:pt x="1775" y="1"/>
                  </a:moveTo>
                  <a:cubicBezTo>
                    <a:pt x="750" y="1"/>
                    <a:pt x="1" y="946"/>
                    <a:pt x="243" y="1948"/>
                  </a:cubicBezTo>
                  <a:lnTo>
                    <a:pt x="2674" y="11925"/>
                  </a:lnTo>
                  <a:lnTo>
                    <a:pt x="11649" y="10439"/>
                  </a:lnTo>
                  <a:lnTo>
                    <a:pt x="9056" y="1153"/>
                  </a:lnTo>
                  <a:cubicBezTo>
                    <a:pt x="8872" y="473"/>
                    <a:pt x="8250" y="1"/>
                    <a:pt x="7547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67"/>
            <p:cNvSpPr/>
            <p:nvPr/>
          </p:nvSpPr>
          <p:spPr>
            <a:xfrm>
              <a:off x="1702450" y="1656975"/>
              <a:ext cx="229875" cy="96225"/>
            </a:xfrm>
            <a:custGeom>
              <a:avLst/>
              <a:gdLst/>
              <a:ahLst/>
              <a:cxnLst/>
              <a:rect l="l" t="t" r="r" b="b"/>
              <a:pathLst>
                <a:path w="9195" h="3849" extrusionOk="0">
                  <a:moveTo>
                    <a:pt x="8998" y="0"/>
                  </a:moveTo>
                  <a:lnTo>
                    <a:pt x="0" y="3456"/>
                  </a:lnTo>
                  <a:lnTo>
                    <a:pt x="196" y="3848"/>
                  </a:lnTo>
                  <a:lnTo>
                    <a:pt x="9194" y="392"/>
                  </a:lnTo>
                  <a:lnTo>
                    <a:pt x="8998" y="0"/>
                  </a:lnTo>
                  <a:close/>
                </a:path>
              </a:pathLst>
            </a:custGeom>
            <a:solidFill>
              <a:srgbClr val="E2BA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67"/>
            <p:cNvSpPr/>
            <p:nvPr/>
          </p:nvSpPr>
          <p:spPr>
            <a:xfrm>
              <a:off x="1702450" y="1656975"/>
              <a:ext cx="229875" cy="96225"/>
            </a:xfrm>
            <a:custGeom>
              <a:avLst/>
              <a:gdLst/>
              <a:ahLst/>
              <a:cxnLst/>
              <a:rect l="l" t="t" r="r" b="b"/>
              <a:pathLst>
                <a:path w="9195" h="3849" extrusionOk="0">
                  <a:moveTo>
                    <a:pt x="196" y="0"/>
                  </a:moveTo>
                  <a:lnTo>
                    <a:pt x="0" y="392"/>
                  </a:lnTo>
                  <a:lnTo>
                    <a:pt x="8998" y="3848"/>
                  </a:lnTo>
                  <a:lnTo>
                    <a:pt x="9194" y="3456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E2BA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67"/>
            <p:cNvSpPr/>
            <p:nvPr/>
          </p:nvSpPr>
          <p:spPr>
            <a:xfrm>
              <a:off x="1672200" y="1582650"/>
              <a:ext cx="60225" cy="334850"/>
            </a:xfrm>
            <a:custGeom>
              <a:avLst/>
              <a:gdLst/>
              <a:ahLst/>
              <a:cxnLst/>
              <a:rect l="l" t="t" r="r" b="b"/>
              <a:pathLst>
                <a:path w="2409" h="13394" extrusionOk="0">
                  <a:moveTo>
                    <a:pt x="1717" y="1"/>
                  </a:moveTo>
                  <a:lnTo>
                    <a:pt x="35" y="12985"/>
                  </a:lnTo>
                  <a:cubicBezTo>
                    <a:pt x="0" y="13193"/>
                    <a:pt x="127" y="13365"/>
                    <a:pt x="323" y="13388"/>
                  </a:cubicBezTo>
                  <a:cubicBezTo>
                    <a:pt x="342" y="13392"/>
                    <a:pt x="361" y="13394"/>
                    <a:pt x="380" y="13394"/>
                  </a:cubicBezTo>
                  <a:cubicBezTo>
                    <a:pt x="542" y="13394"/>
                    <a:pt x="685" y="13264"/>
                    <a:pt x="726" y="13089"/>
                  </a:cubicBezTo>
                  <a:lnTo>
                    <a:pt x="2408" y="93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67"/>
            <p:cNvSpPr/>
            <p:nvPr/>
          </p:nvSpPr>
          <p:spPr>
            <a:xfrm>
              <a:off x="1902325" y="1582650"/>
              <a:ext cx="60225" cy="334850"/>
            </a:xfrm>
            <a:custGeom>
              <a:avLst/>
              <a:gdLst/>
              <a:ahLst/>
              <a:cxnLst/>
              <a:rect l="l" t="t" r="r" b="b"/>
              <a:pathLst>
                <a:path w="2409" h="13394" extrusionOk="0">
                  <a:moveTo>
                    <a:pt x="692" y="1"/>
                  </a:moveTo>
                  <a:lnTo>
                    <a:pt x="1" y="93"/>
                  </a:lnTo>
                  <a:lnTo>
                    <a:pt x="1683" y="13089"/>
                  </a:lnTo>
                  <a:cubicBezTo>
                    <a:pt x="1724" y="13264"/>
                    <a:pt x="1867" y="13394"/>
                    <a:pt x="2029" y="13394"/>
                  </a:cubicBezTo>
                  <a:cubicBezTo>
                    <a:pt x="2048" y="13394"/>
                    <a:pt x="2067" y="13392"/>
                    <a:pt x="2086" y="13388"/>
                  </a:cubicBezTo>
                  <a:cubicBezTo>
                    <a:pt x="2282" y="13365"/>
                    <a:pt x="2409" y="13193"/>
                    <a:pt x="2374" y="12985"/>
                  </a:cubicBezTo>
                  <a:lnTo>
                    <a:pt x="692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67"/>
            <p:cNvSpPr/>
            <p:nvPr/>
          </p:nvSpPr>
          <p:spPr>
            <a:xfrm>
              <a:off x="1663550" y="1549525"/>
              <a:ext cx="307650" cy="57050"/>
            </a:xfrm>
            <a:custGeom>
              <a:avLst/>
              <a:gdLst/>
              <a:ahLst/>
              <a:cxnLst/>
              <a:rect l="l" t="t" r="r" b="b"/>
              <a:pathLst>
                <a:path w="12306" h="2282" extrusionOk="0">
                  <a:moveTo>
                    <a:pt x="1187" y="1"/>
                  </a:moveTo>
                  <a:cubicBezTo>
                    <a:pt x="542" y="1"/>
                    <a:pt x="24" y="519"/>
                    <a:pt x="24" y="1164"/>
                  </a:cubicBezTo>
                  <a:lnTo>
                    <a:pt x="24" y="1740"/>
                  </a:lnTo>
                  <a:cubicBezTo>
                    <a:pt x="1" y="2040"/>
                    <a:pt x="254" y="2282"/>
                    <a:pt x="554" y="2282"/>
                  </a:cubicBezTo>
                  <a:lnTo>
                    <a:pt x="11752" y="2282"/>
                  </a:lnTo>
                  <a:cubicBezTo>
                    <a:pt x="12063" y="2282"/>
                    <a:pt x="12305" y="2040"/>
                    <a:pt x="12305" y="1740"/>
                  </a:cubicBezTo>
                  <a:lnTo>
                    <a:pt x="12305" y="1164"/>
                  </a:lnTo>
                  <a:cubicBezTo>
                    <a:pt x="12305" y="519"/>
                    <a:pt x="11787" y="1"/>
                    <a:pt x="11130" y="1"/>
                  </a:cubicBezTo>
                  <a:close/>
                </a:path>
              </a:pathLst>
            </a:custGeom>
            <a:solidFill>
              <a:srgbClr val="E2BA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67"/>
            <p:cNvSpPr/>
            <p:nvPr/>
          </p:nvSpPr>
          <p:spPr>
            <a:xfrm>
              <a:off x="1721150" y="1233225"/>
              <a:ext cx="41500" cy="27725"/>
            </a:xfrm>
            <a:custGeom>
              <a:avLst/>
              <a:gdLst/>
              <a:ahLst/>
              <a:cxnLst/>
              <a:rect l="l" t="t" r="r" b="b"/>
              <a:pathLst>
                <a:path w="1660" h="1109" extrusionOk="0">
                  <a:moveTo>
                    <a:pt x="359" y="1"/>
                  </a:moveTo>
                  <a:cubicBezTo>
                    <a:pt x="343" y="1"/>
                    <a:pt x="327" y="1"/>
                    <a:pt x="312" y="2"/>
                  </a:cubicBezTo>
                  <a:cubicBezTo>
                    <a:pt x="105" y="48"/>
                    <a:pt x="1" y="106"/>
                    <a:pt x="1" y="106"/>
                  </a:cubicBezTo>
                  <a:cubicBezTo>
                    <a:pt x="1" y="107"/>
                    <a:pt x="2" y="108"/>
                    <a:pt x="5" y="108"/>
                  </a:cubicBezTo>
                  <a:cubicBezTo>
                    <a:pt x="27" y="108"/>
                    <a:pt x="138" y="71"/>
                    <a:pt x="312" y="71"/>
                  </a:cubicBezTo>
                  <a:cubicBezTo>
                    <a:pt x="496" y="71"/>
                    <a:pt x="750" y="129"/>
                    <a:pt x="1003" y="290"/>
                  </a:cubicBezTo>
                  <a:cubicBezTo>
                    <a:pt x="1245" y="452"/>
                    <a:pt x="1406" y="670"/>
                    <a:pt x="1487" y="843"/>
                  </a:cubicBezTo>
                  <a:cubicBezTo>
                    <a:pt x="1591" y="993"/>
                    <a:pt x="1637" y="1108"/>
                    <a:pt x="1648" y="1108"/>
                  </a:cubicBezTo>
                  <a:cubicBezTo>
                    <a:pt x="1660" y="1108"/>
                    <a:pt x="1637" y="982"/>
                    <a:pt x="1545" y="809"/>
                  </a:cubicBezTo>
                  <a:cubicBezTo>
                    <a:pt x="1464" y="636"/>
                    <a:pt x="1303" y="394"/>
                    <a:pt x="1038" y="221"/>
                  </a:cubicBezTo>
                  <a:cubicBezTo>
                    <a:pt x="805" y="62"/>
                    <a:pt x="543" y="1"/>
                    <a:pt x="359" y="1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67"/>
            <p:cNvSpPr/>
            <p:nvPr/>
          </p:nvSpPr>
          <p:spPr>
            <a:xfrm>
              <a:off x="1738450" y="1237300"/>
              <a:ext cx="11250" cy="22425"/>
            </a:xfrm>
            <a:custGeom>
              <a:avLst/>
              <a:gdLst/>
              <a:ahLst/>
              <a:cxnLst/>
              <a:rect l="l" t="t" r="r" b="b"/>
              <a:pathLst>
                <a:path w="450" h="897" extrusionOk="0">
                  <a:moveTo>
                    <a:pt x="173" y="1"/>
                  </a:moveTo>
                  <a:cubicBezTo>
                    <a:pt x="161" y="1"/>
                    <a:pt x="115" y="24"/>
                    <a:pt x="81" y="127"/>
                  </a:cubicBezTo>
                  <a:cubicBezTo>
                    <a:pt x="35" y="219"/>
                    <a:pt x="0" y="369"/>
                    <a:pt x="46" y="530"/>
                  </a:cubicBezTo>
                  <a:cubicBezTo>
                    <a:pt x="92" y="692"/>
                    <a:pt x="208" y="795"/>
                    <a:pt x="288" y="842"/>
                  </a:cubicBezTo>
                  <a:cubicBezTo>
                    <a:pt x="356" y="875"/>
                    <a:pt x="411" y="897"/>
                    <a:pt x="435" y="897"/>
                  </a:cubicBezTo>
                  <a:cubicBezTo>
                    <a:pt x="445" y="897"/>
                    <a:pt x="450" y="894"/>
                    <a:pt x="450" y="888"/>
                  </a:cubicBezTo>
                  <a:cubicBezTo>
                    <a:pt x="450" y="876"/>
                    <a:pt x="403" y="842"/>
                    <a:pt x="334" y="795"/>
                  </a:cubicBezTo>
                  <a:cubicBezTo>
                    <a:pt x="265" y="738"/>
                    <a:pt x="173" y="634"/>
                    <a:pt x="138" y="507"/>
                  </a:cubicBezTo>
                  <a:cubicBezTo>
                    <a:pt x="92" y="369"/>
                    <a:pt x="104" y="242"/>
                    <a:pt x="138" y="139"/>
                  </a:cubicBezTo>
                  <a:cubicBezTo>
                    <a:pt x="161" y="58"/>
                    <a:pt x="196" y="1"/>
                    <a:pt x="173" y="1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67"/>
            <p:cNvSpPr/>
            <p:nvPr/>
          </p:nvSpPr>
          <p:spPr>
            <a:xfrm>
              <a:off x="1709050" y="1109475"/>
              <a:ext cx="118425" cy="111150"/>
            </a:xfrm>
            <a:custGeom>
              <a:avLst/>
              <a:gdLst/>
              <a:ahLst/>
              <a:cxnLst/>
              <a:rect l="l" t="t" r="r" b="b"/>
              <a:pathLst>
                <a:path w="4737" h="4446" extrusionOk="0">
                  <a:moveTo>
                    <a:pt x="3597" y="0"/>
                  </a:moveTo>
                  <a:cubicBezTo>
                    <a:pt x="3403" y="0"/>
                    <a:pt x="3204" y="33"/>
                    <a:pt x="3008" y="102"/>
                  </a:cubicBezTo>
                  <a:lnTo>
                    <a:pt x="1579" y="586"/>
                  </a:lnTo>
                  <a:cubicBezTo>
                    <a:pt x="542" y="954"/>
                    <a:pt x="1" y="2083"/>
                    <a:pt x="370" y="3120"/>
                  </a:cubicBezTo>
                  <a:lnTo>
                    <a:pt x="796" y="4261"/>
                  </a:lnTo>
                  <a:cubicBezTo>
                    <a:pt x="819" y="4319"/>
                    <a:pt x="819" y="4388"/>
                    <a:pt x="796" y="4445"/>
                  </a:cubicBezTo>
                  <a:cubicBezTo>
                    <a:pt x="1499" y="4365"/>
                    <a:pt x="2155" y="3696"/>
                    <a:pt x="2351" y="2775"/>
                  </a:cubicBezTo>
                  <a:cubicBezTo>
                    <a:pt x="2444" y="2302"/>
                    <a:pt x="2420" y="1830"/>
                    <a:pt x="2271" y="1438"/>
                  </a:cubicBezTo>
                  <a:lnTo>
                    <a:pt x="2271" y="1438"/>
                  </a:lnTo>
                  <a:cubicBezTo>
                    <a:pt x="2391" y="1453"/>
                    <a:pt x="2514" y="1462"/>
                    <a:pt x="2638" y="1462"/>
                  </a:cubicBezTo>
                  <a:cubicBezTo>
                    <a:pt x="2799" y="1462"/>
                    <a:pt x="2961" y="1448"/>
                    <a:pt x="3123" y="1415"/>
                  </a:cubicBezTo>
                  <a:cubicBezTo>
                    <a:pt x="3849" y="1277"/>
                    <a:pt x="4437" y="897"/>
                    <a:pt x="4736" y="413"/>
                  </a:cubicBezTo>
                  <a:cubicBezTo>
                    <a:pt x="4421" y="153"/>
                    <a:pt x="4019" y="0"/>
                    <a:pt x="3597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67"/>
            <p:cNvSpPr/>
            <p:nvPr/>
          </p:nvSpPr>
          <p:spPr>
            <a:xfrm>
              <a:off x="1847900" y="1199575"/>
              <a:ext cx="19900" cy="17750"/>
            </a:xfrm>
            <a:custGeom>
              <a:avLst/>
              <a:gdLst/>
              <a:ahLst/>
              <a:cxnLst/>
              <a:rect l="l" t="t" r="r" b="b"/>
              <a:pathLst>
                <a:path w="796" h="710" extrusionOk="0">
                  <a:moveTo>
                    <a:pt x="565" y="0"/>
                  </a:moveTo>
                  <a:lnTo>
                    <a:pt x="0" y="185"/>
                  </a:lnTo>
                  <a:cubicBezTo>
                    <a:pt x="105" y="499"/>
                    <a:pt x="392" y="709"/>
                    <a:pt x="703" y="709"/>
                  </a:cubicBezTo>
                  <a:cubicBezTo>
                    <a:pt x="734" y="709"/>
                    <a:pt x="764" y="707"/>
                    <a:pt x="795" y="703"/>
                  </a:cubicBezTo>
                  <a:lnTo>
                    <a:pt x="749" y="530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rgbClr val="FFE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67"/>
            <p:cNvSpPr/>
            <p:nvPr/>
          </p:nvSpPr>
          <p:spPr>
            <a:xfrm>
              <a:off x="2735650" y="326275"/>
              <a:ext cx="407550" cy="367350"/>
            </a:xfrm>
            <a:custGeom>
              <a:avLst/>
              <a:gdLst/>
              <a:ahLst/>
              <a:cxnLst/>
              <a:rect l="l" t="t" r="r" b="b"/>
              <a:pathLst>
                <a:path w="16302" h="14694" extrusionOk="0">
                  <a:moveTo>
                    <a:pt x="8914" y="0"/>
                  </a:moveTo>
                  <a:cubicBezTo>
                    <a:pt x="4541" y="0"/>
                    <a:pt x="1" y="2608"/>
                    <a:pt x="656" y="7235"/>
                  </a:cubicBezTo>
                  <a:cubicBezTo>
                    <a:pt x="840" y="8525"/>
                    <a:pt x="1451" y="9712"/>
                    <a:pt x="1842" y="10968"/>
                  </a:cubicBezTo>
                  <a:cubicBezTo>
                    <a:pt x="1992" y="11475"/>
                    <a:pt x="2142" y="12028"/>
                    <a:pt x="1981" y="12558"/>
                  </a:cubicBezTo>
                  <a:cubicBezTo>
                    <a:pt x="1846" y="13061"/>
                    <a:pt x="1386" y="13434"/>
                    <a:pt x="864" y="13434"/>
                  </a:cubicBezTo>
                  <a:cubicBezTo>
                    <a:pt x="848" y="13434"/>
                    <a:pt x="833" y="13434"/>
                    <a:pt x="817" y="13433"/>
                  </a:cubicBezTo>
                  <a:lnTo>
                    <a:pt x="817" y="13433"/>
                  </a:lnTo>
                  <a:cubicBezTo>
                    <a:pt x="1628" y="14467"/>
                    <a:pt x="3206" y="14694"/>
                    <a:pt x="4644" y="14694"/>
                  </a:cubicBezTo>
                  <a:cubicBezTo>
                    <a:pt x="5290" y="14694"/>
                    <a:pt x="5909" y="14648"/>
                    <a:pt x="6416" y="14609"/>
                  </a:cubicBezTo>
                  <a:cubicBezTo>
                    <a:pt x="8778" y="14413"/>
                    <a:pt x="11198" y="13929"/>
                    <a:pt x="13156" y="12535"/>
                  </a:cubicBezTo>
                  <a:cubicBezTo>
                    <a:pt x="15403" y="10945"/>
                    <a:pt x="16152" y="8594"/>
                    <a:pt x="16233" y="5968"/>
                  </a:cubicBezTo>
                  <a:cubicBezTo>
                    <a:pt x="16302" y="4597"/>
                    <a:pt x="15898" y="3490"/>
                    <a:pt x="15207" y="2615"/>
                  </a:cubicBezTo>
                  <a:cubicBezTo>
                    <a:pt x="13812" y="836"/>
                    <a:pt x="11390" y="0"/>
                    <a:pt x="8914" y="0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67"/>
            <p:cNvSpPr/>
            <p:nvPr/>
          </p:nvSpPr>
          <p:spPr>
            <a:xfrm>
              <a:off x="2756350" y="356200"/>
              <a:ext cx="386575" cy="337050"/>
            </a:xfrm>
            <a:custGeom>
              <a:avLst/>
              <a:gdLst/>
              <a:ahLst/>
              <a:cxnLst/>
              <a:rect l="l" t="t" r="r" b="b"/>
              <a:pathLst>
                <a:path w="15463" h="13482" extrusionOk="0">
                  <a:moveTo>
                    <a:pt x="12778" y="1"/>
                  </a:moveTo>
                  <a:cubicBezTo>
                    <a:pt x="11937" y="519"/>
                    <a:pt x="11257" y="1314"/>
                    <a:pt x="10761" y="2167"/>
                  </a:cubicBezTo>
                  <a:cubicBezTo>
                    <a:pt x="10036" y="3376"/>
                    <a:pt x="9609" y="4724"/>
                    <a:pt x="9056" y="6015"/>
                  </a:cubicBezTo>
                  <a:cubicBezTo>
                    <a:pt x="8515" y="7317"/>
                    <a:pt x="7800" y="8596"/>
                    <a:pt x="6683" y="9448"/>
                  </a:cubicBezTo>
                  <a:cubicBezTo>
                    <a:pt x="5536" y="10327"/>
                    <a:pt x="4076" y="10671"/>
                    <a:pt x="2615" y="10671"/>
                  </a:cubicBezTo>
                  <a:cubicBezTo>
                    <a:pt x="2257" y="10671"/>
                    <a:pt x="1898" y="10650"/>
                    <a:pt x="1544" y="10612"/>
                  </a:cubicBezTo>
                  <a:cubicBezTo>
                    <a:pt x="1429" y="10600"/>
                    <a:pt x="1314" y="10589"/>
                    <a:pt x="1210" y="10566"/>
                  </a:cubicBezTo>
                  <a:lnTo>
                    <a:pt x="1210" y="10566"/>
                  </a:lnTo>
                  <a:cubicBezTo>
                    <a:pt x="1245" y="10831"/>
                    <a:pt x="1245" y="11084"/>
                    <a:pt x="1164" y="11349"/>
                  </a:cubicBezTo>
                  <a:cubicBezTo>
                    <a:pt x="1030" y="11853"/>
                    <a:pt x="581" y="12226"/>
                    <a:pt x="48" y="12226"/>
                  </a:cubicBezTo>
                  <a:cubicBezTo>
                    <a:pt x="32" y="12226"/>
                    <a:pt x="16" y="12226"/>
                    <a:pt x="1" y="12225"/>
                  </a:cubicBezTo>
                  <a:lnTo>
                    <a:pt x="1" y="12225"/>
                  </a:lnTo>
                  <a:cubicBezTo>
                    <a:pt x="805" y="13250"/>
                    <a:pt x="2364" y="13482"/>
                    <a:pt x="3792" y="13482"/>
                  </a:cubicBezTo>
                  <a:cubicBezTo>
                    <a:pt x="4452" y="13482"/>
                    <a:pt x="5083" y="13432"/>
                    <a:pt x="5600" y="13389"/>
                  </a:cubicBezTo>
                  <a:cubicBezTo>
                    <a:pt x="7962" y="13204"/>
                    <a:pt x="10381" y="12720"/>
                    <a:pt x="12340" y="11315"/>
                  </a:cubicBezTo>
                  <a:cubicBezTo>
                    <a:pt x="14587" y="9736"/>
                    <a:pt x="15335" y="7386"/>
                    <a:pt x="15428" y="4748"/>
                  </a:cubicBezTo>
                  <a:cubicBezTo>
                    <a:pt x="15462" y="3388"/>
                    <a:pt x="15082" y="2270"/>
                    <a:pt x="14391" y="1395"/>
                  </a:cubicBezTo>
                  <a:cubicBezTo>
                    <a:pt x="13930" y="853"/>
                    <a:pt x="13377" y="381"/>
                    <a:pt x="12778" y="1"/>
                  </a:cubicBezTo>
                  <a:close/>
                </a:path>
              </a:pathLst>
            </a:custGeom>
            <a:solidFill>
              <a:srgbClr val="3A3939">
                <a:alpha val="22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67"/>
            <p:cNvSpPr/>
            <p:nvPr/>
          </p:nvSpPr>
          <p:spPr>
            <a:xfrm>
              <a:off x="2122975" y="326375"/>
              <a:ext cx="391450" cy="406000"/>
            </a:xfrm>
            <a:custGeom>
              <a:avLst/>
              <a:gdLst/>
              <a:ahLst/>
              <a:cxnLst/>
              <a:rect l="l" t="t" r="r" b="b"/>
              <a:pathLst>
                <a:path w="15658" h="16240" extrusionOk="0">
                  <a:moveTo>
                    <a:pt x="7702" y="0"/>
                  </a:moveTo>
                  <a:cubicBezTo>
                    <a:pt x="6908" y="0"/>
                    <a:pt x="6116" y="76"/>
                    <a:pt x="5358" y="226"/>
                  </a:cubicBezTo>
                  <a:cubicBezTo>
                    <a:pt x="2615" y="791"/>
                    <a:pt x="23" y="2968"/>
                    <a:pt x="0" y="5964"/>
                  </a:cubicBezTo>
                  <a:cubicBezTo>
                    <a:pt x="0" y="7139"/>
                    <a:pt x="403" y="8279"/>
                    <a:pt x="807" y="9385"/>
                  </a:cubicBezTo>
                  <a:cubicBezTo>
                    <a:pt x="1210" y="10503"/>
                    <a:pt x="1636" y="11632"/>
                    <a:pt x="1613" y="12819"/>
                  </a:cubicBezTo>
                  <a:cubicBezTo>
                    <a:pt x="1613" y="13994"/>
                    <a:pt x="1118" y="15250"/>
                    <a:pt x="81" y="15814"/>
                  </a:cubicBezTo>
                  <a:cubicBezTo>
                    <a:pt x="1264" y="16143"/>
                    <a:pt x="2495" y="16239"/>
                    <a:pt x="3731" y="16239"/>
                  </a:cubicBezTo>
                  <a:cubicBezTo>
                    <a:pt x="4097" y="16239"/>
                    <a:pt x="4462" y="16231"/>
                    <a:pt x="4828" y="16218"/>
                  </a:cubicBezTo>
                  <a:cubicBezTo>
                    <a:pt x="6371" y="16171"/>
                    <a:pt x="7938" y="16068"/>
                    <a:pt x="9425" y="15665"/>
                  </a:cubicBezTo>
                  <a:cubicBezTo>
                    <a:pt x="10922" y="15261"/>
                    <a:pt x="12363" y="14547"/>
                    <a:pt x="13422" y="13418"/>
                  </a:cubicBezTo>
                  <a:cubicBezTo>
                    <a:pt x="15093" y="11655"/>
                    <a:pt x="15658" y="9086"/>
                    <a:pt x="15635" y="6655"/>
                  </a:cubicBezTo>
                  <a:cubicBezTo>
                    <a:pt x="15635" y="6125"/>
                    <a:pt x="15588" y="5606"/>
                    <a:pt x="15485" y="5088"/>
                  </a:cubicBezTo>
                  <a:cubicBezTo>
                    <a:pt x="15012" y="2795"/>
                    <a:pt x="12996" y="1032"/>
                    <a:pt x="10750" y="399"/>
                  </a:cubicBezTo>
                  <a:cubicBezTo>
                    <a:pt x="9783" y="131"/>
                    <a:pt x="8741" y="0"/>
                    <a:pt x="7702" y="0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67"/>
            <p:cNvSpPr/>
            <p:nvPr/>
          </p:nvSpPr>
          <p:spPr>
            <a:xfrm>
              <a:off x="2122975" y="331725"/>
              <a:ext cx="350850" cy="400650"/>
            </a:xfrm>
            <a:custGeom>
              <a:avLst/>
              <a:gdLst/>
              <a:ahLst/>
              <a:cxnLst/>
              <a:rect l="l" t="t" r="r" b="b"/>
              <a:pathLst>
                <a:path w="14034" h="16026" extrusionOk="0">
                  <a:moveTo>
                    <a:pt x="5415" y="0"/>
                  </a:moveTo>
                  <a:cubicBezTo>
                    <a:pt x="5404" y="0"/>
                    <a:pt x="5381" y="0"/>
                    <a:pt x="5358" y="12"/>
                  </a:cubicBezTo>
                  <a:cubicBezTo>
                    <a:pt x="2615" y="577"/>
                    <a:pt x="23" y="2754"/>
                    <a:pt x="0" y="5750"/>
                  </a:cubicBezTo>
                  <a:cubicBezTo>
                    <a:pt x="0" y="6925"/>
                    <a:pt x="403" y="8065"/>
                    <a:pt x="807" y="9171"/>
                  </a:cubicBezTo>
                  <a:cubicBezTo>
                    <a:pt x="1210" y="10289"/>
                    <a:pt x="1636" y="11418"/>
                    <a:pt x="1613" y="12605"/>
                  </a:cubicBezTo>
                  <a:cubicBezTo>
                    <a:pt x="1613" y="13780"/>
                    <a:pt x="1118" y="15036"/>
                    <a:pt x="81" y="15600"/>
                  </a:cubicBezTo>
                  <a:cubicBezTo>
                    <a:pt x="1264" y="15929"/>
                    <a:pt x="2495" y="16025"/>
                    <a:pt x="3731" y="16025"/>
                  </a:cubicBezTo>
                  <a:cubicBezTo>
                    <a:pt x="4097" y="16025"/>
                    <a:pt x="4462" y="16017"/>
                    <a:pt x="4828" y="16004"/>
                  </a:cubicBezTo>
                  <a:cubicBezTo>
                    <a:pt x="6371" y="15957"/>
                    <a:pt x="7938" y="15854"/>
                    <a:pt x="9425" y="15451"/>
                  </a:cubicBezTo>
                  <a:cubicBezTo>
                    <a:pt x="10934" y="15036"/>
                    <a:pt x="12374" y="14321"/>
                    <a:pt x="13446" y="13192"/>
                  </a:cubicBezTo>
                  <a:cubicBezTo>
                    <a:pt x="13653" y="12962"/>
                    <a:pt x="13860" y="12720"/>
                    <a:pt x="14033" y="12478"/>
                  </a:cubicBezTo>
                  <a:lnTo>
                    <a:pt x="14033" y="12478"/>
                  </a:lnTo>
                  <a:cubicBezTo>
                    <a:pt x="12927" y="12516"/>
                    <a:pt x="11807" y="12651"/>
                    <a:pt x="10713" y="12651"/>
                  </a:cubicBezTo>
                  <a:cubicBezTo>
                    <a:pt x="9813" y="12651"/>
                    <a:pt x="8931" y="12560"/>
                    <a:pt x="8088" y="12248"/>
                  </a:cubicBezTo>
                  <a:cubicBezTo>
                    <a:pt x="5934" y="11453"/>
                    <a:pt x="4459" y="9310"/>
                    <a:pt x="4067" y="7040"/>
                  </a:cubicBezTo>
                  <a:cubicBezTo>
                    <a:pt x="3675" y="4782"/>
                    <a:pt x="4240" y="2454"/>
                    <a:pt x="5231" y="381"/>
                  </a:cubicBezTo>
                  <a:cubicBezTo>
                    <a:pt x="5288" y="242"/>
                    <a:pt x="5358" y="116"/>
                    <a:pt x="5415" y="0"/>
                  </a:cubicBezTo>
                  <a:close/>
                </a:path>
              </a:pathLst>
            </a:custGeom>
            <a:solidFill>
              <a:srgbClr val="3A3939">
                <a:alpha val="22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67"/>
            <p:cNvSpPr/>
            <p:nvPr/>
          </p:nvSpPr>
          <p:spPr>
            <a:xfrm>
              <a:off x="1119750" y="744750"/>
              <a:ext cx="547275" cy="484500"/>
            </a:xfrm>
            <a:custGeom>
              <a:avLst/>
              <a:gdLst/>
              <a:ahLst/>
              <a:cxnLst/>
              <a:rect l="l" t="t" r="r" b="b"/>
              <a:pathLst>
                <a:path w="21891" h="19380" extrusionOk="0">
                  <a:moveTo>
                    <a:pt x="10501" y="0"/>
                  </a:moveTo>
                  <a:cubicBezTo>
                    <a:pt x="10419" y="0"/>
                    <a:pt x="10337" y="0"/>
                    <a:pt x="10254" y="1"/>
                  </a:cubicBezTo>
                  <a:cubicBezTo>
                    <a:pt x="8422" y="24"/>
                    <a:pt x="6798" y="358"/>
                    <a:pt x="5243" y="1384"/>
                  </a:cubicBezTo>
                  <a:cubicBezTo>
                    <a:pt x="1706" y="3711"/>
                    <a:pt x="0" y="8377"/>
                    <a:pt x="2143" y="12237"/>
                  </a:cubicBezTo>
                  <a:cubicBezTo>
                    <a:pt x="3491" y="14702"/>
                    <a:pt x="6256" y="16292"/>
                    <a:pt x="9068" y="16373"/>
                  </a:cubicBezTo>
                  <a:cubicBezTo>
                    <a:pt x="9158" y="16376"/>
                    <a:pt x="9249" y="16377"/>
                    <a:pt x="9339" y="16377"/>
                  </a:cubicBezTo>
                  <a:cubicBezTo>
                    <a:pt x="11144" y="16377"/>
                    <a:pt x="12921" y="15865"/>
                    <a:pt x="14717" y="15865"/>
                  </a:cubicBezTo>
                  <a:cubicBezTo>
                    <a:pt x="14754" y="15865"/>
                    <a:pt x="14791" y="15865"/>
                    <a:pt x="14828" y="15866"/>
                  </a:cubicBezTo>
                  <a:cubicBezTo>
                    <a:pt x="15980" y="15877"/>
                    <a:pt x="17259" y="16212"/>
                    <a:pt x="17881" y="17191"/>
                  </a:cubicBezTo>
                  <a:cubicBezTo>
                    <a:pt x="18285" y="17825"/>
                    <a:pt x="18319" y="18631"/>
                    <a:pt x="18296" y="19380"/>
                  </a:cubicBezTo>
                  <a:cubicBezTo>
                    <a:pt x="20289" y="17110"/>
                    <a:pt x="21488" y="14149"/>
                    <a:pt x="21660" y="11142"/>
                  </a:cubicBezTo>
                  <a:cubicBezTo>
                    <a:pt x="21730" y="9967"/>
                    <a:pt x="21891" y="8792"/>
                    <a:pt x="21614" y="7628"/>
                  </a:cubicBezTo>
                  <a:cubicBezTo>
                    <a:pt x="21349" y="6511"/>
                    <a:pt x="20889" y="5428"/>
                    <a:pt x="20255" y="4448"/>
                  </a:cubicBezTo>
                  <a:cubicBezTo>
                    <a:pt x="20013" y="4114"/>
                    <a:pt x="19771" y="3769"/>
                    <a:pt x="19483" y="3446"/>
                  </a:cubicBezTo>
                  <a:cubicBezTo>
                    <a:pt x="18285" y="2029"/>
                    <a:pt x="16683" y="946"/>
                    <a:pt x="14886" y="473"/>
                  </a:cubicBezTo>
                  <a:cubicBezTo>
                    <a:pt x="13456" y="102"/>
                    <a:pt x="11975" y="0"/>
                    <a:pt x="10501" y="0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67"/>
            <p:cNvSpPr/>
            <p:nvPr/>
          </p:nvSpPr>
          <p:spPr>
            <a:xfrm>
              <a:off x="1123775" y="794300"/>
              <a:ext cx="534900" cy="435825"/>
            </a:xfrm>
            <a:custGeom>
              <a:avLst/>
              <a:gdLst/>
              <a:ahLst/>
              <a:cxnLst/>
              <a:rect l="l" t="t" r="r" b="b"/>
              <a:pathLst>
                <a:path w="21396" h="17433" extrusionOk="0">
                  <a:moveTo>
                    <a:pt x="4298" y="1"/>
                  </a:moveTo>
                  <a:cubicBezTo>
                    <a:pt x="1314" y="2478"/>
                    <a:pt x="1" y="6718"/>
                    <a:pt x="1982" y="10289"/>
                  </a:cubicBezTo>
                  <a:cubicBezTo>
                    <a:pt x="3330" y="12755"/>
                    <a:pt x="6095" y="14333"/>
                    <a:pt x="8907" y="14425"/>
                  </a:cubicBezTo>
                  <a:cubicBezTo>
                    <a:pt x="8995" y="14428"/>
                    <a:pt x="9083" y="14429"/>
                    <a:pt x="9172" y="14429"/>
                  </a:cubicBezTo>
                  <a:cubicBezTo>
                    <a:pt x="10951" y="14429"/>
                    <a:pt x="12714" y="13917"/>
                    <a:pt x="14504" y="13917"/>
                  </a:cubicBezTo>
                  <a:cubicBezTo>
                    <a:pt x="14559" y="13917"/>
                    <a:pt x="14613" y="13917"/>
                    <a:pt x="14667" y="13918"/>
                  </a:cubicBezTo>
                  <a:cubicBezTo>
                    <a:pt x="15819" y="13930"/>
                    <a:pt x="17098" y="14264"/>
                    <a:pt x="17720" y="15243"/>
                  </a:cubicBezTo>
                  <a:cubicBezTo>
                    <a:pt x="18124" y="15877"/>
                    <a:pt x="18147" y="16684"/>
                    <a:pt x="18135" y="17432"/>
                  </a:cubicBezTo>
                  <a:cubicBezTo>
                    <a:pt x="19898" y="15393"/>
                    <a:pt x="21039" y="12847"/>
                    <a:pt x="21396" y="10186"/>
                  </a:cubicBezTo>
                  <a:cubicBezTo>
                    <a:pt x="21073" y="10139"/>
                    <a:pt x="20774" y="10116"/>
                    <a:pt x="20463" y="10105"/>
                  </a:cubicBezTo>
                  <a:cubicBezTo>
                    <a:pt x="20150" y="10089"/>
                    <a:pt x="19838" y="10082"/>
                    <a:pt x="19526" y="10082"/>
                  </a:cubicBezTo>
                  <a:cubicBezTo>
                    <a:pt x="17629" y="10082"/>
                    <a:pt x="15736" y="10343"/>
                    <a:pt x="13826" y="10393"/>
                  </a:cubicBezTo>
                  <a:cubicBezTo>
                    <a:pt x="13650" y="10398"/>
                    <a:pt x="13473" y="10400"/>
                    <a:pt x="13295" y="10400"/>
                  </a:cubicBezTo>
                  <a:cubicBezTo>
                    <a:pt x="11258" y="10400"/>
                    <a:pt x="9162" y="10074"/>
                    <a:pt x="7466" y="8930"/>
                  </a:cubicBezTo>
                  <a:cubicBezTo>
                    <a:pt x="5508" y="7605"/>
                    <a:pt x="4344" y="5277"/>
                    <a:pt x="4137" y="2927"/>
                  </a:cubicBezTo>
                  <a:cubicBezTo>
                    <a:pt x="4056" y="1948"/>
                    <a:pt x="4114" y="968"/>
                    <a:pt x="4298" y="1"/>
                  </a:cubicBezTo>
                  <a:close/>
                </a:path>
              </a:pathLst>
            </a:custGeom>
            <a:solidFill>
              <a:srgbClr val="3A3939">
                <a:alpha val="22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67"/>
            <p:cNvSpPr/>
            <p:nvPr/>
          </p:nvSpPr>
          <p:spPr>
            <a:xfrm>
              <a:off x="1485825" y="584375"/>
              <a:ext cx="343075" cy="356700"/>
            </a:xfrm>
            <a:custGeom>
              <a:avLst/>
              <a:gdLst/>
              <a:ahLst/>
              <a:cxnLst/>
              <a:rect l="l" t="t" r="r" b="b"/>
              <a:pathLst>
                <a:path w="13723" h="14268" extrusionOk="0">
                  <a:moveTo>
                    <a:pt x="6763" y="0"/>
                  </a:moveTo>
                  <a:cubicBezTo>
                    <a:pt x="6061" y="0"/>
                    <a:pt x="5360" y="70"/>
                    <a:pt x="4690" y="206"/>
                  </a:cubicBezTo>
                  <a:cubicBezTo>
                    <a:pt x="2271" y="701"/>
                    <a:pt x="1" y="2614"/>
                    <a:pt x="1" y="5229"/>
                  </a:cubicBezTo>
                  <a:cubicBezTo>
                    <a:pt x="1" y="6266"/>
                    <a:pt x="358" y="7269"/>
                    <a:pt x="704" y="8248"/>
                  </a:cubicBezTo>
                  <a:cubicBezTo>
                    <a:pt x="1061" y="9227"/>
                    <a:pt x="1430" y="10218"/>
                    <a:pt x="1407" y="11255"/>
                  </a:cubicBezTo>
                  <a:cubicBezTo>
                    <a:pt x="1407" y="12292"/>
                    <a:pt x="969" y="13386"/>
                    <a:pt x="59" y="13893"/>
                  </a:cubicBezTo>
                  <a:cubicBezTo>
                    <a:pt x="1101" y="14187"/>
                    <a:pt x="2185" y="14268"/>
                    <a:pt x="3268" y="14268"/>
                  </a:cubicBezTo>
                  <a:cubicBezTo>
                    <a:pt x="3585" y="14268"/>
                    <a:pt x="3902" y="14261"/>
                    <a:pt x="4218" y="14251"/>
                  </a:cubicBezTo>
                  <a:cubicBezTo>
                    <a:pt x="5577" y="14204"/>
                    <a:pt x="6937" y="14124"/>
                    <a:pt x="8250" y="13755"/>
                  </a:cubicBezTo>
                  <a:cubicBezTo>
                    <a:pt x="9564" y="13398"/>
                    <a:pt x="10831" y="12776"/>
                    <a:pt x="11764" y="11785"/>
                  </a:cubicBezTo>
                  <a:cubicBezTo>
                    <a:pt x="13239" y="10230"/>
                    <a:pt x="13723" y="7983"/>
                    <a:pt x="13700" y="5840"/>
                  </a:cubicBezTo>
                  <a:cubicBezTo>
                    <a:pt x="13700" y="5379"/>
                    <a:pt x="13665" y="4918"/>
                    <a:pt x="13562" y="4457"/>
                  </a:cubicBezTo>
                  <a:cubicBezTo>
                    <a:pt x="13158" y="2453"/>
                    <a:pt x="11396" y="909"/>
                    <a:pt x="9414" y="356"/>
                  </a:cubicBezTo>
                  <a:cubicBezTo>
                    <a:pt x="8571" y="116"/>
                    <a:pt x="7666" y="0"/>
                    <a:pt x="6763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67"/>
            <p:cNvSpPr/>
            <p:nvPr/>
          </p:nvSpPr>
          <p:spPr>
            <a:xfrm>
              <a:off x="1487275" y="628400"/>
              <a:ext cx="341925" cy="311850"/>
            </a:xfrm>
            <a:custGeom>
              <a:avLst/>
              <a:gdLst/>
              <a:ahLst/>
              <a:cxnLst/>
              <a:rect l="l" t="t" r="r" b="b"/>
              <a:pathLst>
                <a:path w="13677" h="12474" extrusionOk="0">
                  <a:moveTo>
                    <a:pt x="11925" y="0"/>
                  </a:moveTo>
                  <a:cubicBezTo>
                    <a:pt x="11580" y="461"/>
                    <a:pt x="11303" y="991"/>
                    <a:pt x="11061" y="1498"/>
                  </a:cubicBezTo>
                  <a:cubicBezTo>
                    <a:pt x="10381" y="2881"/>
                    <a:pt x="9748" y="4275"/>
                    <a:pt x="9149" y="5703"/>
                  </a:cubicBezTo>
                  <a:cubicBezTo>
                    <a:pt x="8549" y="7086"/>
                    <a:pt x="7939" y="8561"/>
                    <a:pt x="6683" y="9379"/>
                  </a:cubicBezTo>
                  <a:cubicBezTo>
                    <a:pt x="5934" y="9886"/>
                    <a:pt x="5024" y="10082"/>
                    <a:pt x="4137" y="10197"/>
                  </a:cubicBezTo>
                  <a:cubicBezTo>
                    <a:pt x="3699" y="10250"/>
                    <a:pt x="3258" y="10278"/>
                    <a:pt x="2820" y="10278"/>
                  </a:cubicBezTo>
                  <a:cubicBezTo>
                    <a:pt x="2301" y="10278"/>
                    <a:pt x="1785" y="10238"/>
                    <a:pt x="1279" y="10151"/>
                  </a:cubicBezTo>
                  <a:cubicBezTo>
                    <a:pt x="1118" y="10957"/>
                    <a:pt x="703" y="11706"/>
                    <a:pt x="1" y="12098"/>
                  </a:cubicBezTo>
                  <a:cubicBezTo>
                    <a:pt x="1026" y="12396"/>
                    <a:pt x="2091" y="12474"/>
                    <a:pt x="3156" y="12474"/>
                  </a:cubicBezTo>
                  <a:cubicBezTo>
                    <a:pt x="3491" y="12474"/>
                    <a:pt x="3826" y="12466"/>
                    <a:pt x="4160" y="12455"/>
                  </a:cubicBezTo>
                  <a:cubicBezTo>
                    <a:pt x="5519" y="12420"/>
                    <a:pt x="6879" y="12328"/>
                    <a:pt x="8192" y="11971"/>
                  </a:cubicBezTo>
                  <a:cubicBezTo>
                    <a:pt x="9529" y="11637"/>
                    <a:pt x="10785" y="11003"/>
                    <a:pt x="11718" y="10012"/>
                  </a:cubicBezTo>
                  <a:cubicBezTo>
                    <a:pt x="13192" y="8457"/>
                    <a:pt x="13676" y="6210"/>
                    <a:pt x="13653" y="4067"/>
                  </a:cubicBezTo>
                  <a:cubicBezTo>
                    <a:pt x="13653" y="3607"/>
                    <a:pt x="13619" y="3146"/>
                    <a:pt x="13527" y="2685"/>
                  </a:cubicBezTo>
                  <a:cubicBezTo>
                    <a:pt x="13308" y="1648"/>
                    <a:pt x="12720" y="726"/>
                    <a:pt x="11925" y="0"/>
                  </a:cubicBezTo>
                  <a:close/>
                </a:path>
              </a:pathLst>
            </a:custGeom>
            <a:solidFill>
              <a:srgbClr val="3A3939">
                <a:alpha val="223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21DFFFBE-8837-4FA8-AB60-FD0C94A56A60}"/>
              </a:ext>
            </a:extLst>
          </p:cNvPr>
          <p:cNvSpPr txBox="1"/>
          <p:nvPr/>
        </p:nvSpPr>
        <p:spPr>
          <a:xfrm>
            <a:off x="691107" y="1915927"/>
            <a:ext cx="420466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dk2"/>
                </a:solidFill>
                <a:latin typeface="Encode Sans"/>
                <a:sym typeface="Encode Sans"/>
              </a:rPr>
              <a:t>Doença causada por alteração de humor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dk2"/>
                </a:solidFill>
                <a:latin typeface="Encode Sans"/>
                <a:sym typeface="Encode Sans"/>
              </a:rPr>
              <a:t>Distúrbio Mental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dk2"/>
                </a:solidFill>
                <a:latin typeface="Encode Sans"/>
                <a:sym typeface="Encode Sans"/>
              </a:rPr>
              <a:t>Afeta com qualquer tipo de pessoa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dk2"/>
                </a:solidFill>
                <a:latin typeface="Encode Sans"/>
                <a:sym typeface="Encode Sans"/>
              </a:rPr>
              <a:t>Pandemia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  <p:sp>
        <p:nvSpPr>
          <p:cNvPr id="152" name="Google Shape;2536;p50">
            <a:extLst>
              <a:ext uri="{FF2B5EF4-FFF2-40B4-BE49-F238E27FC236}">
                <a16:creationId xmlns:a16="http://schemas.microsoft.com/office/drawing/2014/main" id="{39D1F10E-98F9-4EA5-B1E1-405B752D8E89}"/>
              </a:ext>
            </a:extLst>
          </p:cNvPr>
          <p:cNvSpPr txBox="1"/>
          <p:nvPr/>
        </p:nvSpPr>
        <p:spPr>
          <a:xfrm>
            <a:off x="8784236" y="4907039"/>
            <a:ext cx="359764" cy="23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16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47"/>
          <p:cNvSpPr txBox="1">
            <a:spLocks noGrp="1"/>
          </p:cNvSpPr>
          <p:nvPr>
            <p:ph type="title"/>
          </p:nvPr>
        </p:nvSpPr>
        <p:spPr>
          <a:xfrm>
            <a:off x="1421701" y="2519416"/>
            <a:ext cx="234150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</a:t>
            </a:r>
            <a:r>
              <a:rPr lang="pt-BR" dirty="0"/>
              <a:t>X.</a:t>
            </a:r>
            <a:endParaRPr sz="2800" dirty="0"/>
          </a:p>
        </p:txBody>
      </p:sp>
      <p:grpSp>
        <p:nvGrpSpPr>
          <p:cNvPr id="2342" name="Google Shape;2342;p47"/>
          <p:cNvGrpSpPr/>
          <p:nvPr/>
        </p:nvGrpSpPr>
        <p:grpSpPr>
          <a:xfrm>
            <a:off x="4662601" y="1539765"/>
            <a:ext cx="3588118" cy="2671862"/>
            <a:chOff x="1017000" y="724225"/>
            <a:chExt cx="5695425" cy="4241050"/>
          </a:xfrm>
        </p:grpSpPr>
        <p:sp>
          <p:nvSpPr>
            <p:cNvPr id="2343" name="Google Shape;2343;p47"/>
            <p:cNvSpPr/>
            <p:nvPr/>
          </p:nvSpPr>
          <p:spPr>
            <a:xfrm>
              <a:off x="1131750" y="979650"/>
              <a:ext cx="5233400" cy="3865375"/>
            </a:xfrm>
            <a:custGeom>
              <a:avLst/>
              <a:gdLst/>
              <a:ahLst/>
              <a:cxnLst/>
              <a:rect l="l" t="t" r="r" b="b"/>
              <a:pathLst>
                <a:path w="209336" h="154615" extrusionOk="0">
                  <a:moveTo>
                    <a:pt x="79167" y="1"/>
                  </a:moveTo>
                  <a:cubicBezTo>
                    <a:pt x="75991" y="1"/>
                    <a:pt x="72810" y="255"/>
                    <a:pt x="69698" y="705"/>
                  </a:cubicBezTo>
                  <a:cubicBezTo>
                    <a:pt x="52220" y="3198"/>
                    <a:pt x="35533" y="11678"/>
                    <a:pt x="23679" y="24748"/>
                  </a:cubicBezTo>
                  <a:cubicBezTo>
                    <a:pt x="0" y="50858"/>
                    <a:pt x="1946" y="93017"/>
                    <a:pt x="23405" y="120008"/>
                  </a:cubicBezTo>
                  <a:cubicBezTo>
                    <a:pt x="24074" y="120798"/>
                    <a:pt x="24712" y="121588"/>
                    <a:pt x="25381" y="122348"/>
                  </a:cubicBezTo>
                  <a:cubicBezTo>
                    <a:pt x="38421" y="137333"/>
                    <a:pt x="56962" y="146847"/>
                    <a:pt x="76354" y="151254"/>
                  </a:cubicBezTo>
                  <a:cubicBezTo>
                    <a:pt x="86812" y="153635"/>
                    <a:pt x="97508" y="154614"/>
                    <a:pt x="108243" y="154614"/>
                  </a:cubicBezTo>
                  <a:cubicBezTo>
                    <a:pt x="117385" y="154614"/>
                    <a:pt x="126554" y="153904"/>
                    <a:pt x="135626" y="152744"/>
                  </a:cubicBezTo>
                  <a:cubicBezTo>
                    <a:pt x="148331" y="151102"/>
                    <a:pt x="160794" y="147121"/>
                    <a:pt x="171888" y="140616"/>
                  </a:cubicBezTo>
                  <a:cubicBezTo>
                    <a:pt x="178757" y="136604"/>
                    <a:pt x="185080" y="131588"/>
                    <a:pt x="190429" y="125661"/>
                  </a:cubicBezTo>
                  <a:cubicBezTo>
                    <a:pt x="196053" y="119430"/>
                    <a:pt x="199305" y="113017"/>
                    <a:pt x="202436" y="105448"/>
                  </a:cubicBezTo>
                  <a:cubicBezTo>
                    <a:pt x="209336" y="88792"/>
                    <a:pt x="208636" y="69399"/>
                    <a:pt x="199487" y="53776"/>
                  </a:cubicBezTo>
                  <a:cubicBezTo>
                    <a:pt x="196630" y="48882"/>
                    <a:pt x="192861" y="44353"/>
                    <a:pt x="188393" y="40736"/>
                  </a:cubicBezTo>
                  <a:cubicBezTo>
                    <a:pt x="184958" y="37970"/>
                    <a:pt x="181128" y="35721"/>
                    <a:pt x="176934" y="34292"/>
                  </a:cubicBezTo>
                  <a:cubicBezTo>
                    <a:pt x="171766" y="32499"/>
                    <a:pt x="166386" y="32803"/>
                    <a:pt x="160976" y="32408"/>
                  </a:cubicBezTo>
                  <a:cubicBezTo>
                    <a:pt x="154836" y="31952"/>
                    <a:pt x="148696" y="31465"/>
                    <a:pt x="142647" y="30341"/>
                  </a:cubicBezTo>
                  <a:cubicBezTo>
                    <a:pt x="134501" y="28851"/>
                    <a:pt x="126902" y="26146"/>
                    <a:pt x="119881" y="21830"/>
                  </a:cubicBezTo>
                  <a:cubicBezTo>
                    <a:pt x="113437" y="17818"/>
                    <a:pt x="109364" y="10644"/>
                    <a:pt x="102859" y="6359"/>
                  </a:cubicBezTo>
                  <a:cubicBezTo>
                    <a:pt x="95913" y="1772"/>
                    <a:pt x="87559" y="1"/>
                    <a:pt x="79167" y="1"/>
                  </a:cubicBezTo>
                  <a:close/>
                </a:path>
              </a:pathLst>
            </a:custGeom>
            <a:solidFill>
              <a:srgbClr val="6FA0A4">
                <a:alpha val="31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47"/>
            <p:cNvSpPr/>
            <p:nvPr/>
          </p:nvSpPr>
          <p:spPr>
            <a:xfrm>
              <a:off x="4034525" y="1853925"/>
              <a:ext cx="219650" cy="331450"/>
            </a:xfrm>
            <a:custGeom>
              <a:avLst/>
              <a:gdLst/>
              <a:ahLst/>
              <a:cxnLst/>
              <a:rect l="l" t="t" r="r" b="b"/>
              <a:pathLst>
                <a:path w="8786" h="13258" extrusionOk="0">
                  <a:moveTo>
                    <a:pt x="3738" y="0"/>
                  </a:moveTo>
                  <a:cubicBezTo>
                    <a:pt x="3607" y="0"/>
                    <a:pt x="3476" y="7"/>
                    <a:pt x="3344" y="20"/>
                  </a:cubicBezTo>
                  <a:cubicBezTo>
                    <a:pt x="1825" y="172"/>
                    <a:pt x="457" y="1358"/>
                    <a:pt x="214" y="2878"/>
                  </a:cubicBezTo>
                  <a:cubicBezTo>
                    <a:pt x="1" y="4033"/>
                    <a:pt x="518" y="5188"/>
                    <a:pt x="1065" y="6221"/>
                  </a:cubicBezTo>
                  <a:cubicBezTo>
                    <a:pt x="1582" y="7103"/>
                    <a:pt x="2250" y="7923"/>
                    <a:pt x="2706" y="8805"/>
                  </a:cubicBezTo>
                  <a:cubicBezTo>
                    <a:pt x="3192" y="9808"/>
                    <a:pt x="3344" y="10902"/>
                    <a:pt x="4044" y="11814"/>
                  </a:cubicBezTo>
                  <a:cubicBezTo>
                    <a:pt x="4657" y="12651"/>
                    <a:pt x="5655" y="13257"/>
                    <a:pt x="6661" y="13257"/>
                  </a:cubicBezTo>
                  <a:cubicBezTo>
                    <a:pt x="6751" y="13257"/>
                    <a:pt x="6841" y="13252"/>
                    <a:pt x="6931" y="13242"/>
                  </a:cubicBezTo>
                  <a:lnTo>
                    <a:pt x="8785" y="6008"/>
                  </a:lnTo>
                  <a:cubicBezTo>
                    <a:pt x="8755" y="4488"/>
                    <a:pt x="8299" y="2969"/>
                    <a:pt x="7357" y="1783"/>
                  </a:cubicBezTo>
                  <a:cubicBezTo>
                    <a:pt x="6442" y="702"/>
                    <a:pt x="5098" y="0"/>
                    <a:pt x="3738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47"/>
            <p:cNvSpPr/>
            <p:nvPr/>
          </p:nvSpPr>
          <p:spPr>
            <a:xfrm>
              <a:off x="3031475" y="2674000"/>
              <a:ext cx="221150" cy="375750"/>
            </a:xfrm>
            <a:custGeom>
              <a:avLst/>
              <a:gdLst/>
              <a:ahLst/>
              <a:cxnLst/>
              <a:rect l="l" t="t" r="r" b="b"/>
              <a:pathLst>
                <a:path w="8846" h="15030" extrusionOk="0">
                  <a:moveTo>
                    <a:pt x="3964" y="0"/>
                  </a:moveTo>
                  <a:cubicBezTo>
                    <a:pt x="2717" y="0"/>
                    <a:pt x="1485" y="553"/>
                    <a:pt x="760" y="1595"/>
                  </a:cubicBezTo>
                  <a:cubicBezTo>
                    <a:pt x="61" y="2659"/>
                    <a:pt x="1" y="4026"/>
                    <a:pt x="153" y="5333"/>
                  </a:cubicBezTo>
                  <a:cubicBezTo>
                    <a:pt x="274" y="6428"/>
                    <a:pt x="578" y="7583"/>
                    <a:pt x="609" y="8677"/>
                  </a:cubicBezTo>
                  <a:cubicBezTo>
                    <a:pt x="669" y="9893"/>
                    <a:pt x="305" y="11048"/>
                    <a:pt x="578" y="12294"/>
                  </a:cubicBezTo>
                  <a:cubicBezTo>
                    <a:pt x="852" y="13510"/>
                    <a:pt x="1642" y="14665"/>
                    <a:pt x="2827" y="15030"/>
                  </a:cubicBezTo>
                  <a:lnTo>
                    <a:pt x="7964" y="8647"/>
                  </a:lnTo>
                  <a:cubicBezTo>
                    <a:pt x="8603" y="7127"/>
                    <a:pt x="8846" y="5364"/>
                    <a:pt x="8420" y="3783"/>
                  </a:cubicBezTo>
                  <a:cubicBezTo>
                    <a:pt x="7964" y="2172"/>
                    <a:pt x="6779" y="744"/>
                    <a:pt x="5229" y="197"/>
                  </a:cubicBezTo>
                  <a:cubicBezTo>
                    <a:pt x="4818" y="65"/>
                    <a:pt x="4390" y="0"/>
                    <a:pt x="3964" y="0"/>
                  </a:cubicBez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47"/>
            <p:cNvSpPr/>
            <p:nvPr/>
          </p:nvSpPr>
          <p:spPr>
            <a:xfrm>
              <a:off x="3281475" y="1355700"/>
              <a:ext cx="245475" cy="344775"/>
            </a:xfrm>
            <a:custGeom>
              <a:avLst/>
              <a:gdLst/>
              <a:ahLst/>
              <a:cxnLst/>
              <a:rect l="l" t="t" r="r" b="b"/>
              <a:pathLst>
                <a:path w="9819" h="13791" extrusionOk="0">
                  <a:moveTo>
                    <a:pt x="5764" y="0"/>
                  </a:moveTo>
                  <a:cubicBezTo>
                    <a:pt x="4528" y="0"/>
                    <a:pt x="3279" y="510"/>
                    <a:pt x="2311" y="1317"/>
                  </a:cubicBezTo>
                  <a:cubicBezTo>
                    <a:pt x="1065" y="2381"/>
                    <a:pt x="305" y="3931"/>
                    <a:pt x="1" y="5572"/>
                  </a:cubicBezTo>
                  <a:lnTo>
                    <a:pt x="639" y="13688"/>
                  </a:lnTo>
                  <a:cubicBezTo>
                    <a:pt x="888" y="13758"/>
                    <a:pt x="1143" y="13791"/>
                    <a:pt x="1400" y="13791"/>
                  </a:cubicBezTo>
                  <a:cubicBezTo>
                    <a:pt x="2366" y="13791"/>
                    <a:pt x="3347" y="13327"/>
                    <a:pt x="4043" y="12654"/>
                  </a:cubicBezTo>
                  <a:cubicBezTo>
                    <a:pt x="4955" y="11834"/>
                    <a:pt x="5290" y="10679"/>
                    <a:pt x="6019" y="9706"/>
                  </a:cubicBezTo>
                  <a:cubicBezTo>
                    <a:pt x="6627" y="8794"/>
                    <a:pt x="7478" y="8034"/>
                    <a:pt x="8208" y="7183"/>
                  </a:cubicBezTo>
                  <a:cubicBezTo>
                    <a:pt x="9059" y="6211"/>
                    <a:pt x="9758" y="5056"/>
                    <a:pt x="9758" y="3779"/>
                  </a:cubicBezTo>
                  <a:cubicBezTo>
                    <a:pt x="9819" y="2138"/>
                    <a:pt x="8481" y="618"/>
                    <a:pt x="6931" y="162"/>
                  </a:cubicBezTo>
                  <a:cubicBezTo>
                    <a:pt x="6549" y="52"/>
                    <a:pt x="6157" y="0"/>
                    <a:pt x="5764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47"/>
            <p:cNvSpPr/>
            <p:nvPr/>
          </p:nvSpPr>
          <p:spPr>
            <a:xfrm>
              <a:off x="5010250" y="4395500"/>
              <a:ext cx="363250" cy="413025"/>
            </a:xfrm>
            <a:custGeom>
              <a:avLst/>
              <a:gdLst/>
              <a:ahLst/>
              <a:cxnLst/>
              <a:rect l="l" t="t" r="r" b="b"/>
              <a:pathLst>
                <a:path w="14530" h="16521" extrusionOk="0">
                  <a:moveTo>
                    <a:pt x="8967" y="0"/>
                  </a:moveTo>
                  <a:lnTo>
                    <a:pt x="0" y="3982"/>
                  </a:lnTo>
                  <a:lnTo>
                    <a:pt x="1337" y="11398"/>
                  </a:lnTo>
                  <a:lnTo>
                    <a:pt x="8176" y="9605"/>
                  </a:lnTo>
                  <a:cubicBezTo>
                    <a:pt x="11121" y="16037"/>
                    <a:pt x="13649" y="16520"/>
                    <a:pt x="14342" y="16520"/>
                  </a:cubicBezTo>
                  <a:cubicBezTo>
                    <a:pt x="14464" y="16520"/>
                    <a:pt x="14529" y="16505"/>
                    <a:pt x="14529" y="16505"/>
                  </a:cubicBezTo>
                  <a:lnTo>
                    <a:pt x="8967" y="0"/>
                  </a:ln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47"/>
            <p:cNvSpPr/>
            <p:nvPr/>
          </p:nvSpPr>
          <p:spPr>
            <a:xfrm>
              <a:off x="5198700" y="4407650"/>
              <a:ext cx="146675" cy="396675"/>
            </a:xfrm>
            <a:custGeom>
              <a:avLst/>
              <a:gdLst/>
              <a:ahLst/>
              <a:cxnLst/>
              <a:rect l="l" t="t" r="r" b="b"/>
              <a:pathLst>
                <a:path w="5867" h="15867" extrusionOk="0">
                  <a:moveTo>
                    <a:pt x="335" y="0"/>
                  </a:moveTo>
                  <a:lnTo>
                    <a:pt x="0" y="152"/>
                  </a:lnTo>
                  <a:cubicBezTo>
                    <a:pt x="1824" y="5320"/>
                    <a:pt x="3587" y="10457"/>
                    <a:pt x="5411" y="15624"/>
                  </a:cubicBezTo>
                  <a:cubicBezTo>
                    <a:pt x="5563" y="15745"/>
                    <a:pt x="5715" y="15806"/>
                    <a:pt x="5867" y="15867"/>
                  </a:cubicBezTo>
                  <a:cubicBezTo>
                    <a:pt x="4012" y="10578"/>
                    <a:pt x="2189" y="5289"/>
                    <a:pt x="335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47"/>
            <p:cNvSpPr/>
            <p:nvPr/>
          </p:nvSpPr>
          <p:spPr>
            <a:xfrm>
              <a:off x="4224500" y="4280000"/>
              <a:ext cx="363250" cy="412300"/>
            </a:xfrm>
            <a:custGeom>
              <a:avLst/>
              <a:gdLst/>
              <a:ahLst/>
              <a:cxnLst/>
              <a:rect l="l" t="t" r="r" b="b"/>
              <a:pathLst>
                <a:path w="14530" h="16492" extrusionOk="0">
                  <a:moveTo>
                    <a:pt x="8968" y="0"/>
                  </a:moveTo>
                  <a:lnTo>
                    <a:pt x="1" y="3982"/>
                  </a:lnTo>
                  <a:lnTo>
                    <a:pt x="1338" y="11368"/>
                  </a:lnTo>
                  <a:lnTo>
                    <a:pt x="8177" y="9605"/>
                  </a:lnTo>
                  <a:cubicBezTo>
                    <a:pt x="11102" y="15993"/>
                    <a:pt x="13615" y="16491"/>
                    <a:pt x="14328" y="16491"/>
                  </a:cubicBezTo>
                  <a:cubicBezTo>
                    <a:pt x="14460" y="16491"/>
                    <a:pt x="14530" y="16474"/>
                    <a:pt x="14530" y="16474"/>
                  </a:cubicBezTo>
                  <a:lnTo>
                    <a:pt x="8968" y="0"/>
                  </a:ln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47"/>
            <p:cNvSpPr/>
            <p:nvPr/>
          </p:nvSpPr>
          <p:spPr>
            <a:xfrm>
              <a:off x="4413725" y="4292150"/>
              <a:ext cx="147450" cy="395925"/>
            </a:xfrm>
            <a:custGeom>
              <a:avLst/>
              <a:gdLst/>
              <a:ahLst/>
              <a:cxnLst/>
              <a:rect l="l" t="t" r="r" b="b"/>
              <a:pathLst>
                <a:path w="5898" h="15837" extrusionOk="0">
                  <a:moveTo>
                    <a:pt x="335" y="0"/>
                  </a:moveTo>
                  <a:lnTo>
                    <a:pt x="0" y="152"/>
                  </a:lnTo>
                  <a:cubicBezTo>
                    <a:pt x="1824" y="5320"/>
                    <a:pt x="3617" y="10426"/>
                    <a:pt x="5441" y="15624"/>
                  </a:cubicBezTo>
                  <a:cubicBezTo>
                    <a:pt x="5593" y="15715"/>
                    <a:pt x="5745" y="15806"/>
                    <a:pt x="5897" y="15836"/>
                  </a:cubicBezTo>
                  <a:cubicBezTo>
                    <a:pt x="4043" y="10548"/>
                    <a:pt x="2219" y="5289"/>
                    <a:pt x="335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47"/>
            <p:cNvSpPr/>
            <p:nvPr/>
          </p:nvSpPr>
          <p:spPr>
            <a:xfrm>
              <a:off x="3129500" y="3882575"/>
              <a:ext cx="1292600" cy="1055075"/>
            </a:xfrm>
            <a:custGeom>
              <a:avLst/>
              <a:gdLst/>
              <a:ahLst/>
              <a:cxnLst/>
              <a:rect l="l" t="t" r="r" b="b"/>
              <a:pathLst>
                <a:path w="51704" h="42203" extrusionOk="0">
                  <a:moveTo>
                    <a:pt x="35685" y="0"/>
                  </a:moveTo>
                  <a:lnTo>
                    <a:pt x="24591" y="2128"/>
                  </a:lnTo>
                  <a:lnTo>
                    <a:pt x="18664" y="6231"/>
                  </a:lnTo>
                  <a:cubicBezTo>
                    <a:pt x="18664" y="6231"/>
                    <a:pt x="1" y="22918"/>
                    <a:pt x="1490" y="31885"/>
                  </a:cubicBezTo>
                  <a:cubicBezTo>
                    <a:pt x="2740" y="39482"/>
                    <a:pt x="13059" y="42202"/>
                    <a:pt x="23423" y="42202"/>
                  </a:cubicBezTo>
                  <a:cubicBezTo>
                    <a:pt x="29688" y="42202"/>
                    <a:pt x="35969" y="41208"/>
                    <a:pt x="40275" y="39697"/>
                  </a:cubicBezTo>
                  <a:cubicBezTo>
                    <a:pt x="51704" y="35715"/>
                    <a:pt x="38603" y="21307"/>
                    <a:pt x="38603" y="21307"/>
                  </a:cubicBezTo>
                  <a:lnTo>
                    <a:pt x="21612" y="26718"/>
                  </a:lnTo>
                  <a:lnTo>
                    <a:pt x="21612" y="26718"/>
                  </a:lnTo>
                  <a:lnTo>
                    <a:pt x="33892" y="13861"/>
                  </a:lnTo>
                  <a:lnTo>
                    <a:pt x="35685" y="0"/>
                  </a:lnTo>
                  <a:close/>
                </a:path>
              </a:pathLst>
            </a:custGeom>
            <a:solidFill>
              <a:srgbClr val="283E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47"/>
            <p:cNvSpPr/>
            <p:nvPr/>
          </p:nvSpPr>
          <p:spPr>
            <a:xfrm>
              <a:off x="3482850" y="4105975"/>
              <a:ext cx="584375" cy="618700"/>
            </a:xfrm>
            <a:custGeom>
              <a:avLst/>
              <a:gdLst/>
              <a:ahLst/>
              <a:cxnLst/>
              <a:rect l="l" t="t" r="r" b="b"/>
              <a:pathLst>
                <a:path w="23375" h="24748" extrusionOk="0">
                  <a:moveTo>
                    <a:pt x="14347" y="0"/>
                  </a:moveTo>
                  <a:cubicBezTo>
                    <a:pt x="14347" y="0"/>
                    <a:pt x="14195" y="122"/>
                    <a:pt x="13983" y="335"/>
                  </a:cubicBezTo>
                  <a:cubicBezTo>
                    <a:pt x="13740" y="578"/>
                    <a:pt x="13375" y="912"/>
                    <a:pt x="12949" y="1368"/>
                  </a:cubicBezTo>
                  <a:cubicBezTo>
                    <a:pt x="12068" y="2250"/>
                    <a:pt x="10822" y="3557"/>
                    <a:pt x="9332" y="5289"/>
                  </a:cubicBezTo>
                  <a:cubicBezTo>
                    <a:pt x="7873" y="6991"/>
                    <a:pt x="6201" y="9028"/>
                    <a:pt x="4438" y="11460"/>
                  </a:cubicBezTo>
                  <a:cubicBezTo>
                    <a:pt x="3557" y="12675"/>
                    <a:pt x="2706" y="13982"/>
                    <a:pt x="1824" y="15320"/>
                  </a:cubicBezTo>
                  <a:cubicBezTo>
                    <a:pt x="1368" y="15989"/>
                    <a:pt x="913" y="16688"/>
                    <a:pt x="578" y="17478"/>
                  </a:cubicBezTo>
                  <a:cubicBezTo>
                    <a:pt x="244" y="18238"/>
                    <a:pt x="1" y="19150"/>
                    <a:pt x="153" y="20062"/>
                  </a:cubicBezTo>
                  <a:cubicBezTo>
                    <a:pt x="305" y="20973"/>
                    <a:pt x="882" y="21733"/>
                    <a:pt x="1520" y="22311"/>
                  </a:cubicBezTo>
                  <a:cubicBezTo>
                    <a:pt x="2220" y="22858"/>
                    <a:pt x="2979" y="23253"/>
                    <a:pt x="3739" y="23527"/>
                  </a:cubicBezTo>
                  <a:cubicBezTo>
                    <a:pt x="5290" y="24074"/>
                    <a:pt x="6840" y="24347"/>
                    <a:pt x="8329" y="24530"/>
                  </a:cubicBezTo>
                  <a:cubicBezTo>
                    <a:pt x="9593" y="24686"/>
                    <a:pt x="10812" y="24747"/>
                    <a:pt x="11969" y="24747"/>
                  </a:cubicBezTo>
                  <a:cubicBezTo>
                    <a:pt x="13512" y="24747"/>
                    <a:pt x="14947" y="24638"/>
                    <a:pt x="16232" y="24499"/>
                  </a:cubicBezTo>
                  <a:cubicBezTo>
                    <a:pt x="18481" y="24287"/>
                    <a:pt x="20244" y="23983"/>
                    <a:pt x="21521" y="23770"/>
                  </a:cubicBezTo>
                  <a:cubicBezTo>
                    <a:pt x="22129" y="23679"/>
                    <a:pt x="22615" y="23587"/>
                    <a:pt x="22919" y="23527"/>
                  </a:cubicBezTo>
                  <a:cubicBezTo>
                    <a:pt x="23223" y="23405"/>
                    <a:pt x="23375" y="23375"/>
                    <a:pt x="23375" y="23375"/>
                  </a:cubicBezTo>
                  <a:lnTo>
                    <a:pt x="23375" y="23375"/>
                  </a:lnTo>
                  <a:cubicBezTo>
                    <a:pt x="23375" y="23375"/>
                    <a:pt x="23193" y="23375"/>
                    <a:pt x="22889" y="23405"/>
                  </a:cubicBezTo>
                  <a:cubicBezTo>
                    <a:pt x="22433" y="23435"/>
                    <a:pt x="21977" y="23527"/>
                    <a:pt x="21430" y="23587"/>
                  </a:cubicBezTo>
                  <a:cubicBezTo>
                    <a:pt x="20183" y="23739"/>
                    <a:pt x="18390" y="24013"/>
                    <a:pt x="16141" y="24195"/>
                  </a:cubicBezTo>
                  <a:cubicBezTo>
                    <a:pt x="14971" y="24291"/>
                    <a:pt x="13674" y="24371"/>
                    <a:pt x="12282" y="24371"/>
                  </a:cubicBezTo>
                  <a:cubicBezTo>
                    <a:pt x="11034" y="24371"/>
                    <a:pt x="9709" y="24307"/>
                    <a:pt x="8329" y="24135"/>
                  </a:cubicBezTo>
                  <a:cubicBezTo>
                    <a:pt x="6870" y="23922"/>
                    <a:pt x="5320" y="23618"/>
                    <a:pt x="3831" y="23101"/>
                  </a:cubicBezTo>
                  <a:cubicBezTo>
                    <a:pt x="3131" y="22828"/>
                    <a:pt x="2402" y="22463"/>
                    <a:pt x="1764" y="21916"/>
                  </a:cubicBezTo>
                  <a:cubicBezTo>
                    <a:pt x="1156" y="21399"/>
                    <a:pt x="639" y="20700"/>
                    <a:pt x="487" y="19940"/>
                  </a:cubicBezTo>
                  <a:cubicBezTo>
                    <a:pt x="335" y="19150"/>
                    <a:pt x="548" y="18359"/>
                    <a:pt x="882" y="17599"/>
                  </a:cubicBezTo>
                  <a:cubicBezTo>
                    <a:pt x="1216" y="16840"/>
                    <a:pt x="1642" y="16140"/>
                    <a:pt x="2098" y="15502"/>
                  </a:cubicBezTo>
                  <a:cubicBezTo>
                    <a:pt x="2979" y="14134"/>
                    <a:pt x="3831" y="12827"/>
                    <a:pt x="4712" y="11672"/>
                  </a:cubicBezTo>
                  <a:cubicBezTo>
                    <a:pt x="6414" y="9271"/>
                    <a:pt x="8086" y="7143"/>
                    <a:pt x="9545" y="5441"/>
                  </a:cubicBezTo>
                  <a:cubicBezTo>
                    <a:pt x="10974" y="3709"/>
                    <a:pt x="12189" y="2402"/>
                    <a:pt x="13040" y="1429"/>
                  </a:cubicBezTo>
                  <a:cubicBezTo>
                    <a:pt x="13375" y="1064"/>
                    <a:pt x="13709" y="730"/>
                    <a:pt x="14013" y="365"/>
                  </a:cubicBezTo>
                  <a:cubicBezTo>
                    <a:pt x="14256" y="152"/>
                    <a:pt x="14347" y="1"/>
                    <a:pt x="14347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47"/>
            <p:cNvSpPr/>
            <p:nvPr/>
          </p:nvSpPr>
          <p:spPr>
            <a:xfrm>
              <a:off x="3718425" y="4006150"/>
              <a:ext cx="1392900" cy="959125"/>
            </a:xfrm>
            <a:custGeom>
              <a:avLst/>
              <a:gdLst/>
              <a:ahLst/>
              <a:cxnLst/>
              <a:rect l="l" t="t" r="r" b="b"/>
              <a:pathLst>
                <a:path w="55716" h="38365" extrusionOk="0">
                  <a:moveTo>
                    <a:pt x="19909" y="1"/>
                  </a:moveTo>
                  <a:cubicBezTo>
                    <a:pt x="14791" y="1"/>
                    <a:pt x="6627" y="3355"/>
                    <a:pt x="6627" y="3355"/>
                  </a:cubicBezTo>
                  <a:cubicBezTo>
                    <a:pt x="6627" y="3355"/>
                    <a:pt x="0" y="25605"/>
                    <a:pt x="5320" y="34754"/>
                  </a:cubicBezTo>
                  <a:cubicBezTo>
                    <a:pt x="6870" y="37420"/>
                    <a:pt x="11795" y="38364"/>
                    <a:pt x="17997" y="38364"/>
                  </a:cubicBezTo>
                  <a:cubicBezTo>
                    <a:pt x="33081" y="38364"/>
                    <a:pt x="55716" y="32778"/>
                    <a:pt x="55716" y="32778"/>
                  </a:cubicBezTo>
                  <a:lnTo>
                    <a:pt x="53983" y="11866"/>
                  </a:lnTo>
                  <a:lnTo>
                    <a:pt x="21308" y="20255"/>
                  </a:lnTo>
                  <a:cubicBezTo>
                    <a:pt x="21308" y="20255"/>
                    <a:pt x="24925" y="7641"/>
                    <a:pt x="23891" y="2139"/>
                  </a:cubicBezTo>
                  <a:cubicBezTo>
                    <a:pt x="23583" y="561"/>
                    <a:pt x="22000" y="1"/>
                    <a:pt x="19909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47"/>
            <p:cNvSpPr/>
            <p:nvPr/>
          </p:nvSpPr>
          <p:spPr>
            <a:xfrm>
              <a:off x="5001125" y="4318750"/>
              <a:ext cx="30425" cy="528150"/>
            </a:xfrm>
            <a:custGeom>
              <a:avLst/>
              <a:gdLst/>
              <a:ahLst/>
              <a:cxnLst/>
              <a:rect l="l" t="t" r="r" b="b"/>
              <a:pathLst>
                <a:path w="1217" h="21126" extrusionOk="0">
                  <a:moveTo>
                    <a:pt x="304" y="0"/>
                  </a:moveTo>
                  <a:lnTo>
                    <a:pt x="0" y="61"/>
                  </a:lnTo>
                  <a:cubicBezTo>
                    <a:pt x="91" y="3192"/>
                    <a:pt x="243" y="7356"/>
                    <a:pt x="456" y="11915"/>
                  </a:cubicBezTo>
                  <a:cubicBezTo>
                    <a:pt x="578" y="15320"/>
                    <a:pt x="760" y="18450"/>
                    <a:pt x="851" y="21125"/>
                  </a:cubicBezTo>
                  <a:cubicBezTo>
                    <a:pt x="973" y="21095"/>
                    <a:pt x="1095" y="21095"/>
                    <a:pt x="1216" y="21034"/>
                  </a:cubicBezTo>
                  <a:cubicBezTo>
                    <a:pt x="1125" y="18390"/>
                    <a:pt x="973" y="15259"/>
                    <a:pt x="851" y="11915"/>
                  </a:cubicBezTo>
                  <a:cubicBezTo>
                    <a:pt x="669" y="7326"/>
                    <a:pt x="456" y="3161"/>
                    <a:pt x="304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47"/>
            <p:cNvSpPr/>
            <p:nvPr/>
          </p:nvSpPr>
          <p:spPr>
            <a:xfrm>
              <a:off x="4004150" y="4121175"/>
              <a:ext cx="1014475" cy="592400"/>
            </a:xfrm>
            <a:custGeom>
              <a:avLst/>
              <a:gdLst/>
              <a:ahLst/>
              <a:cxnLst/>
              <a:rect l="l" t="t" r="r" b="b"/>
              <a:pathLst>
                <a:path w="40579" h="23696" extrusionOk="0">
                  <a:moveTo>
                    <a:pt x="5897" y="0"/>
                  </a:moveTo>
                  <a:cubicBezTo>
                    <a:pt x="5897" y="0"/>
                    <a:pt x="5866" y="61"/>
                    <a:pt x="5836" y="183"/>
                  </a:cubicBezTo>
                  <a:cubicBezTo>
                    <a:pt x="5745" y="335"/>
                    <a:pt x="5715" y="517"/>
                    <a:pt x="5623" y="699"/>
                  </a:cubicBezTo>
                  <a:cubicBezTo>
                    <a:pt x="5441" y="1277"/>
                    <a:pt x="5167" y="2006"/>
                    <a:pt x="4924" y="2797"/>
                  </a:cubicBezTo>
                  <a:cubicBezTo>
                    <a:pt x="4225" y="4772"/>
                    <a:pt x="3344" y="7386"/>
                    <a:pt x="2249" y="10517"/>
                  </a:cubicBezTo>
                  <a:cubicBezTo>
                    <a:pt x="1976" y="11338"/>
                    <a:pt x="1672" y="12189"/>
                    <a:pt x="1368" y="13070"/>
                  </a:cubicBezTo>
                  <a:cubicBezTo>
                    <a:pt x="1064" y="13982"/>
                    <a:pt x="730" y="14894"/>
                    <a:pt x="456" y="15867"/>
                  </a:cubicBezTo>
                  <a:cubicBezTo>
                    <a:pt x="213" y="16870"/>
                    <a:pt x="0" y="17934"/>
                    <a:pt x="122" y="19058"/>
                  </a:cubicBezTo>
                  <a:cubicBezTo>
                    <a:pt x="213" y="19636"/>
                    <a:pt x="365" y="20153"/>
                    <a:pt x="608" y="20700"/>
                  </a:cubicBezTo>
                  <a:cubicBezTo>
                    <a:pt x="882" y="21216"/>
                    <a:pt x="1307" y="21642"/>
                    <a:pt x="1763" y="22037"/>
                  </a:cubicBezTo>
                  <a:cubicBezTo>
                    <a:pt x="2705" y="22736"/>
                    <a:pt x="3891" y="23101"/>
                    <a:pt x="5107" y="23314"/>
                  </a:cubicBezTo>
                  <a:cubicBezTo>
                    <a:pt x="6322" y="23496"/>
                    <a:pt x="7538" y="23587"/>
                    <a:pt x="8754" y="23648"/>
                  </a:cubicBezTo>
                  <a:cubicBezTo>
                    <a:pt x="9422" y="23681"/>
                    <a:pt x="10096" y="23696"/>
                    <a:pt x="10777" y="23696"/>
                  </a:cubicBezTo>
                  <a:cubicBezTo>
                    <a:pt x="12635" y="23696"/>
                    <a:pt x="14539" y="23583"/>
                    <a:pt x="16475" y="23405"/>
                  </a:cubicBezTo>
                  <a:cubicBezTo>
                    <a:pt x="25806" y="22432"/>
                    <a:pt x="34195" y="20426"/>
                    <a:pt x="40548" y="18450"/>
                  </a:cubicBezTo>
                  <a:cubicBezTo>
                    <a:pt x="40548" y="18390"/>
                    <a:pt x="40578" y="18238"/>
                    <a:pt x="40578" y="18116"/>
                  </a:cubicBezTo>
                  <a:lnTo>
                    <a:pt x="40578" y="18116"/>
                  </a:lnTo>
                  <a:cubicBezTo>
                    <a:pt x="37782" y="18967"/>
                    <a:pt x="34590" y="19818"/>
                    <a:pt x="31065" y="20639"/>
                  </a:cubicBezTo>
                  <a:cubicBezTo>
                    <a:pt x="26596" y="21612"/>
                    <a:pt x="21672" y="22493"/>
                    <a:pt x="16414" y="22979"/>
                  </a:cubicBezTo>
                  <a:cubicBezTo>
                    <a:pt x="14323" y="23174"/>
                    <a:pt x="12270" y="23271"/>
                    <a:pt x="10272" y="23271"/>
                  </a:cubicBezTo>
                  <a:cubicBezTo>
                    <a:pt x="9773" y="23271"/>
                    <a:pt x="9277" y="23265"/>
                    <a:pt x="8784" y="23253"/>
                  </a:cubicBezTo>
                  <a:cubicBezTo>
                    <a:pt x="7569" y="23223"/>
                    <a:pt x="6322" y="23131"/>
                    <a:pt x="5167" y="22949"/>
                  </a:cubicBezTo>
                  <a:cubicBezTo>
                    <a:pt x="4043" y="22767"/>
                    <a:pt x="2888" y="22402"/>
                    <a:pt x="2006" y="21764"/>
                  </a:cubicBezTo>
                  <a:cubicBezTo>
                    <a:pt x="1155" y="21125"/>
                    <a:pt x="608" y="20092"/>
                    <a:pt x="486" y="19058"/>
                  </a:cubicBezTo>
                  <a:cubicBezTo>
                    <a:pt x="395" y="18025"/>
                    <a:pt x="578" y="16961"/>
                    <a:pt x="821" y="16019"/>
                  </a:cubicBezTo>
                  <a:cubicBezTo>
                    <a:pt x="1064" y="15046"/>
                    <a:pt x="1368" y="14134"/>
                    <a:pt x="1672" y="13253"/>
                  </a:cubicBezTo>
                  <a:cubicBezTo>
                    <a:pt x="1976" y="12371"/>
                    <a:pt x="2249" y="11490"/>
                    <a:pt x="2523" y="10669"/>
                  </a:cubicBezTo>
                  <a:cubicBezTo>
                    <a:pt x="3526" y="7508"/>
                    <a:pt x="4377" y="4894"/>
                    <a:pt x="5015" y="2888"/>
                  </a:cubicBezTo>
                  <a:cubicBezTo>
                    <a:pt x="5289" y="2037"/>
                    <a:pt x="5532" y="1368"/>
                    <a:pt x="5715" y="760"/>
                  </a:cubicBezTo>
                  <a:cubicBezTo>
                    <a:pt x="5775" y="547"/>
                    <a:pt x="5836" y="365"/>
                    <a:pt x="5866" y="183"/>
                  </a:cubicBezTo>
                  <a:cubicBezTo>
                    <a:pt x="5897" y="61"/>
                    <a:pt x="5897" y="0"/>
                    <a:pt x="5897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47"/>
            <p:cNvSpPr/>
            <p:nvPr/>
          </p:nvSpPr>
          <p:spPr>
            <a:xfrm>
              <a:off x="4041375" y="4121900"/>
              <a:ext cx="45625" cy="237925"/>
            </a:xfrm>
            <a:custGeom>
              <a:avLst/>
              <a:gdLst/>
              <a:ahLst/>
              <a:cxnLst/>
              <a:rect l="l" t="t" r="r" b="b"/>
              <a:pathLst>
                <a:path w="1825" h="9517" extrusionOk="0">
                  <a:moveTo>
                    <a:pt x="1757" y="0"/>
                  </a:moveTo>
                  <a:cubicBezTo>
                    <a:pt x="1680" y="0"/>
                    <a:pt x="1326" y="452"/>
                    <a:pt x="943" y="1218"/>
                  </a:cubicBezTo>
                  <a:cubicBezTo>
                    <a:pt x="760" y="1643"/>
                    <a:pt x="517" y="2129"/>
                    <a:pt x="396" y="2707"/>
                  </a:cubicBezTo>
                  <a:cubicBezTo>
                    <a:pt x="244" y="3284"/>
                    <a:pt x="92" y="3923"/>
                    <a:pt x="31" y="4652"/>
                  </a:cubicBezTo>
                  <a:cubicBezTo>
                    <a:pt x="0" y="5321"/>
                    <a:pt x="0" y="6020"/>
                    <a:pt x="92" y="6567"/>
                  </a:cubicBezTo>
                  <a:cubicBezTo>
                    <a:pt x="152" y="7175"/>
                    <a:pt x="274" y="7722"/>
                    <a:pt x="426" y="8148"/>
                  </a:cubicBezTo>
                  <a:cubicBezTo>
                    <a:pt x="721" y="9033"/>
                    <a:pt x="987" y="9517"/>
                    <a:pt x="1031" y="9517"/>
                  </a:cubicBezTo>
                  <a:cubicBezTo>
                    <a:pt x="1032" y="9517"/>
                    <a:pt x="1033" y="9516"/>
                    <a:pt x="1034" y="9516"/>
                  </a:cubicBezTo>
                  <a:cubicBezTo>
                    <a:pt x="1095" y="9455"/>
                    <a:pt x="912" y="8968"/>
                    <a:pt x="700" y="8087"/>
                  </a:cubicBezTo>
                  <a:cubicBezTo>
                    <a:pt x="578" y="7692"/>
                    <a:pt x="487" y="7145"/>
                    <a:pt x="456" y="6567"/>
                  </a:cubicBezTo>
                  <a:cubicBezTo>
                    <a:pt x="426" y="6020"/>
                    <a:pt x="396" y="5351"/>
                    <a:pt x="456" y="4683"/>
                  </a:cubicBezTo>
                  <a:cubicBezTo>
                    <a:pt x="487" y="3984"/>
                    <a:pt x="608" y="3376"/>
                    <a:pt x="760" y="2829"/>
                  </a:cubicBezTo>
                  <a:cubicBezTo>
                    <a:pt x="912" y="2251"/>
                    <a:pt x="1064" y="1765"/>
                    <a:pt x="1216" y="1339"/>
                  </a:cubicBezTo>
                  <a:cubicBezTo>
                    <a:pt x="1520" y="488"/>
                    <a:pt x="1824" y="32"/>
                    <a:pt x="1763" y="2"/>
                  </a:cubicBezTo>
                  <a:cubicBezTo>
                    <a:pt x="1762" y="1"/>
                    <a:pt x="1759" y="0"/>
                    <a:pt x="1757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47"/>
            <p:cNvSpPr/>
            <p:nvPr/>
          </p:nvSpPr>
          <p:spPr>
            <a:xfrm>
              <a:off x="6172125" y="2904600"/>
              <a:ext cx="362475" cy="412250"/>
            </a:xfrm>
            <a:custGeom>
              <a:avLst/>
              <a:gdLst/>
              <a:ahLst/>
              <a:cxnLst/>
              <a:rect l="l" t="t" r="r" b="b"/>
              <a:pathLst>
                <a:path w="14499" h="16490" extrusionOk="0">
                  <a:moveTo>
                    <a:pt x="8967" y="0"/>
                  </a:moveTo>
                  <a:lnTo>
                    <a:pt x="0" y="3982"/>
                  </a:lnTo>
                  <a:lnTo>
                    <a:pt x="1337" y="11368"/>
                  </a:lnTo>
                  <a:lnTo>
                    <a:pt x="8176" y="9605"/>
                  </a:lnTo>
                  <a:cubicBezTo>
                    <a:pt x="11094" y="16007"/>
                    <a:pt x="13616" y="16490"/>
                    <a:pt x="14310" y="16490"/>
                  </a:cubicBezTo>
                  <a:cubicBezTo>
                    <a:pt x="14433" y="16490"/>
                    <a:pt x="14499" y="16474"/>
                    <a:pt x="14499" y="16474"/>
                  </a:cubicBezTo>
                  <a:lnTo>
                    <a:pt x="8967" y="0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47"/>
            <p:cNvSpPr/>
            <p:nvPr/>
          </p:nvSpPr>
          <p:spPr>
            <a:xfrm>
              <a:off x="6359800" y="2916750"/>
              <a:ext cx="147450" cy="395925"/>
            </a:xfrm>
            <a:custGeom>
              <a:avLst/>
              <a:gdLst/>
              <a:ahLst/>
              <a:cxnLst/>
              <a:rect l="l" t="t" r="r" b="b"/>
              <a:pathLst>
                <a:path w="5898" h="15837" extrusionOk="0">
                  <a:moveTo>
                    <a:pt x="366" y="0"/>
                  </a:moveTo>
                  <a:lnTo>
                    <a:pt x="1" y="152"/>
                  </a:lnTo>
                  <a:cubicBezTo>
                    <a:pt x="1825" y="5320"/>
                    <a:pt x="3618" y="10426"/>
                    <a:pt x="5442" y="15593"/>
                  </a:cubicBezTo>
                  <a:cubicBezTo>
                    <a:pt x="5594" y="15715"/>
                    <a:pt x="5746" y="15806"/>
                    <a:pt x="5898" y="15836"/>
                  </a:cubicBezTo>
                  <a:cubicBezTo>
                    <a:pt x="4043" y="10548"/>
                    <a:pt x="2220" y="5259"/>
                    <a:pt x="366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47"/>
            <p:cNvSpPr/>
            <p:nvPr/>
          </p:nvSpPr>
          <p:spPr>
            <a:xfrm>
              <a:off x="4972250" y="2749575"/>
              <a:ext cx="1342000" cy="891725"/>
            </a:xfrm>
            <a:custGeom>
              <a:avLst/>
              <a:gdLst/>
              <a:ahLst/>
              <a:cxnLst/>
              <a:rect l="l" t="t" r="r" b="b"/>
              <a:pathLst>
                <a:path w="53680" h="35669" extrusionOk="0">
                  <a:moveTo>
                    <a:pt x="14013" y="0"/>
                  </a:moveTo>
                  <a:lnTo>
                    <a:pt x="91" y="3070"/>
                  </a:lnTo>
                  <a:cubicBezTo>
                    <a:pt x="91" y="3070"/>
                    <a:pt x="0" y="27417"/>
                    <a:pt x="2857" y="34165"/>
                  </a:cubicBezTo>
                  <a:cubicBezTo>
                    <a:pt x="3310" y="35223"/>
                    <a:pt x="4892" y="35669"/>
                    <a:pt x="7235" y="35669"/>
                  </a:cubicBezTo>
                  <a:cubicBezTo>
                    <a:pt x="19696" y="35669"/>
                    <a:pt x="53679" y="23071"/>
                    <a:pt x="53679" y="23071"/>
                  </a:cubicBezTo>
                  <a:cubicBezTo>
                    <a:pt x="53679" y="23071"/>
                    <a:pt x="51643" y="8693"/>
                    <a:pt x="46506" y="4256"/>
                  </a:cubicBezTo>
                  <a:lnTo>
                    <a:pt x="15077" y="19058"/>
                  </a:lnTo>
                  <a:lnTo>
                    <a:pt x="14013" y="0"/>
                  </a:lnTo>
                  <a:close/>
                </a:path>
              </a:pathLst>
            </a:custGeom>
            <a:solidFill>
              <a:srgbClr val="E2BA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47"/>
            <p:cNvSpPr/>
            <p:nvPr/>
          </p:nvSpPr>
          <p:spPr>
            <a:xfrm>
              <a:off x="6070300" y="2881025"/>
              <a:ext cx="175550" cy="468875"/>
            </a:xfrm>
            <a:custGeom>
              <a:avLst/>
              <a:gdLst/>
              <a:ahLst/>
              <a:cxnLst/>
              <a:rect l="l" t="t" r="r" b="b"/>
              <a:pathLst>
                <a:path w="7022" h="18755" extrusionOk="0">
                  <a:moveTo>
                    <a:pt x="274" y="1"/>
                  </a:moveTo>
                  <a:lnTo>
                    <a:pt x="0" y="122"/>
                  </a:lnTo>
                  <a:cubicBezTo>
                    <a:pt x="152" y="366"/>
                    <a:pt x="304" y="578"/>
                    <a:pt x="456" y="852"/>
                  </a:cubicBezTo>
                  <a:cubicBezTo>
                    <a:pt x="760" y="1338"/>
                    <a:pt x="1094" y="1885"/>
                    <a:pt x="1398" y="2463"/>
                  </a:cubicBezTo>
                  <a:cubicBezTo>
                    <a:pt x="1763" y="3010"/>
                    <a:pt x="2097" y="3648"/>
                    <a:pt x="2432" y="4347"/>
                  </a:cubicBezTo>
                  <a:cubicBezTo>
                    <a:pt x="3131" y="5715"/>
                    <a:pt x="3799" y="7235"/>
                    <a:pt x="4407" y="8876"/>
                  </a:cubicBezTo>
                  <a:cubicBezTo>
                    <a:pt x="5015" y="10487"/>
                    <a:pt x="5471" y="12098"/>
                    <a:pt x="5866" y="13588"/>
                  </a:cubicBezTo>
                  <a:cubicBezTo>
                    <a:pt x="6018" y="14287"/>
                    <a:pt x="6201" y="15016"/>
                    <a:pt x="6322" y="15654"/>
                  </a:cubicBezTo>
                  <a:cubicBezTo>
                    <a:pt x="6474" y="16323"/>
                    <a:pt x="6535" y="16962"/>
                    <a:pt x="6626" y="17539"/>
                  </a:cubicBezTo>
                  <a:cubicBezTo>
                    <a:pt x="6687" y="17995"/>
                    <a:pt x="6717" y="18390"/>
                    <a:pt x="6809" y="18755"/>
                  </a:cubicBezTo>
                  <a:cubicBezTo>
                    <a:pt x="6869" y="18694"/>
                    <a:pt x="6961" y="18664"/>
                    <a:pt x="7021" y="18664"/>
                  </a:cubicBezTo>
                  <a:cubicBezTo>
                    <a:pt x="6991" y="18299"/>
                    <a:pt x="6961" y="17904"/>
                    <a:pt x="6930" y="17478"/>
                  </a:cubicBezTo>
                  <a:cubicBezTo>
                    <a:pt x="6930" y="16992"/>
                    <a:pt x="6839" y="16354"/>
                    <a:pt x="6687" y="15685"/>
                  </a:cubicBezTo>
                  <a:cubicBezTo>
                    <a:pt x="6565" y="14986"/>
                    <a:pt x="6414" y="14287"/>
                    <a:pt x="6262" y="13527"/>
                  </a:cubicBezTo>
                  <a:cubicBezTo>
                    <a:pt x="5927" y="12068"/>
                    <a:pt x="5441" y="10426"/>
                    <a:pt x="4833" y="8755"/>
                  </a:cubicBezTo>
                  <a:cubicBezTo>
                    <a:pt x="4225" y="7083"/>
                    <a:pt x="3496" y="5563"/>
                    <a:pt x="2827" y="4195"/>
                  </a:cubicBezTo>
                  <a:cubicBezTo>
                    <a:pt x="2432" y="3496"/>
                    <a:pt x="2097" y="2858"/>
                    <a:pt x="1763" y="2280"/>
                  </a:cubicBezTo>
                  <a:cubicBezTo>
                    <a:pt x="1398" y="1673"/>
                    <a:pt x="1064" y="1186"/>
                    <a:pt x="730" y="700"/>
                  </a:cubicBezTo>
                  <a:lnTo>
                    <a:pt x="274" y="1"/>
                  </a:ln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47"/>
            <p:cNvSpPr/>
            <p:nvPr/>
          </p:nvSpPr>
          <p:spPr>
            <a:xfrm>
              <a:off x="5162975" y="2805800"/>
              <a:ext cx="1110225" cy="593325"/>
            </a:xfrm>
            <a:custGeom>
              <a:avLst/>
              <a:gdLst/>
              <a:ahLst/>
              <a:cxnLst/>
              <a:rect l="l" t="t" r="r" b="b"/>
              <a:pathLst>
                <a:path w="44409" h="23733" extrusionOk="0">
                  <a:moveTo>
                    <a:pt x="31" y="1"/>
                  </a:moveTo>
                  <a:cubicBezTo>
                    <a:pt x="31" y="1"/>
                    <a:pt x="1" y="244"/>
                    <a:pt x="31" y="700"/>
                  </a:cubicBezTo>
                  <a:cubicBezTo>
                    <a:pt x="31" y="1156"/>
                    <a:pt x="31" y="1885"/>
                    <a:pt x="92" y="2767"/>
                  </a:cubicBezTo>
                  <a:cubicBezTo>
                    <a:pt x="153" y="4560"/>
                    <a:pt x="274" y="7174"/>
                    <a:pt x="578" y="10365"/>
                  </a:cubicBezTo>
                  <a:cubicBezTo>
                    <a:pt x="730" y="11946"/>
                    <a:pt x="912" y="13709"/>
                    <a:pt x="1156" y="15594"/>
                  </a:cubicBezTo>
                  <a:cubicBezTo>
                    <a:pt x="1247" y="16566"/>
                    <a:pt x="1399" y="17508"/>
                    <a:pt x="1520" y="18481"/>
                  </a:cubicBezTo>
                  <a:cubicBezTo>
                    <a:pt x="1672" y="19484"/>
                    <a:pt x="1794" y="20548"/>
                    <a:pt x="2159" y="21581"/>
                  </a:cubicBezTo>
                  <a:cubicBezTo>
                    <a:pt x="2371" y="22068"/>
                    <a:pt x="2675" y="22585"/>
                    <a:pt x="3071" y="22980"/>
                  </a:cubicBezTo>
                  <a:cubicBezTo>
                    <a:pt x="3496" y="23405"/>
                    <a:pt x="4074" y="23618"/>
                    <a:pt x="4681" y="23709"/>
                  </a:cubicBezTo>
                  <a:cubicBezTo>
                    <a:pt x="4836" y="23725"/>
                    <a:pt x="4993" y="23733"/>
                    <a:pt x="5151" y="23733"/>
                  </a:cubicBezTo>
                  <a:cubicBezTo>
                    <a:pt x="5580" y="23733"/>
                    <a:pt x="6014" y="23677"/>
                    <a:pt x="6414" y="23588"/>
                  </a:cubicBezTo>
                  <a:cubicBezTo>
                    <a:pt x="6992" y="23466"/>
                    <a:pt x="7539" y="23314"/>
                    <a:pt x="8086" y="23162"/>
                  </a:cubicBezTo>
                  <a:cubicBezTo>
                    <a:pt x="10335" y="22645"/>
                    <a:pt x="12645" y="22037"/>
                    <a:pt x="15046" y="21429"/>
                  </a:cubicBezTo>
                  <a:cubicBezTo>
                    <a:pt x="24560" y="18937"/>
                    <a:pt x="33071" y="16414"/>
                    <a:pt x="39181" y="14439"/>
                  </a:cubicBezTo>
                  <a:cubicBezTo>
                    <a:pt x="41217" y="13770"/>
                    <a:pt x="42980" y="13223"/>
                    <a:pt x="44409" y="12706"/>
                  </a:cubicBezTo>
                  <a:cubicBezTo>
                    <a:pt x="44317" y="12676"/>
                    <a:pt x="44287" y="12615"/>
                    <a:pt x="44287" y="12524"/>
                  </a:cubicBezTo>
                  <a:cubicBezTo>
                    <a:pt x="42767" y="12980"/>
                    <a:pt x="40974" y="13557"/>
                    <a:pt x="38998" y="14165"/>
                  </a:cubicBezTo>
                  <a:cubicBezTo>
                    <a:pt x="32828" y="16049"/>
                    <a:pt x="24317" y="18542"/>
                    <a:pt x="14864" y="21004"/>
                  </a:cubicBezTo>
                  <a:cubicBezTo>
                    <a:pt x="12524" y="21612"/>
                    <a:pt x="10183" y="22220"/>
                    <a:pt x="7964" y="22736"/>
                  </a:cubicBezTo>
                  <a:cubicBezTo>
                    <a:pt x="6957" y="22975"/>
                    <a:pt x="6019" y="23306"/>
                    <a:pt x="5089" y="23306"/>
                  </a:cubicBezTo>
                  <a:cubicBezTo>
                    <a:pt x="4953" y="23306"/>
                    <a:pt x="4817" y="23299"/>
                    <a:pt x="4681" y="23284"/>
                  </a:cubicBezTo>
                  <a:cubicBezTo>
                    <a:pt x="4165" y="23253"/>
                    <a:pt x="3678" y="23010"/>
                    <a:pt x="3314" y="22676"/>
                  </a:cubicBezTo>
                  <a:cubicBezTo>
                    <a:pt x="2919" y="22341"/>
                    <a:pt x="2675" y="21855"/>
                    <a:pt x="2523" y="21429"/>
                  </a:cubicBezTo>
                  <a:cubicBezTo>
                    <a:pt x="2128" y="20457"/>
                    <a:pt x="2007" y="19454"/>
                    <a:pt x="1855" y="18420"/>
                  </a:cubicBezTo>
                  <a:cubicBezTo>
                    <a:pt x="1703" y="17417"/>
                    <a:pt x="1551" y="16445"/>
                    <a:pt x="1460" y="15533"/>
                  </a:cubicBezTo>
                  <a:cubicBezTo>
                    <a:pt x="1186" y="13679"/>
                    <a:pt x="1004" y="11916"/>
                    <a:pt x="852" y="10335"/>
                  </a:cubicBezTo>
                  <a:cubicBezTo>
                    <a:pt x="487" y="7144"/>
                    <a:pt x="335" y="4560"/>
                    <a:pt x="244" y="2767"/>
                  </a:cubicBezTo>
                  <a:cubicBezTo>
                    <a:pt x="183" y="1976"/>
                    <a:pt x="153" y="1277"/>
                    <a:pt x="122" y="700"/>
                  </a:cubicBezTo>
                  <a:cubicBezTo>
                    <a:pt x="92" y="244"/>
                    <a:pt x="92" y="1"/>
                    <a:pt x="31" y="1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47"/>
            <p:cNvSpPr/>
            <p:nvPr/>
          </p:nvSpPr>
          <p:spPr>
            <a:xfrm>
              <a:off x="3607475" y="1453950"/>
              <a:ext cx="886050" cy="798250"/>
            </a:xfrm>
            <a:custGeom>
              <a:avLst/>
              <a:gdLst/>
              <a:ahLst/>
              <a:cxnLst/>
              <a:rect l="l" t="t" r="r" b="b"/>
              <a:pathLst>
                <a:path w="35442" h="31930" extrusionOk="0">
                  <a:moveTo>
                    <a:pt x="22733" y="1"/>
                  </a:moveTo>
                  <a:cubicBezTo>
                    <a:pt x="22287" y="1"/>
                    <a:pt x="21834" y="130"/>
                    <a:pt x="21430" y="396"/>
                  </a:cubicBezTo>
                  <a:lnTo>
                    <a:pt x="15624" y="4378"/>
                  </a:lnTo>
                  <a:cubicBezTo>
                    <a:pt x="16384" y="4743"/>
                    <a:pt x="17053" y="5320"/>
                    <a:pt x="17508" y="5958"/>
                  </a:cubicBezTo>
                  <a:cubicBezTo>
                    <a:pt x="18876" y="7965"/>
                    <a:pt x="17964" y="10609"/>
                    <a:pt x="15715" y="12129"/>
                  </a:cubicBezTo>
                  <a:cubicBezTo>
                    <a:pt x="14721" y="12810"/>
                    <a:pt x="13623" y="13161"/>
                    <a:pt x="12591" y="13161"/>
                  </a:cubicBezTo>
                  <a:cubicBezTo>
                    <a:pt x="11319" y="13161"/>
                    <a:pt x="10148" y="12628"/>
                    <a:pt x="9393" y="11521"/>
                  </a:cubicBezTo>
                  <a:cubicBezTo>
                    <a:pt x="8937" y="10822"/>
                    <a:pt x="8663" y="10001"/>
                    <a:pt x="8572" y="9150"/>
                  </a:cubicBezTo>
                  <a:lnTo>
                    <a:pt x="3101" y="12828"/>
                  </a:lnTo>
                  <a:cubicBezTo>
                    <a:pt x="2037" y="13557"/>
                    <a:pt x="1794" y="14956"/>
                    <a:pt x="2493" y="16019"/>
                  </a:cubicBezTo>
                  <a:lnTo>
                    <a:pt x="5502" y="20427"/>
                  </a:lnTo>
                  <a:cubicBezTo>
                    <a:pt x="5342" y="20414"/>
                    <a:pt x="5180" y="20408"/>
                    <a:pt x="5018" y="20408"/>
                  </a:cubicBezTo>
                  <a:cubicBezTo>
                    <a:pt x="3985" y="20408"/>
                    <a:pt x="2947" y="20661"/>
                    <a:pt x="2159" y="21187"/>
                  </a:cubicBezTo>
                  <a:cubicBezTo>
                    <a:pt x="153" y="22554"/>
                    <a:pt x="1" y="25290"/>
                    <a:pt x="1551" y="27539"/>
                  </a:cubicBezTo>
                  <a:cubicBezTo>
                    <a:pt x="2562" y="29066"/>
                    <a:pt x="4090" y="29976"/>
                    <a:pt x="5596" y="29976"/>
                  </a:cubicBezTo>
                  <a:cubicBezTo>
                    <a:pt x="6308" y="29976"/>
                    <a:pt x="7016" y="29772"/>
                    <a:pt x="7660" y="29333"/>
                  </a:cubicBezTo>
                  <a:cubicBezTo>
                    <a:pt x="8572" y="28694"/>
                    <a:pt x="9302" y="27661"/>
                    <a:pt x="9636" y="26506"/>
                  </a:cubicBezTo>
                  <a:lnTo>
                    <a:pt x="12645" y="30913"/>
                  </a:lnTo>
                  <a:cubicBezTo>
                    <a:pt x="13098" y="31574"/>
                    <a:pt x="13809" y="31930"/>
                    <a:pt x="14538" y="31930"/>
                  </a:cubicBezTo>
                  <a:cubicBezTo>
                    <a:pt x="14983" y="31930"/>
                    <a:pt x="15434" y="31797"/>
                    <a:pt x="15837" y="31521"/>
                  </a:cubicBezTo>
                  <a:lnTo>
                    <a:pt x="21308" y="27843"/>
                  </a:lnTo>
                  <a:cubicBezTo>
                    <a:pt x="20548" y="27478"/>
                    <a:pt x="19849" y="26901"/>
                    <a:pt x="19393" y="26263"/>
                  </a:cubicBezTo>
                  <a:cubicBezTo>
                    <a:pt x="18025" y="24226"/>
                    <a:pt x="18937" y="21612"/>
                    <a:pt x="21186" y="20092"/>
                  </a:cubicBezTo>
                  <a:cubicBezTo>
                    <a:pt x="22194" y="19411"/>
                    <a:pt x="23300" y="19060"/>
                    <a:pt x="24336" y="19060"/>
                  </a:cubicBezTo>
                  <a:cubicBezTo>
                    <a:pt x="25613" y="19060"/>
                    <a:pt x="26784" y="19593"/>
                    <a:pt x="27539" y="20700"/>
                  </a:cubicBezTo>
                  <a:cubicBezTo>
                    <a:pt x="27995" y="21399"/>
                    <a:pt x="28269" y="22220"/>
                    <a:pt x="28329" y="23071"/>
                  </a:cubicBezTo>
                  <a:lnTo>
                    <a:pt x="34105" y="19150"/>
                  </a:lnTo>
                  <a:cubicBezTo>
                    <a:pt x="35168" y="18421"/>
                    <a:pt x="35442" y="17022"/>
                    <a:pt x="34712" y="15959"/>
                  </a:cubicBezTo>
                  <a:lnTo>
                    <a:pt x="24621" y="1004"/>
                  </a:lnTo>
                  <a:cubicBezTo>
                    <a:pt x="24169" y="345"/>
                    <a:pt x="23460" y="1"/>
                    <a:pt x="22733" y="1"/>
                  </a:cubicBezTo>
                  <a:close/>
                </a:path>
              </a:pathLst>
            </a:custGeom>
            <a:solidFill>
              <a:srgbClr val="E2BA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47"/>
            <p:cNvSpPr/>
            <p:nvPr/>
          </p:nvSpPr>
          <p:spPr>
            <a:xfrm>
              <a:off x="5161450" y="1793725"/>
              <a:ext cx="97300" cy="161775"/>
            </a:xfrm>
            <a:custGeom>
              <a:avLst/>
              <a:gdLst/>
              <a:ahLst/>
              <a:cxnLst/>
              <a:rect l="l" t="t" r="r" b="b"/>
              <a:pathLst>
                <a:path w="3892" h="6471" extrusionOk="0">
                  <a:moveTo>
                    <a:pt x="2332" y="0"/>
                  </a:moveTo>
                  <a:cubicBezTo>
                    <a:pt x="2024" y="0"/>
                    <a:pt x="1716" y="30"/>
                    <a:pt x="1429" y="88"/>
                  </a:cubicBezTo>
                  <a:lnTo>
                    <a:pt x="1" y="6471"/>
                  </a:lnTo>
                  <a:cubicBezTo>
                    <a:pt x="1369" y="6228"/>
                    <a:pt x="2584" y="5316"/>
                    <a:pt x="3223" y="4100"/>
                  </a:cubicBezTo>
                  <a:cubicBezTo>
                    <a:pt x="3861" y="2884"/>
                    <a:pt x="3891" y="1365"/>
                    <a:pt x="3344" y="118"/>
                  </a:cubicBezTo>
                  <a:cubicBezTo>
                    <a:pt x="3023" y="38"/>
                    <a:pt x="2677" y="0"/>
                    <a:pt x="2332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47"/>
            <p:cNvSpPr/>
            <p:nvPr/>
          </p:nvSpPr>
          <p:spPr>
            <a:xfrm>
              <a:off x="2788300" y="2084700"/>
              <a:ext cx="838950" cy="794800"/>
            </a:xfrm>
            <a:custGeom>
              <a:avLst/>
              <a:gdLst/>
              <a:ahLst/>
              <a:cxnLst/>
              <a:rect l="l" t="t" r="r" b="b"/>
              <a:pathLst>
                <a:path w="33558" h="31792" extrusionOk="0">
                  <a:moveTo>
                    <a:pt x="20949" y="1"/>
                  </a:moveTo>
                  <a:cubicBezTo>
                    <a:pt x="20520" y="1"/>
                    <a:pt x="20086" y="119"/>
                    <a:pt x="19697" y="364"/>
                  </a:cubicBezTo>
                  <a:lnTo>
                    <a:pt x="14378" y="3920"/>
                  </a:lnTo>
                  <a:cubicBezTo>
                    <a:pt x="14986" y="4285"/>
                    <a:pt x="15503" y="4741"/>
                    <a:pt x="15868" y="5318"/>
                  </a:cubicBezTo>
                  <a:cubicBezTo>
                    <a:pt x="17235" y="7325"/>
                    <a:pt x="16263" y="9939"/>
                    <a:pt x="14013" y="11428"/>
                  </a:cubicBezTo>
                  <a:cubicBezTo>
                    <a:pt x="13032" y="12100"/>
                    <a:pt x="11944" y="12445"/>
                    <a:pt x="10920" y="12445"/>
                  </a:cubicBezTo>
                  <a:cubicBezTo>
                    <a:pt x="9628" y="12445"/>
                    <a:pt x="8437" y="11895"/>
                    <a:pt x="7691" y="10759"/>
                  </a:cubicBezTo>
                  <a:cubicBezTo>
                    <a:pt x="7296" y="10182"/>
                    <a:pt x="7083" y="9543"/>
                    <a:pt x="6962" y="8814"/>
                  </a:cubicBezTo>
                  <a:lnTo>
                    <a:pt x="1338" y="12583"/>
                  </a:lnTo>
                  <a:cubicBezTo>
                    <a:pt x="275" y="13282"/>
                    <a:pt x="1" y="14711"/>
                    <a:pt x="700" y="15775"/>
                  </a:cubicBezTo>
                  <a:lnTo>
                    <a:pt x="10700" y="30760"/>
                  </a:lnTo>
                  <a:cubicBezTo>
                    <a:pt x="11144" y="31434"/>
                    <a:pt x="11881" y="31791"/>
                    <a:pt x="12632" y="31791"/>
                  </a:cubicBezTo>
                  <a:cubicBezTo>
                    <a:pt x="13065" y="31791"/>
                    <a:pt x="13503" y="31673"/>
                    <a:pt x="13892" y="31428"/>
                  </a:cubicBezTo>
                  <a:lnTo>
                    <a:pt x="32220" y="19179"/>
                  </a:lnTo>
                  <a:cubicBezTo>
                    <a:pt x="33284" y="18449"/>
                    <a:pt x="33558" y="17051"/>
                    <a:pt x="32889" y="15987"/>
                  </a:cubicBezTo>
                  <a:lnTo>
                    <a:pt x="29789" y="11398"/>
                  </a:lnTo>
                  <a:cubicBezTo>
                    <a:pt x="29485" y="12644"/>
                    <a:pt x="28725" y="13829"/>
                    <a:pt x="27752" y="14467"/>
                  </a:cubicBezTo>
                  <a:cubicBezTo>
                    <a:pt x="27108" y="14907"/>
                    <a:pt x="26397" y="15111"/>
                    <a:pt x="25680" y="15111"/>
                  </a:cubicBezTo>
                  <a:cubicBezTo>
                    <a:pt x="24166" y="15111"/>
                    <a:pt x="22623" y="14201"/>
                    <a:pt x="21612" y="12674"/>
                  </a:cubicBezTo>
                  <a:cubicBezTo>
                    <a:pt x="20093" y="10455"/>
                    <a:pt x="20245" y="7659"/>
                    <a:pt x="22311" y="6352"/>
                  </a:cubicBezTo>
                  <a:cubicBezTo>
                    <a:pt x="23112" y="5810"/>
                    <a:pt x="24096" y="5560"/>
                    <a:pt x="25092" y="5560"/>
                  </a:cubicBezTo>
                  <a:cubicBezTo>
                    <a:pt x="25382" y="5560"/>
                    <a:pt x="25672" y="5581"/>
                    <a:pt x="25959" y="5622"/>
                  </a:cubicBezTo>
                  <a:lnTo>
                    <a:pt x="22889" y="1033"/>
                  </a:lnTo>
                  <a:cubicBezTo>
                    <a:pt x="22426" y="358"/>
                    <a:pt x="21694" y="1"/>
                    <a:pt x="20949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47"/>
            <p:cNvSpPr/>
            <p:nvPr/>
          </p:nvSpPr>
          <p:spPr>
            <a:xfrm>
              <a:off x="5686550" y="2624200"/>
              <a:ext cx="259150" cy="421150"/>
            </a:xfrm>
            <a:custGeom>
              <a:avLst/>
              <a:gdLst/>
              <a:ahLst/>
              <a:cxnLst/>
              <a:rect l="l" t="t" r="r" b="b"/>
              <a:pathLst>
                <a:path w="10366" h="16846" extrusionOk="0">
                  <a:moveTo>
                    <a:pt x="4225" y="0"/>
                  </a:moveTo>
                  <a:lnTo>
                    <a:pt x="0" y="6292"/>
                  </a:lnTo>
                  <a:cubicBezTo>
                    <a:pt x="395" y="8724"/>
                    <a:pt x="912" y="11155"/>
                    <a:pt x="1368" y="13648"/>
                  </a:cubicBezTo>
                  <a:cubicBezTo>
                    <a:pt x="1398" y="13800"/>
                    <a:pt x="1459" y="13952"/>
                    <a:pt x="1520" y="14043"/>
                  </a:cubicBezTo>
                  <a:cubicBezTo>
                    <a:pt x="1602" y="14152"/>
                    <a:pt x="1756" y="14260"/>
                    <a:pt x="1875" y="14260"/>
                  </a:cubicBezTo>
                  <a:cubicBezTo>
                    <a:pt x="1889" y="14260"/>
                    <a:pt x="1902" y="14259"/>
                    <a:pt x="1915" y="14256"/>
                  </a:cubicBezTo>
                  <a:cubicBezTo>
                    <a:pt x="2067" y="14195"/>
                    <a:pt x="2158" y="14012"/>
                    <a:pt x="2219" y="13830"/>
                  </a:cubicBezTo>
                  <a:cubicBezTo>
                    <a:pt x="2614" y="12493"/>
                    <a:pt x="2614" y="10942"/>
                    <a:pt x="2341" y="9605"/>
                  </a:cubicBezTo>
                  <a:lnTo>
                    <a:pt x="2341" y="9605"/>
                  </a:lnTo>
                  <a:cubicBezTo>
                    <a:pt x="3465" y="11550"/>
                    <a:pt x="4012" y="13800"/>
                    <a:pt x="3952" y="16019"/>
                  </a:cubicBezTo>
                  <a:cubicBezTo>
                    <a:pt x="3952" y="16322"/>
                    <a:pt x="3982" y="16748"/>
                    <a:pt x="4286" y="16839"/>
                  </a:cubicBezTo>
                  <a:cubicBezTo>
                    <a:pt x="4308" y="16843"/>
                    <a:pt x="4329" y="16845"/>
                    <a:pt x="4350" y="16845"/>
                  </a:cubicBezTo>
                  <a:cubicBezTo>
                    <a:pt x="4651" y="16845"/>
                    <a:pt x="4869" y="16453"/>
                    <a:pt x="4955" y="16140"/>
                  </a:cubicBezTo>
                  <a:cubicBezTo>
                    <a:pt x="5441" y="13891"/>
                    <a:pt x="4894" y="11581"/>
                    <a:pt x="4377" y="9392"/>
                  </a:cubicBezTo>
                  <a:lnTo>
                    <a:pt x="4377" y="9392"/>
                  </a:lnTo>
                  <a:cubicBezTo>
                    <a:pt x="4955" y="11520"/>
                    <a:pt x="5471" y="13648"/>
                    <a:pt x="6049" y="15806"/>
                  </a:cubicBezTo>
                  <a:cubicBezTo>
                    <a:pt x="6079" y="15958"/>
                    <a:pt x="6110" y="16110"/>
                    <a:pt x="6262" y="16140"/>
                  </a:cubicBezTo>
                  <a:cubicBezTo>
                    <a:pt x="6296" y="16156"/>
                    <a:pt x="6330" y="16163"/>
                    <a:pt x="6362" y="16163"/>
                  </a:cubicBezTo>
                  <a:cubicBezTo>
                    <a:pt x="6580" y="16163"/>
                    <a:pt x="6725" y="15828"/>
                    <a:pt x="6778" y="15563"/>
                  </a:cubicBezTo>
                  <a:cubicBezTo>
                    <a:pt x="6991" y="13435"/>
                    <a:pt x="6566" y="11307"/>
                    <a:pt x="6201" y="9180"/>
                  </a:cubicBezTo>
                  <a:lnTo>
                    <a:pt x="6201" y="9180"/>
                  </a:lnTo>
                  <a:cubicBezTo>
                    <a:pt x="6687" y="11125"/>
                    <a:pt x="7174" y="13040"/>
                    <a:pt x="7660" y="14955"/>
                  </a:cubicBezTo>
                  <a:cubicBezTo>
                    <a:pt x="7721" y="15107"/>
                    <a:pt x="7781" y="15289"/>
                    <a:pt x="7933" y="15380"/>
                  </a:cubicBezTo>
                  <a:cubicBezTo>
                    <a:pt x="7980" y="15400"/>
                    <a:pt x="8024" y="15409"/>
                    <a:pt x="8065" y="15409"/>
                  </a:cubicBezTo>
                  <a:cubicBezTo>
                    <a:pt x="8343" y="15409"/>
                    <a:pt x="8485" y="14995"/>
                    <a:pt x="8511" y="14651"/>
                  </a:cubicBezTo>
                  <a:cubicBezTo>
                    <a:pt x="8541" y="12584"/>
                    <a:pt x="8298" y="10608"/>
                    <a:pt x="7751" y="8572"/>
                  </a:cubicBezTo>
                  <a:lnTo>
                    <a:pt x="7751" y="8572"/>
                  </a:lnTo>
                  <a:cubicBezTo>
                    <a:pt x="8329" y="9848"/>
                    <a:pt x="8937" y="11125"/>
                    <a:pt x="9514" y="12371"/>
                  </a:cubicBezTo>
                  <a:cubicBezTo>
                    <a:pt x="9571" y="12570"/>
                    <a:pt x="9708" y="12769"/>
                    <a:pt x="9924" y="12769"/>
                  </a:cubicBezTo>
                  <a:cubicBezTo>
                    <a:pt x="9939" y="12769"/>
                    <a:pt x="9954" y="12768"/>
                    <a:pt x="9970" y="12766"/>
                  </a:cubicBezTo>
                  <a:cubicBezTo>
                    <a:pt x="10152" y="12736"/>
                    <a:pt x="10183" y="12493"/>
                    <a:pt x="10213" y="12310"/>
                  </a:cubicBezTo>
                  <a:cubicBezTo>
                    <a:pt x="10365" y="9909"/>
                    <a:pt x="9544" y="7569"/>
                    <a:pt x="8389" y="5502"/>
                  </a:cubicBezTo>
                  <a:cubicBezTo>
                    <a:pt x="7326" y="3617"/>
                    <a:pt x="5867" y="1429"/>
                    <a:pt x="4225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47"/>
            <p:cNvSpPr/>
            <p:nvPr/>
          </p:nvSpPr>
          <p:spPr>
            <a:xfrm>
              <a:off x="4561150" y="4162200"/>
              <a:ext cx="259150" cy="420550"/>
            </a:xfrm>
            <a:custGeom>
              <a:avLst/>
              <a:gdLst/>
              <a:ahLst/>
              <a:cxnLst/>
              <a:rect l="l" t="t" r="r" b="b"/>
              <a:pathLst>
                <a:path w="10366" h="16822" extrusionOk="0">
                  <a:moveTo>
                    <a:pt x="4195" y="1"/>
                  </a:moveTo>
                  <a:lnTo>
                    <a:pt x="0" y="6293"/>
                  </a:lnTo>
                  <a:cubicBezTo>
                    <a:pt x="365" y="8724"/>
                    <a:pt x="912" y="11156"/>
                    <a:pt x="1368" y="13618"/>
                  </a:cubicBezTo>
                  <a:cubicBezTo>
                    <a:pt x="1398" y="13770"/>
                    <a:pt x="1429" y="13922"/>
                    <a:pt x="1520" y="14043"/>
                  </a:cubicBezTo>
                  <a:cubicBezTo>
                    <a:pt x="1570" y="14143"/>
                    <a:pt x="1721" y="14242"/>
                    <a:pt x="1824" y="14242"/>
                  </a:cubicBezTo>
                  <a:cubicBezTo>
                    <a:pt x="1847" y="14242"/>
                    <a:pt x="1868" y="14237"/>
                    <a:pt x="1885" y="14226"/>
                  </a:cubicBezTo>
                  <a:cubicBezTo>
                    <a:pt x="2037" y="14195"/>
                    <a:pt x="2158" y="14013"/>
                    <a:pt x="2189" y="13831"/>
                  </a:cubicBezTo>
                  <a:cubicBezTo>
                    <a:pt x="2614" y="12493"/>
                    <a:pt x="2614" y="10943"/>
                    <a:pt x="2341" y="9606"/>
                  </a:cubicBezTo>
                  <a:lnTo>
                    <a:pt x="2341" y="9606"/>
                  </a:lnTo>
                  <a:cubicBezTo>
                    <a:pt x="3465" y="11551"/>
                    <a:pt x="4012" y="13770"/>
                    <a:pt x="3952" y="16019"/>
                  </a:cubicBezTo>
                  <a:cubicBezTo>
                    <a:pt x="3952" y="16323"/>
                    <a:pt x="3982" y="16749"/>
                    <a:pt x="4286" y="16809"/>
                  </a:cubicBezTo>
                  <a:cubicBezTo>
                    <a:pt x="4317" y="16818"/>
                    <a:pt x="4348" y="16822"/>
                    <a:pt x="4377" y="16822"/>
                  </a:cubicBezTo>
                  <a:cubicBezTo>
                    <a:pt x="4664" y="16822"/>
                    <a:pt x="4869" y="16444"/>
                    <a:pt x="4924" y="16141"/>
                  </a:cubicBezTo>
                  <a:cubicBezTo>
                    <a:pt x="5441" y="13891"/>
                    <a:pt x="4894" y="11581"/>
                    <a:pt x="4377" y="9363"/>
                  </a:cubicBezTo>
                  <a:lnTo>
                    <a:pt x="4377" y="9363"/>
                  </a:lnTo>
                  <a:cubicBezTo>
                    <a:pt x="4924" y="11490"/>
                    <a:pt x="5471" y="13618"/>
                    <a:pt x="6019" y="15776"/>
                  </a:cubicBezTo>
                  <a:cubicBezTo>
                    <a:pt x="6079" y="15928"/>
                    <a:pt x="6110" y="16080"/>
                    <a:pt x="6262" y="16141"/>
                  </a:cubicBezTo>
                  <a:cubicBezTo>
                    <a:pt x="6291" y="16150"/>
                    <a:pt x="6319" y="16155"/>
                    <a:pt x="6346" y="16155"/>
                  </a:cubicBezTo>
                  <a:cubicBezTo>
                    <a:pt x="6572" y="16155"/>
                    <a:pt x="6721" y="15835"/>
                    <a:pt x="6748" y="15563"/>
                  </a:cubicBezTo>
                  <a:cubicBezTo>
                    <a:pt x="6991" y="13436"/>
                    <a:pt x="6566" y="11308"/>
                    <a:pt x="6201" y="9180"/>
                  </a:cubicBezTo>
                  <a:lnTo>
                    <a:pt x="6201" y="9180"/>
                  </a:lnTo>
                  <a:cubicBezTo>
                    <a:pt x="6687" y="11125"/>
                    <a:pt x="7174" y="13010"/>
                    <a:pt x="7660" y="14955"/>
                  </a:cubicBezTo>
                  <a:cubicBezTo>
                    <a:pt x="7721" y="15107"/>
                    <a:pt x="7781" y="15290"/>
                    <a:pt x="7933" y="15381"/>
                  </a:cubicBezTo>
                  <a:cubicBezTo>
                    <a:pt x="7975" y="15400"/>
                    <a:pt x="8013" y="15408"/>
                    <a:pt x="8050" y="15408"/>
                  </a:cubicBezTo>
                  <a:cubicBezTo>
                    <a:pt x="8311" y="15408"/>
                    <a:pt x="8458" y="14971"/>
                    <a:pt x="8511" y="14651"/>
                  </a:cubicBezTo>
                  <a:cubicBezTo>
                    <a:pt x="8541" y="12554"/>
                    <a:pt x="8268" y="10578"/>
                    <a:pt x="7751" y="8572"/>
                  </a:cubicBezTo>
                  <a:lnTo>
                    <a:pt x="7751" y="8572"/>
                  </a:lnTo>
                  <a:cubicBezTo>
                    <a:pt x="8298" y="9818"/>
                    <a:pt x="8936" y="11125"/>
                    <a:pt x="9484" y="12372"/>
                  </a:cubicBezTo>
                  <a:cubicBezTo>
                    <a:pt x="9565" y="12535"/>
                    <a:pt x="9695" y="12746"/>
                    <a:pt x="9873" y="12746"/>
                  </a:cubicBezTo>
                  <a:cubicBezTo>
                    <a:pt x="9895" y="12746"/>
                    <a:pt x="9917" y="12743"/>
                    <a:pt x="9940" y="12736"/>
                  </a:cubicBezTo>
                  <a:cubicBezTo>
                    <a:pt x="10122" y="12706"/>
                    <a:pt x="10183" y="12493"/>
                    <a:pt x="10213" y="12281"/>
                  </a:cubicBezTo>
                  <a:cubicBezTo>
                    <a:pt x="10365" y="9910"/>
                    <a:pt x="9514" y="7539"/>
                    <a:pt x="8389" y="5502"/>
                  </a:cubicBezTo>
                  <a:cubicBezTo>
                    <a:pt x="7326" y="3587"/>
                    <a:pt x="5836" y="1429"/>
                    <a:pt x="4195" y="1"/>
                  </a:cubicBez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47"/>
            <p:cNvSpPr/>
            <p:nvPr/>
          </p:nvSpPr>
          <p:spPr>
            <a:xfrm>
              <a:off x="1381750" y="2345300"/>
              <a:ext cx="259150" cy="421325"/>
            </a:xfrm>
            <a:custGeom>
              <a:avLst/>
              <a:gdLst/>
              <a:ahLst/>
              <a:cxnLst/>
              <a:rect l="l" t="t" r="r" b="b"/>
              <a:pathLst>
                <a:path w="10366" h="16853" extrusionOk="0">
                  <a:moveTo>
                    <a:pt x="6140" y="1"/>
                  </a:moveTo>
                  <a:cubicBezTo>
                    <a:pt x="4529" y="1460"/>
                    <a:pt x="3040" y="3618"/>
                    <a:pt x="1976" y="5533"/>
                  </a:cubicBezTo>
                  <a:cubicBezTo>
                    <a:pt x="821" y="7569"/>
                    <a:pt x="1" y="9940"/>
                    <a:pt x="153" y="12341"/>
                  </a:cubicBezTo>
                  <a:cubicBezTo>
                    <a:pt x="183" y="12524"/>
                    <a:pt x="213" y="12737"/>
                    <a:pt x="426" y="12767"/>
                  </a:cubicBezTo>
                  <a:cubicBezTo>
                    <a:pt x="449" y="12774"/>
                    <a:pt x="471" y="12777"/>
                    <a:pt x="492" y="12777"/>
                  </a:cubicBezTo>
                  <a:cubicBezTo>
                    <a:pt x="671" y="12777"/>
                    <a:pt x="801" y="12565"/>
                    <a:pt x="882" y="12402"/>
                  </a:cubicBezTo>
                  <a:cubicBezTo>
                    <a:pt x="1429" y="11156"/>
                    <a:pt x="2037" y="9849"/>
                    <a:pt x="2615" y="8603"/>
                  </a:cubicBezTo>
                  <a:lnTo>
                    <a:pt x="2615" y="8603"/>
                  </a:lnTo>
                  <a:cubicBezTo>
                    <a:pt x="2098" y="10609"/>
                    <a:pt x="1824" y="12585"/>
                    <a:pt x="1855" y="14682"/>
                  </a:cubicBezTo>
                  <a:cubicBezTo>
                    <a:pt x="1881" y="15002"/>
                    <a:pt x="2048" y="15439"/>
                    <a:pt x="2315" y="15439"/>
                  </a:cubicBezTo>
                  <a:cubicBezTo>
                    <a:pt x="2352" y="15439"/>
                    <a:pt x="2391" y="15430"/>
                    <a:pt x="2432" y="15411"/>
                  </a:cubicBezTo>
                  <a:cubicBezTo>
                    <a:pt x="2584" y="15320"/>
                    <a:pt x="2645" y="15138"/>
                    <a:pt x="2706" y="14986"/>
                  </a:cubicBezTo>
                  <a:cubicBezTo>
                    <a:pt x="3192" y="13041"/>
                    <a:pt x="3678" y="11156"/>
                    <a:pt x="4165" y="9211"/>
                  </a:cubicBezTo>
                  <a:lnTo>
                    <a:pt x="4165" y="9211"/>
                  </a:lnTo>
                  <a:cubicBezTo>
                    <a:pt x="3800" y="11338"/>
                    <a:pt x="3374" y="13466"/>
                    <a:pt x="3618" y="15594"/>
                  </a:cubicBezTo>
                  <a:cubicBezTo>
                    <a:pt x="3644" y="15859"/>
                    <a:pt x="3786" y="16194"/>
                    <a:pt x="4004" y="16194"/>
                  </a:cubicBezTo>
                  <a:cubicBezTo>
                    <a:pt x="4036" y="16194"/>
                    <a:pt x="4069" y="16187"/>
                    <a:pt x="4104" y="16171"/>
                  </a:cubicBezTo>
                  <a:cubicBezTo>
                    <a:pt x="4256" y="16141"/>
                    <a:pt x="4286" y="15989"/>
                    <a:pt x="4317" y="15837"/>
                  </a:cubicBezTo>
                  <a:cubicBezTo>
                    <a:pt x="4894" y="13648"/>
                    <a:pt x="5441" y="11521"/>
                    <a:pt x="5988" y="9393"/>
                  </a:cubicBezTo>
                  <a:lnTo>
                    <a:pt x="5988" y="9393"/>
                  </a:lnTo>
                  <a:cubicBezTo>
                    <a:pt x="5472" y="11612"/>
                    <a:pt x="4925" y="13922"/>
                    <a:pt x="5441" y="16171"/>
                  </a:cubicBezTo>
                  <a:cubicBezTo>
                    <a:pt x="5496" y="16474"/>
                    <a:pt x="5702" y="16853"/>
                    <a:pt x="5988" y="16853"/>
                  </a:cubicBezTo>
                  <a:cubicBezTo>
                    <a:pt x="6018" y="16853"/>
                    <a:pt x="6048" y="16849"/>
                    <a:pt x="6080" y="16840"/>
                  </a:cubicBezTo>
                  <a:cubicBezTo>
                    <a:pt x="6384" y="16779"/>
                    <a:pt x="6414" y="16354"/>
                    <a:pt x="6414" y="16050"/>
                  </a:cubicBezTo>
                  <a:cubicBezTo>
                    <a:pt x="6353" y="13800"/>
                    <a:pt x="6900" y="11582"/>
                    <a:pt x="8025" y="9636"/>
                  </a:cubicBezTo>
                  <a:lnTo>
                    <a:pt x="8025" y="9636"/>
                  </a:lnTo>
                  <a:cubicBezTo>
                    <a:pt x="7751" y="10974"/>
                    <a:pt x="7751" y="12524"/>
                    <a:pt x="8177" y="13861"/>
                  </a:cubicBezTo>
                  <a:cubicBezTo>
                    <a:pt x="8207" y="14044"/>
                    <a:pt x="8329" y="14226"/>
                    <a:pt x="8481" y="14256"/>
                  </a:cubicBezTo>
                  <a:cubicBezTo>
                    <a:pt x="8503" y="14268"/>
                    <a:pt x="8528" y="14273"/>
                    <a:pt x="8553" y="14273"/>
                  </a:cubicBezTo>
                  <a:cubicBezTo>
                    <a:pt x="8665" y="14273"/>
                    <a:pt x="8796" y="14173"/>
                    <a:pt x="8846" y="14074"/>
                  </a:cubicBezTo>
                  <a:cubicBezTo>
                    <a:pt x="8937" y="13952"/>
                    <a:pt x="8967" y="13800"/>
                    <a:pt x="8998" y="13648"/>
                  </a:cubicBezTo>
                  <a:cubicBezTo>
                    <a:pt x="9454" y="11186"/>
                    <a:pt x="10001" y="8755"/>
                    <a:pt x="10365" y="6323"/>
                  </a:cubicBezTo>
                  <a:lnTo>
                    <a:pt x="6140" y="1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47"/>
            <p:cNvSpPr/>
            <p:nvPr/>
          </p:nvSpPr>
          <p:spPr>
            <a:xfrm>
              <a:off x="3026925" y="724225"/>
              <a:ext cx="820700" cy="855500"/>
            </a:xfrm>
            <a:custGeom>
              <a:avLst/>
              <a:gdLst/>
              <a:ahLst/>
              <a:cxnLst/>
              <a:rect l="l" t="t" r="r" b="b"/>
              <a:pathLst>
                <a:path w="32828" h="34220" extrusionOk="0">
                  <a:moveTo>
                    <a:pt x="17056" y="0"/>
                  </a:moveTo>
                  <a:cubicBezTo>
                    <a:pt x="16571" y="0"/>
                    <a:pt x="16079" y="153"/>
                    <a:pt x="15654" y="466"/>
                  </a:cubicBezTo>
                  <a:lnTo>
                    <a:pt x="1216" y="11256"/>
                  </a:lnTo>
                  <a:cubicBezTo>
                    <a:pt x="183" y="12016"/>
                    <a:pt x="0" y="13445"/>
                    <a:pt x="760" y="14478"/>
                  </a:cubicBezTo>
                  <a:lnTo>
                    <a:pt x="5289" y="20558"/>
                  </a:lnTo>
                  <a:cubicBezTo>
                    <a:pt x="5563" y="19372"/>
                    <a:pt x="6201" y="18278"/>
                    <a:pt x="7113" y="17579"/>
                  </a:cubicBezTo>
                  <a:cubicBezTo>
                    <a:pt x="7801" y="17071"/>
                    <a:pt x="8566" y="16836"/>
                    <a:pt x="9340" y="16836"/>
                  </a:cubicBezTo>
                  <a:cubicBezTo>
                    <a:pt x="10790" y="16836"/>
                    <a:pt x="12274" y="17661"/>
                    <a:pt x="13344" y="19068"/>
                  </a:cubicBezTo>
                  <a:cubicBezTo>
                    <a:pt x="14925" y="21257"/>
                    <a:pt x="14925" y="24023"/>
                    <a:pt x="13010" y="25451"/>
                  </a:cubicBezTo>
                  <a:cubicBezTo>
                    <a:pt x="12224" y="26047"/>
                    <a:pt x="11148" y="26378"/>
                    <a:pt x="10062" y="26378"/>
                  </a:cubicBezTo>
                  <a:cubicBezTo>
                    <a:pt x="9930" y="26378"/>
                    <a:pt x="9798" y="26373"/>
                    <a:pt x="9666" y="26363"/>
                  </a:cubicBezTo>
                  <a:lnTo>
                    <a:pt x="9666" y="26363"/>
                  </a:lnTo>
                  <a:lnTo>
                    <a:pt x="13952" y="32138"/>
                  </a:lnTo>
                  <a:cubicBezTo>
                    <a:pt x="14399" y="32747"/>
                    <a:pt x="15078" y="33060"/>
                    <a:pt x="15772" y="33060"/>
                  </a:cubicBezTo>
                  <a:cubicBezTo>
                    <a:pt x="16257" y="33060"/>
                    <a:pt x="16749" y="32907"/>
                    <a:pt x="17174" y="32594"/>
                  </a:cubicBezTo>
                  <a:lnTo>
                    <a:pt x="21429" y="29403"/>
                  </a:lnTo>
                  <a:lnTo>
                    <a:pt x="21429" y="29403"/>
                  </a:lnTo>
                  <a:cubicBezTo>
                    <a:pt x="21399" y="30618"/>
                    <a:pt x="21703" y="31804"/>
                    <a:pt x="22371" y="32716"/>
                  </a:cubicBezTo>
                  <a:cubicBezTo>
                    <a:pt x="23135" y="33734"/>
                    <a:pt x="24249" y="34219"/>
                    <a:pt x="25451" y="34219"/>
                  </a:cubicBezTo>
                  <a:cubicBezTo>
                    <a:pt x="26545" y="34219"/>
                    <a:pt x="27712" y="33818"/>
                    <a:pt x="28755" y="33050"/>
                  </a:cubicBezTo>
                  <a:cubicBezTo>
                    <a:pt x="30943" y="31439"/>
                    <a:pt x="31703" y="28764"/>
                    <a:pt x="30244" y="26819"/>
                  </a:cubicBezTo>
                  <a:cubicBezTo>
                    <a:pt x="29606" y="25968"/>
                    <a:pt x="28542" y="25299"/>
                    <a:pt x="27356" y="24995"/>
                  </a:cubicBezTo>
                  <a:lnTo>
                    <a:pt x="31612" y="21804"/>
                  </a:lnTo>
                  <a:cubicBezTo>
                    <a:pt x="32645" y="21044"/>
                    <a:pt x="32828" y="19615"/>
                    <a:pt x="32068" y="18582"/>
                  </a:cubicBezTo>
                  <a:lnTo>
                    <a:pt x="18876" y="922"/>
                  </a:lnTo>
                  <a:cubicBezTo>
                    <a:pt x="18429" y="314"/>
                    <a:pt x="17750" y="0"/>
                    <a:pt x="170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47"/>
            <p:cNvSpPr/>
            <p:nvPr/>
          </p:nvSpPr>
          <p:spPr>
            <a:xfrm>
              <a:off x="3083150" y="2750625"/>
              <a:ext cx="202150" cy="319650"/>
            </a:xfrm>
            <a:custGeom>
              <a:avLst/>
              <a:gdLst/>
              <a:ahLst/>
              <a:cxnLst/>
              <a:rect l="l" t="t" r="r" b="b"/>
              <a:pathLst>
                <a:path w="8086" h="12786" extrusionOk="0">
                  <a:moveTo>
                    <a:pt x="6809" y="1"/>
                  </a:moveTo>
                  <a:cubicBezTo>
                    <a:pt x="6439" y="1"/>
                    <a:pt x="6143" y="660"/>
                    <a:pt x="5958" y="1235"/>
                  </a:cubicBezTo>
                  <a:cubicBezTo>
                    <a:pt x="5563" y="2451"/>
                    <a:pt x="5563" y="3788"/>
                    <a:pt x="4894" y="4943"/>
                  </a:cubicBezTo>
                  <a:cubicBezTo>
                    <a:pt x="4134" y="6220"/>
                    <a:pt x="2584" y="6828"/>
                    <a:pt x="1551" y="7922"/>
                  </a:cubicBezTo>
                  <a:cubicBezTo>
                    <a:pt x="365" y="9229"/>
                    <a:pt x="1" y="11205"/>
                    <a:pt x="639" y="12785"/>
                  </a:cubicBezTo>
                  <a:lnTo>
                    <a:pt x="7356" y="10931"/>
                  </a:lnTo>
                  <a:cubicBezTo>
                    <a:pt x="6657" y="9047"/>
                    <a:pt x="7022" y="6949"/>
                    <a:pt x="7326" y="4943"/>
                  </a:cubicBezTo>
                  <a:cubicBezTo>
                    <a:pt x="7508" y="3636"/>
                    <a:pt x="8086" y="1691"/>
                    <a:pt x="7387" y="536"/>
                  </a:cubicBezTo>
                  <a:cubicBezTo>
                    <a:pt x="7180" y="152"/>
                    <a:pt x="6986" y="1"/>
                    <a:pt x="6809" y="1"/>
                  </a:cubicBez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47"/>
            <p:cNvSpPr/>
            <p:nvPr/>
          </p:nvSpPr>
          <p:spPr>
            <a:xfrm>
              <a:off x="3115075" y="2754900"/>
              <a:ext cx="130725" cy="215825"/>
            </a:xfrm>
            <a:custGeom>
              <a:avLst/>
              <a:gdLst/>
              <a:ahLst/>
              <a:cxnLst/>
              <a:rect l="l" t="t" r="r" b="b"/>
              <a:pathLst>
                <a:path w="5229" h="8633" extrusionOk="0">
                  <a:moveTo>
                    <a:pt x="5228" y="0"/>
                  </a:moveTo>
                  <a:cubicBezTo>
                    <a:pt x="5228" y="0"/>
                    <a:pt x="5076" y="91"/>
                    <a:pt x="4955" y="304"/>
                  </a:cubicBezTo>
                  <a:cubicBezTo>
                    <a:pt x="4833" y="547"/>
                    <a:pt x="4651" y="882"/>
                    <a:pt x="4529" y="1368"/>
                  </a:cubicBezTo>
                  <a:cubicBezTo>
                    <a:pt x="4408" y="1824"/>
                    <a:pt x="4347" y="2401"/>
                    <a:pt x="4104" y="2948"/>
                  </a:cubicBezTo>
                  <a:cubicBezTo>
                    <a:pt x="3891" y="3496"/>
                    <a:pt x="3496" y="4073"/>
                    <a:pt x="2979" y="4529"/>
                  </a:cubicBezTo>
                  <a:cubicBezTo>
                    <a:pt x="2432" y="5015"/>
                    <a:pt x="1915" y="5441"/>
                    <a:pt x="1459" y="5866"/>
                  </a:cubicBezTo>
                  <a:cubicBezTo>
                    <a:pt x="1003" y="6292"/>
                    <a:pt x="608" y="6748"/>
                    <a:pt x="395" y="7143"/>
                  </a:cubicBezTo>
                  <a:cubicBezTo>
                    <a:pt x="152" y="7569"/>
                    <a:pt x="91" y="7933"/>
                    <a:pt x="61" y="8207"/>
                  </a:cubicBezTo>
                  <a:cubicBezTo>
                    <a:pt x="0" y="8480"/>
                    <a:pt x="0" y="8632"/>
                    <a:pt x="61" y="8632"/>
                  </a:cubicBezTo>
                  <a:cubicBezTo>
                    <a:pt x="91" y="8632"/>
                    <a:pt x="91" y="8025"/>
                    <a:pt x="547" y="7234"/>
                  </a:cubicBezTo>
                  <a:cubicBezTo>
                    <a:pt x="760" y="6809"/>
                    <a:pt x="1155" y="6414"/>
                    <a:pt x="1611" y="6018"/>
                  </a:cubicBezTo>
                  <a:cubicBezTo>
                    <a:pt x="2067" y="5593"/>
                    <a:pt x="2645" y="5228"/>
                    <a:pt x="3161" y="4711"/>
                  </a:cubicBezTo>
                  <a:cubicBezTo>
                    <a:pt x="3708" y="4225"/>
                    <a:pt x="4104" y="3617"/>
                    <a:pt x="4347" y="3040"/>
                  </a:cubicBezTo>
                  <a:cubicBezTo>
                    <a:pt x="4620" y="2493"/>
                    <a:pt x="4651" y="1885"/>
                    <a:pt x="4711" y="1429"/>
                  </a:cubicBezTo>
                  <a:cubicBezTo>
                    <a:pt x="4803" y="973"/>
                    <a:pt x="4955" y="608"/>
                    <a:pt x="5015" y="334"/>
                  </a:cubicBezTo>
                  <a:cubicBezTo>
                    <a:pt x="5137" y="122"/>
                    <a:pt x="5228" y="0"/>
                    <a:pt x="5228" y="0"/>
                  </a:cubicBezTo>
                  <a:close/>
                </a:path>
              </a:pathLst>
            </a:custGeom>
            <a:solidFill>
              <a:srgbClr val="212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47"/>
            <p:cNvSpPr/>
            <p:nvPr/>
          </p:nvSpPr>
          <p:spPr>
            <a:xfrm>
              <a:off x="3176625" y="1365300"/>
              <a:ext cx="171950" cy="350850"/>
            </a:xfrm>
            <a:custGeom>
              <a:avLst/>
              <a:gdLst/>
              <a:ahLst/>
              <a:cxnLst/>
              <a:rect l="l" t="t" r="r" b="b"/>
              <a:pathLst>
                <a:path w="6878" h="14034" extrusionOk="0">
                  <a:moveTo>
                    <a:pt x="6304" y="0"/>
                  </a:moveTo>
                  <a:cubicBezTo>
                    <a:pt x="6163" y="0"/>
                    <a:pt x="5979" y="53"/>
                    <a:pt x="5745" y="173"/>
                  </a:cubicBezTo>
                  <a:cubicBezTo>
                    <a:pt x="4529" y="811"/>
                    <a:pt x="3891" y="2665"/>
                    <a:pt x="3374" y="3851"/>
                  </a:cubicBezTo>
                  <a:cubicBezTo>
                    <a:pt x="2523" y="5675"/>
                    <a:pt x="1672" y="7650"/>
                    <a:pt x="0" y="8775"/>
                  </a:cubicBezTo>
                  <a:lnTo>
                    <a:pt x="4499" y="14033"/>
                  </a:lnTo>
                  <a:cubicBezTo>
                    <a:pt x="5958" y="13030"/>
                    <a:pt x="6748" y="11207"/>
                    <a:pt x="6474" y="9504"/>
                  </a:cubicBezTo>
                  <a:cubicBezTo>
                    <a:pt x="6262" y="8015"/>
                    <a:pt x="5289" y="6647"/>
                    <a:pt x="5380" y="5188"/>
                  </a:cubicBezTo>
                  <a:cubicBezTo>
                    <a:pt x="5441" y="3881"/>
                    <a:pt x="6201" y="2787"/>
                    <a:pt x="6566" y="1571"/>
                  </a:cubicBezTo>
                  <a:cubicBezTo>
                    <a:pt x="6761" y="864"/>
                    <a:pt x="6878" y="0"/>
                    <a:pt x="6304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47"/>
            <p:cNvSpPr/>
            <p:nvPr/>
          </p:nvSpPr>
          <p:spPr>
            <a:xfrm>
              <a:off x="3318725" y="1374925"/>
              <a:ext cx="28125" cy="250025"/>
            </a:xfrm>
            <a:custGeom>
              <a:avLst/>
              <a:gdLst/>
              <a:ahLst/>
              <a:cxnLst/>
              <a:rect l="l" t="t" r="r" b="b"/>
              <a:pathLst>
                <a:path w="1125" h="10001" extrusionOk="0">
                  <a:moveTo>
                    <a:pt x="1064" y="1"/>
                  </a:moveTo>
                  <a:cubicBezTo>
                    <a:pt x="1064" y="1"/>
                    <a:pt x="1064" y="153"/>
                    <a:pt x="1034" y="396"/>
                  </a:cubicBezTo>
                  <a:cubicBezTo>
                    <a:pt x="973" y="639"/>
                    <a:pt x="912" y="1004"/>
                    <a:pt x="730" y="1399"/>
                  </a:cubicBezTo>
                  <a:cubicBezTo>
                    <a:pt x="517" y="1824"/>
                    <a:pt x="274" y="2372"/>
                    <a:pt x="152" y="2980"/>
                  </a:cubicBezTo>
                  <a:cubicBezTo>
                    <a:pt x="31" y="3587"/>
                    <a:pt x="0" y="4287"/>
                    <a:pt x="183" y="5016"/>
                  </a:cubicBezTo>
                  <a:cubicBezTo>
                    <a:pt x="335" y="5745"/>
                    <a:pt x="578" y="6353"/>
                    <a:pt x="730" y="6961"/>
                  </a:cubicBezTo>
                  <a:cubicBezTo>
                    <a:pt x="851" y="7569"/>
                    <a:pt x="942" y="8086"/>
                    <a:pt x="912" y="8542"/>
                  </a:cubicBezTo>
                  <a:cubicBezTo>
                    <a:pt x="790" y="9454"/>
                    <a:pt x="456" y="10001"/>
                    <a:pt x="487" y="10001"/>
                  </a:cubicBezTo>
                  <a:cubicBezTo>
                    <a:pt x="487" y="10001"/>
                    <a:pt x="608" y="9879"/>
                    <a:pt x="730" y="9667"/>
                  </a:cubicBezTo>
                  <a:cubicBezTo>
                    <a:pt x="821" y="9423"/>
                    <a:pt x="973" y="9059"/>
                    <a:pt x="1034" y="8603"/>
                  </a:cubicBezTo>
                  <a:cubicBezTo>
                    <a:pt x="1094" y="8086"/>
                    <a:pt x="1034" y="7539"/>
                    <a:pt x="882" y="6931"/>
                  </a:cubicBezTo>
                  <a:cubicBezTo>
                    <a:pt x="730" y="6323"/>
                    <a:pt x="487" y="5654"/>
                    <a:pt x="335" y="4986"/>
                  </a:cubicBezTo>
                  <a:cubicBezTo>
                    <a:pt x="183" y="4287"/>
                    <a:pt x="183" y="3618"/>
                    <a:pt x="304" y="3040"/>
                  </a:cubicBezTo>
                  <a:cubicBezTo>
                    <a:pt x="426" y="2432"/>
                    <a:pt x="638" y="1946"/>
                    <a:pt x="821" y="1521"/>
                  </a:cubicBezTo>
                  <a:cubicBezTo>
                    <a:pt x="1034" y="1065"/>
                    <a:pt x="1064" y="700"/>
                    <a:pt x="1094" y="426"/>
                  </a:cubicBezTo>
                  <a:cubicBezTo>
                    <a:pt x="1125" y="153"/>
                    <a:pt x="1064" y="1"/>
                    <a:pt x="1064" y="1"/>
                  </a:cubicBezTo>
                  <a:close/>
                </a:path>
              </a:pathLst>
            </a:custGeom>
            <a:solidFill>
              <a:srgbClr val="212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47"/>
            <p:cNvSpPr/>
            <p:nvPr/>
          </p:nvSpPr>
          <p:spPr>
            <a:xfrm>
              <a:off x="2982850" y="2928150"/>
              <a:ext cx="1848050" cy="1468125"/>
            </a:xfrm>
            <a:custGeom>
              <a:avLst/>
              <a:gdLst/>
              <a:ahLst/>
              <a:cxnLst/>
              <a:rect l="l" t="t" r="r" b="b"/>
              <a:pathLst>
                <a:path w="73922" h="58725" extrusionOk="0">
                  <a:moveTo>
                    <a:pt x="47752" y="12493"/>
                  </a:moveTo>
                  <a:lnTo>
                    <a:pt x="47387" y="12523"/>
                  </a:lnTo>
                  <a:lnTo>
                    <a:pt x="47387" y="12523"/>
                  </a:lnTo>
                  <a:lnTo>
                    <a:pt x="47745" y="12500"/>
                  </a:lnTo>
                  <a:lnTo>
                    <a:pt x="47745" y="12500"/>
                  </a:lnTo>
                  <a:cubicBezTo>
                    <a:pt x="47747" y="12498"/>
                    <a:pt x="47750" y="12495"/>
                    <a:pt x="47752" y="12493"/>
                  </a:cubicBezTo>
                  <a:close/>
                  <a:moveTo>
                    <a:pt x="12858" y="0"/>
                  </a:moveTo>
                  <a:cubicBezTo>
                    <a:pt x="8572" y="365"/>
                    <a:pt x="4316" y="699"/>
                    <a:pt x="0" y="1003"/>
                  </a:cubicBezTo>
                  <a:cubicBezTo>
                    <a:pt x="152" y="10213"/>
                    <a:pt x="882" y="24195"/>
                    <a:pt x="4043" y="27417"/>
                  </a:cubicBezTo>
                  <a:cubicBezTo>
                    <a:pt x="5441" y="28842"/>
                    <a:pt x="7919" y="29347"/>
                    <a:pt x="10729" y="29347"/>
                  </a:cubicBezTo>
                  <a:cubicBezTo>
                    <a:pt x="17571" y="29347"/>
                    <a:pt x="26384" y="26353"/>
                    <a:pt x="26384" y="26353"/>
                  </a:cubicBezTo>
                  <a:lnTo>
                    <a:pt x="28299" y="32979"/>
                  </a:lnTo>
                  <a:cubicBezTo>
                    <a:pt x="28299" y="32979"/>
                    <a:pt x="23982" y="39059"/>
                    <a:pt x="22615" y="45806"/>
                  </a:cubicBezTo>
                  <a:cubicBezTo>
                    <a:pt x="22615" y="45806"/>
                    <a:pt x="32132" y="50557"/>
                    <a:pt x="42596" y="50557"/>
                  </a:cubicBezTo>
                  <a:cubicBezTo>
                    <a:pt x="46362" y="50557"/>
                    <a:pt x="50250" y="49942"/>
                    <a:pt x="53861" y="48268"/>
                  </a:cubicBezTo>
                  <a:lnTo>
                    <a:pt x="54500" y="43284"/>
                  </a:lnTo>
                  <a:lnTo>
                    <a:pt x="61217" y="58725"/>
                  </a:lnTo>
                  <a:lnTo>
                    <a:pt x="73831" y="53861"/>
                  </a:lnTo>
                  <a:cubicBezTo>
                    <a:pt x="73921" y="53831"/>
                    <a:pt x="59306" y="12345"/>
                    <a:pt x="50155" y="12345"/>
                  </a:cubicBezTo>
                  <a:cubicBezTo>
                    <a:pt x="50022" y="12345"/>
                    <a:pt x="49889" y="12353"/>
                    <a:pt x="49758" y="12371"/>
                  </a:cubicBezTo>
                  <a:lnTo>
                    <a:pt x="47745" y="12500"/>
                  </a:lnTo>
                  <a:lnTo>
                    <a:pt x="47745" y="12500"/>
                  </a:lnTo>
                  <a:cubicBezTo>
                    <a:pt x="45307" y="15139"/>
                    <a:pt x="41711" y="16669"/>
                    <a:pt x="38131" y="16669"/>
                  </a:cubicBezTo>
                  <a:cubicBezTo>
                    <a:pt x="36934" y="16669"/>
                    <a:pt x="35740" y="16498"/>
                    <a:pt x="34591" y="16140"/>
                  </a:cubicBezTo>
                  <a:cubicBezTo>
                    <a:pt x="32341" y="15441"/>
                    <a:pt x="30214" y="13800"/>
                    <a:pt x="29332" y="11733"/>
                  </a:cubicBezTo>
                  <a:cubicBezTo>
                    <a:pt x="26232" y="11733"/>
                    <a:pt x="21216" y="12554"/>
                    <a:pt x="13496" y="15897"/>
                  </a:cubicBezTo>
                  <a:lnTo>
                    <a:pt x="12858" y="0"/>
                  </a:lnTo>
                  <a:close/>
                </a:path>
              </a:pathLst>
            </a:custGeom>
            <a:solidFill>
              <a:srgbClr val="98C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47"/>
            <p:cNvSpPr/>
            <p:nvPr/>
          </p:nvSpPr>
          <p:spPr>
            <a:xfrm>
              <a:off x="4174350" y="1878325"/>
              <a:ext cx="160375" cy="324900"/>
            </a:xfrm>
            <a:custGeom>
              <a:avLst/>
              <a:gdLst/>
              <a:ahLst/>
              <a:cxnLst/>
              <a:rect l="l" t="t" r="r" b="b"/>
              <a:pathLst>
                <a:path w="6415" h="12996" extrusionOk="0">
                  <a:moveTo>
                    <a:pt x="1987" y="0"/>
                  </a:moveTo>
                  <a:cubicBezTo>
                    <a:pt x="1543" y="0"/>
                    <a:pt x="1542" y="769"/>
                    <a:pt x="1612" y="1415"/>
                  </a:cubicBezTo>
                  <a:cubicBezTo>
                    <a:pt x="1764" y="2540"/>
                    <a:pt x="2250" y="3695"/>
                    <a:pt x="2128" y="4880"/>
                  </a:cubicBezTo>
                  <a:cubicBezTo>
                    <a:pt x="1976" y="6248"/>
                    <a:pt x="913" y="7312"/>
                    <a:pt x="487" y="8589"/>
                  </a:cubicBezTo>
                  <a:cubicBezTo>
                    <a:pt x="1" y="10108"/>
                    <a:pt x="426" y="11902"/>
                    <a:pt x="1612" y="12996"/>
                  </a:cubicBezTo>
                  <a:lnTo>
                    <a:pt x="6414" y="8923"/>
                  </a:lnTo>
                  <a:cubicBezTo>
                    <a:pt x="5107" y="7646"/>
                    <a:pt x="4651" y="5731"/>
                    <a:pt x="4135" y="3968"/>
                  </a:cubicBezTo>
                  <a:cubicBezTo>
                    <a:pt x="3831" y="2813"/>
                    <a:pt x="3527" y="1020"/>
                    <a:pt x="2554" y="260"/>
                  </a:cubicBezTo>
                  <a:cubicBezTo>
                    <a:pt x="2313" y="77"/>
                    <a:pt x="2128" y="0"/>
                    <a:pt x="1987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47"/>
            <p:cNvSpPr/>
            <p:nvPr/>
          </p:nvSpPr>
          <p:spPr>
            <a:xfrm>
              <a:off x="1017000" y="3343050"/>
              <a:ext cx="338175" cy="478750"/>
            </a:xfrm>
            <a:custGeom>
              <a:avLst/>
              <a:gdLst/>
              <a:ahLst/>
              <a:cxnLst/>
              <a:rect l="l" t="t" r="r" b="b"/>
              <a:pathLst>
                <a:path w="13527" h="19150" extrusionOk="0">
                  <a:moveTo>
                    <a:pt x="9059" y="0"/>
                  </a:moveTo>
                  <a:lnTo>
                    <a:pt x="1" y="3830"/>
                  </a:lnTo>
                  <a:lnTo>
                    <a:pt x="8238" y="19149"/>
                  </a:lnTo>
                  <a:cubicBezTo>
                    <a:pt x="8238" y="19149"/>
                    <a:pt x="10730" y="17478"/>
                    <a:pt x="7569" y="9818"/>
                  </a:cubicBezTo>
                  <a:lnTo>
                    <a:pt x="13527" y="6049"/>
                  </a:lnTo>
                  <a:lnTo>
                    <a:pt x="9059" y="0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47"/>
            <p:cNvSpPr/>
            <p:nvPr/>
          </p:nvSpPr>
          <p:spPr>
            <a:xfrm>
              <a:off x="1045875" y="3425125"/>
              <a:ext cx="197600" cy="373125"/>
            </a:xfrm>
            <a:custGeom>
              <a:avLst/>
              <a:gdLst/>
              <a:ahLst/>
              <a:cxnLst/>
              <a:rect l="l" t="t" r="r" b="b"/>
              <a:pathLst>
                <a:path w="7904" h="14925" extrusionOk="0">
                  <a:moveTo>
                    <a:pt x="335" y="0"/>
                  </a:moveTo>
                  <a:lnTo>
                    <a:pt x="1" y="91"/>
                  </a:lnTo>
                  <a:lnTo>
                    <a:pt x="7752" y="14924"/>
                  </a:lnTo>
                  <a:cubicBezTo>
                    <a:pt x="7782" y="14772"/>
                    <a:pt x="7843" y="14620"/>
                    <a:pt x="7904" y="14438"/>
                  </a:cubicBezTo>
                  <a:cubicBezTo>
                    <a:pt x="5381" y="9605"/>
                    <a:pt x="2827" y="4803"/>
                    <a:pt x="335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47"/>
            <p:cNvSpPr/>
            <p:nvPr/>
          </p:nvSpPr>
          <p:spPr>
            <a:xfrm>
              <a:off x="2390900" y="4077850"/>
              <a:ext cx="433900" cy="282700"/>
            </a:xfrm>
            <a:custGeom>
              <a:avLst/>
              <a:gdLst/>
              <a:ahLst/>
              <a:cxnLst/>
              <a:rect l="l" t="t" r="r" b="b"/>
              <a:pathLst>
                <a:path w="17356" h="11308" extrusionOk="0">
                  <a:moveTo>
                    <a:pt x="8845" y="1"/>
                  </a:moveTo>
                  <a:lnTo>
                    <a:pt x="1368" y="791"/>
                  </a:lnTo>
                  <a:lnTo>
                    <a:pt x="0" y="10457"/>
                  </a:lnTo>
                  <a:lnTo>
                    <a:pt x="17356" y="11308"/>
                  </a:lnTo>
                  <a:cubicBezTo>
                    <a:pt x="17356" y="11308"/>
                    <a:pt x="17204" y="8329"/>
                    <a:pt x="8997" y="7083"/>
                  </a:cubicBezTo>
                  <a:lnTo>
                    <a:pt x="8845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47"/>
            <p:cNvSpPr/>
            <p:nvPr/>
          </p:nvSpPr>
          <p:spPr>
            <a:xfrm>
              <a:off x="2395450" y="4301275"/>
              <a:ext cx="418725" cy="34200"/>
            </a:xfrm>
            <a:custGeom>
              <a:avLst/>
              <a:gdLst/>
              <a:ahLst/>
              <a:cxnLst/>
              <a:rect l="l" t="t" r="r" b="b"/>
              <a:pathLst>
                <a:path w="16749" h="1368" extrusionOk="0">
                  <a:moveTo>
                    <a:pt x="31" y="0"/>
                  </a:moveTo>
                  <a:lnTo>
                    <a:pt x="0" y="365"/>
                  </a:lnTo>
                  <a:lnTo>
                    <a:pt x="16748" y="1368"/>
                  </a:lnTo>
                  <a:cubicBezTo>
                    <a:pt x="16688" y="1277"/>
                    <a:pt x="16566" y="1125"/>
                    <a:pt x="16414" y="1003"/>
                  </a:cubicBezTo>
                  <a:cubicBezTo>
                    <a:pt x="10943" y="669"/>
                    <a:pt x="5502" y="365"/>
                    <a:pt x="31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47"/>
            <p:cNvSpPr/>
            <p:nvPr/>
          </p:nvSpPr>
          <p:spPr>
            <a:xfrm>
              <a:off x="1187225" y="2805800"/>
              <a:ext cx="1189250" cy="871625"/>
            </a:xfrm>
            <a:custGeom>
              <a:avLst/>
              <a:gdLst/>
              <a:ahLst/>
              <a:cxnLst/>
              <a:rect l="l" t="t" r="r" b="b"/>
              <a:pathLst>
                <a:path w="47570" h="34865" extrusionOk="0">
                  <a:moveTo>
                    <a:pt x="47570" y="1"/>
                  </a:moveTo>
                  <a:lnTo>
                    <a:pt x="29089" y="2919"/>
                  </a:lnTo>
                  <a:lnTo>
                    <a:pt x="0" y="17630"/>
                  </a:lnTo>
                  <a:cubicBezTo>
                    <a:pt x="1550" y="23770"/>
                    <a:pt x="4590" y="29697"/>
                    <a:pt x="8511" y="34864"/>
                  </a:cubicBezTo>
                  <a:lnTo>
                    <a:pt x="46840" y="11217"/>
                  </a:lnTo>
                  <a:lnTo>
                    <a:pt x="4757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47"/>
            <p:cNvSpPr/>
            <p:nvPr/>
          </p:nvSpPr>
          <p:spPr>
            <a:xfrm>
              <a:off x="1327050" y="2879500"/>
              <a:ext cx="1041825" cy="574525"/>
            </a:xfrm>
            <a:custGeom>
              <a:avLst/>
              <a:gdLst/>
              <a:ahLst/>
              <a:cxnLst/>
              <a:rect l="l" t="t" r="r" b="b"/>
              <a:pathLst>
                <a:path w="41673" h="22981" extrusionOk="0">
                  <a:moveTo>
                    <a:pt x="41673" y="1"/>
                  </a:moveTo>
                  <a:cubicBezTo>
                    <a:pt x="41672" y="1"/>
                    <a:pt x="41520" y="92"/>
                    <a:pt x="41186" y="275"/>
                  </a:cubicBezTo>
                  <a:cubicBezTo>
                    <a:pt x="40761" y="548"/>
                    <a:pt x="40335" y="791"/>
                    <a:pt x="39818" y="1095"/>
                  </a:cubicBezTo>
                  <a:cubicBezTo>
                    <a:pt x="39150" y="1490"/>
                    <a:pt x="38481" y="1946"/>
                    <a:pt x="37691" y="2433"/>
                  </a:cubicBezTo>
                  <a:cubicBezTo>
                    <a:pt x="36840" y="2949"/>
                    <a:pt x="35897" y="3527"/>
                    <a:pt x="34834" y="4196"/>
                  </a:cubicBezTo>
                  <a:cubicBezTo>
                    <a:pt x="32736" y="5472"/>
                    <a:pt x="30183" y="6992"/>
                    <a:pt x="27387" y="8633"/>
                  </a:cubicBezTo>
                  <a:cubicBezTo>
                    <a:pt x="24560" y="10275"/>
                    <a:pt x="21429" y="12007"/>
                    <a:pt x="18116" y="13801"/>
                  </a:cubicBezTo>
                  <a:cubicBezTo>
                    <a:pt x="14803" y="15594"/>
                    <a:pt x="11611" y="17205"/>
                    <a:pt x="8693" y="18664"/>
                  </a:cubicBezTo>
                  <a:cubicBezTo>
                    <a:pt x="5775" y="20092"/>
                    <a:pt x="3100" y="21369"/>
                    <a:pt x="851" y="22372"/>
                  </a:cubicBezTo>
                  <a:cubicBezTo>
                    <a:pt x="547" y="22524"/>
                    <a:pt x="243" y="22646"/>
                    <a:pt x="0" y="22798"/>
                  </a:cubicBezTo>
                  <a:cubicBezTo>
                    <a:pt x="61" y="22889"/>
                    <a:pt x="182" y="22919"/>
                    <a:pt x="243" y="22980"/>
                  </a:cubicBezTo>
                  <a:cubicBezTo>
                    <a:pt x="486" y="22889"/>
                    <a:pt x="760" y="22767"/>
                    <a:pt x="1003" y="22646"/>
                  </a:cubicBezTo>
                  <a:cubicBezTo>
                    <a:pt x="3252" y="21673"/>
                    <a:pt x="5958" y="20396"/>
                    <a:pt x="8876" y="18998"/>
                  </a:cubicBezTo>
                  <a:cubicBezTo>
                    <a:pt x="11794" y="17570"/>
                    <a:pt x="14985" y="15959"/>
                    <a:pt x="18329" y="14165"/>
                  </a:cubicBezTo>
                  <a:cubicBezTo>
                    <a:pt x="21642" y="12402"/>
                    <a:pt x="24803" y="10639"/>
                    <a:pt x="27599" y="8968"/>
                  </a:cubicBezTo>
                  <a:cubicBezTo>
                    <a:pt x="30426" y="7296"/>
                    <a:pt x="32919" y="5776"/>
                    <a:pt x="35016" y="4439"/>
                  </a:cubicBezTo>
                  <a:cubicBezTo>
                    <a:pt x="36080" y="3800"/>
                    <a:pt x="36992" y="3193"/>
                    <a:pt x="37843" y="2676"/>
                  </a:cubicBezTo>
                  <a:cubicBezTo>
                    <a:pt x="38663" y="2129"/>
                    <a:pt x="39362" y="1673"/>
                    <a:pt x="39910" y="1247"/>
                  </a:cubicBezTo>
                  <a:cubicBezTo>
                    <a:pt x="40426" y="913"/>
                    <a:pt x="40821" y="609"/>
                    <a:pt x="41217" y="335"/>
                  </a:cubicBezTo>
                  <a:lnTo>
                    <a:pt x="41673" y="1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47"/>
            <p:cNvSpPr/>
            <p:nvPr/>
          </p:nvSpPr>
          <p:spPr>
            <a:xfrm>
              <a:off x="1235850" y="3215375"/>
              <a:ext cx="219625" cy="433925"/>
            </a:xfrm>
            <a:custGeom>
              <a:avLst/>
              <a:gdLst/>
              <a:ahLst/>
              <a:cxnLst/>
              <a:rect l="l" t="t" r="r" b="b"/>
              <a:pathLst>
                <a:path w="8785" h="17357" extrusionOk="0">
                  <a:moveTo>
                    <a:pt x="456" y="1"/>
                  </a:moveTo>
                  <a:lnTo>
                    <a:pt x="1" y="244"/>
                  </a:lnTo>
                  <a:lnTo>
                    <a:pt x="213" y="1034"/>
                  </a:lnTo>
                  <a:cubicBezTo>
                    <a:pt x="426" y="1885"/>
                    <a:pt x="760" y="2767"/>
                    <a:pt x="1064" y="3648"/>
                  </a:cubicBezTo>
                  <a:cubicBezTo>
                    <a:pt x="1703" y="5472"/>
                    <a:pt x="2523" y="7448"/>
                    <a:pt x="3526" y="9484"/>
                  </a:cubicBezTo>
                  <a:cubicBezTo>
                    <a:pt x="4499" y="11490"/>
                    <a:pt x="5624" y="13314"/>
                    <a:pt x="6688" y="14955"/>
                  </a:cubicBezTo>
                  <a:cubicBezTo>
                    <a:pt x="7204" y="15746"/>
                    <a:pt x="7751" y="16506"/>
                    <a:pt x="8268" y="17235"/>
                  </a:cubicBezTo>
                  <a:cubicBezTo>
                    <a:pt x="8299" y="17266"/>
                    <a:pt x="8299" y="17296"/>
                    <a:pt x="8359" y="17357"/>
                  </a:cubicBezTo>
                  <a:lnTo>
                    <a:pt x="8785" y="17083"/>
                  </a:lnTo>
                  <a:cubicBezTo>
                    <a:pt x="8785" y="16992"/>
                    <a:pt x="8755" y="16962"/>
                    <a:pt x="8724" y="16931"/>
                  </a:cubicBezTo>
                  <a:cubicBezTo>
                    <a:pt x="8238" y="16232"/>
                    <a:pt x="7751" y="15442"/>
                    <a:pt x="7204" y="14651"/>
                  </a:cubicBezTo>
                  <a:cubicBezTo>
                    <a:pt x="6171" y="13010"/>
                    <a:pt x="5107" y="11186"/>
                    <a:pt x="4134" y="9211"/>
                  </a:cubicBezTo>
                  <a:cubicBezTo>
                    <a:pt x="3131" y="7235"/>
                    <a:pt x="2311" y="5259"/>
                    <a:pt x="1612" y="3466"/>
                  </a:cubicBezTo>
                  <a:cubicBezTo>
                    <a:pt x="1277" y="2554"/>
                    <a:pt x="973" y="1733"/>
                    <a:pt x="700" y="882"/>
                  </a:cubicBezTo>
                  <a:cubicBezTo>
                    <a:pt x="608" y="578"/>
                    <a:pt x="517" y="274"/>
                    <a:pt x="456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47"/>
            <p:cNvSpPr/>
            <p:nvPr/>
          </p:nvSpPr>
          <p:spPr>
            <a:xfrm>
              <a:off x="1603650" y="2294400"/>
              <a:ext cx="1180875" cy="1853525"/>
            </a:xfrm>
            <a:custGeom>
              <a:avLst/>
              <a:gdLst/>
              <a:ahLst/>
              <a:cxnLst/>
              <a:rect l="l" t="t" r="r" b="b"/>
              <a:pathLst>
                <a:path w="47235" h="74141" extrusionOk="0">
                  <a:moveTo>
                    <a:pt x="9119" y="0"/>
                  </a:moveTo>
                  <a:cubicBezTo>
                    <a:pt x="9119" y="0"/>
                    <a:pt x="0" y="9757"/>
                    <a:pt x="4955" y="18329"/>
                  </a:cubicBezTo>
                  <a:cubicBezTo>
                    <a:pt x="8273" y="24084"/>
                    <a:pt x="18050" y="25023"/>
                    <a:pt x="24075" y="25023"/>
                  </a:cubicBezTo>
                  <a:cubicBezTo>
                    <a:pt x="26991" y="25023"/>
                    <a:pt x="29028" y="24803"/>
                    <a:pt x="29028" y="24803"/>
                  </a:cubicBezTo>
                  <a:lnTo>
                    <a:pt x="29028" y="24803"/>
                  </a:lnTo>
                  <a:lnTo>
                    <a:pt x="26566" y="73223"/>
                  </a:lnTo>
                  <a:cubicBezTo>
                    <a:pt x="28882" y="73859"/>
                    <a:pt x="31303" y="74140"/>
                    <a:pt x="33732" y="74140"/>
                  </a:cubicBezTo>
                  <a:cubicBezTo>
                    <a:pt x="36530" y="74140"/>
                    <a:pt x="39338" y="73767"/>
                    <a:pt x="42007" y="73132"/>
                  </a:cubicBezTo>
                  <a:cubicBezTo>
                    <a:pt x="43800" y="72737"/>
                    <a:pt x="45533" y="72190"/>
                    <a:pt x="47235" y="71552"/>
                  </a:cubicBezTo>
                  <a:cubicBezTo>
                    <a:pt x="46931" y="68026"/>
                    <a:pt x="46050" y="57022"/>
                    <a:pt x="45290" y="44803"/>
                  </a:cubicBezTo>
                  <a:cubicBezTo>
                    <a:pt x="44287" y="28511"/>
                    <a:pt x="44986" y="10092"/>
                    <a:pt x="34195" y="9545"/>
                  </a:cubicBezTo>
                  <a:lnTo>
                    <a:pt x="91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47"/>
            <p:cNvSpPr/>
            <p:nvPr/>
          </p:nvSpPr>
          <p:spPr>
            <a:xfrm>
              <a:off x="2270825" y="4004150"/>
              <a:ext cx="509150" cy="77850"/>
            </a:xfrm>
            <a:custGeom>
              <a:avLst/>
              <a:gdLst/>
              <a:ahLst/>
              <a:cxnLst/>
              <a:rect l="l" t="t" r="r" b="b"/>
              <a:pathLst>
                <a:path w="20366" h="3114" extrusionOk="0">
                  <a:moveTo>
                    <a:pt x="20335" y="0"/>
                  </a:moveTo>
                  <a:cubicBezTo>
                    <a:pt x="17630" y="912"/>
                    <a:pt x="14469" y="1703"/>
                    <a:pt x="11095" y="2128"/>
                  </a:cubicBezTo>
                  <a:cubicBezTo>
                    <a:pt x="9192" y="2359"/>
                    <a:pt x="7336" y="2460"/>
                    <a:pt x="5565" y="2460"/>
                  </a:cubicBezTo>
                  <a:cubicBezTo>
                    <a:pt x="3601" y="2460"/>
                    <a:pt x="1741" y="2336"/>
                    <a:pt x="31" y="2128"/>
                  </a:cubicBezTo>
                  <a:lnTo>
                    <a:pt x="1" y="2675"/>
                  </a:lnTo>
                  <a:cubicBezTo>
                    <a:pt x="1797" y="2946"/>
                    <a:pt x="3792" y="3114"/>
                    <a:pt x="5918" y="3114"/>
                  </a:cubicBezTo>
                  <a:cubicBezTo>
                    <a:pt x="7603" y="3114"/>
                    <a:pt x="9371" y="3008"/>
                    <a:pt x="11186" y="2766"/>
                  </a:cubicBezTo>
                  <a:cubicBezTo>
                    <a:pt x="14560" y="2371"/>
                    <a:pt x="17660" y="1551"/>
                    <a:pt x="20366" y="608"/>
                  </a:cubicBezTo>
                  <a:cubicBezTo>
                    <a:pt x="20366" y="426"/>
                    <a:pt x="20335" y="244"/>
                    <a:pt x="20335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47"/>
            <p:cNvSpPr/>
            <p:nvPr/>
          </p:nvSpPr>
          <p:spPr>
            <a:xfrm>
              <a:off x="1790575" y="2431925"/>
              <a:ext cx="772075" cy="1640650"/>
            </a:xfrm>
            <a:custGeom>
              <a:avLst/>
              <a:gdLst/>
              <a:ahLst/>
              <a:cxnLst/>
              <a:rect l="l" t="t" r="r" b="b"/>
              <a:pathLst>
                <a:path w="30883" h="65626" extrusionOk="0">
                  <a:moveTo>
                    <a:pt x="0" y="1"/>
                  </a:moveTo>
                  <a:lnTo>
                    <a:pt x="0" y="244"/>
                  </a:lnTo>
                  <a:cubicBezTo>
                    <a:pt x="0" y="396"/>
                    <a:pt x="0" y="609"/>
                    <a:pt x="31" y="913"/>
                  </a:cubicBezTo>
                  <a:cubicBezTo>
                    <a:pt x="92" y="1521"/>
                    <a:pt x="244" y="2372"/>
                    <a:pt x="639" y="3466"/>
                  </a:cubicBezTo>
                  <a:cubicBezTo>
                    <a:pt x="1003" y="4530"/>
                    <a:pt x="1672" y="5776"/>
                    <a:pt x="2645" y="7022"/>
                  </a:cubicBezTo>
                  <a:cubicBezTo>
                    <a:pt x="3648" y="8299"/>
                    <a:pt x="5016" y="9576"/>
                    <a:pt x="6748" y="10609"/>
                  </a:cubicBezTo>
                  <a:cubicBezTo>
                    <a:pt x="8511" y="11642"/>
                    <a:pt x="10639" y="12433"/>
                    <a:pt x="12949" y="12889"/>
                  </a:cubicBezTo>
                  <a:cubicBezTo>
                    <a:pt x="14134" y="13101"/>
                    <a:pt x="15350" y="13223"/>
                    <a:pt x="16627" y="13253"/>
                  </a:cubicBezTo>
                  <a:cubicBezTo>
                    <a:pt x="16954" y="13269"/>
                    <a:pt x="17278" y="13274"/>
                    <a:pt x="17603" y="13274"/>
                  </a:cubicBezTo>
                  <a:cubicBezTo>
                    <a:pt x="18576" y="13274"/>
                    <a:pt x="19545" y="13223"/>
                    <a:pt x="20548" y="13223"/>
                  </a:cubicBezTo>
                  <a:cubicBezTo>
                    <a:pt x="21885" y="13223"/>
                    <a:pt x="23253" y="13345"/>
                    <a:pt x="24499" y="13801"/>
                  </a:cubicBezTo>
                  <a:cubicBezTo>
                    <a:pt x="25746" y="14257"/>
                    <a:pt x="26840" y="15229"/>
                    <a:pt x="27539" y="16445"/>
                  </a:cubicBezTo>
                  <a:cubicBezTo>
                    <a:pt x="27904" y="17053"/>
                    <a:pt x="28147" y="17752"/>
                    <a:pt x="28329" y="18421"/>
                  </a:cubicBezTo>
                  <a:cubicBezTo>
                    <a:pt x="28512" y="19120"/>
                    <a:pt x="28633" y="19849"/>
                    <a:pt x="28755" y="20609"/>
                  </a:cubicBezTo>
                  <a:cubicBezTo>
                    <a:pt x="28907" y="22068"/>
                    <a:pt x="28937" y="23588"/>
                    <a:pt x="29028" y="25108"/>
                  </a:cubicBezTo>
                  <a:cubicBezTo>
                    <a:pt x="29211" y="28208"/>
                    <a:pt x="29393" y="31187"/>
                    <a:pt x="29575" y="34074"/>
                  </a:cubicBezTo>
                  <a:cubicBezTo>
                    <a:pt x="29667" y="35625"/>
                    <a:pt x="29788" y="37023"/>
                    <a:pt x="29849" y="38421"/>
                  </a:cubicBezTo>
                  <a:lnTo>
                    <a:pt x="29971" y="40488"/>
                  </a:lnTo>
                  <a:cubicBezTo>
                    <a:pt x="30001" y="41157"/>
                    <a:pt x="30031" y="41856"/>
                    <a:pt x="30092" y="42494"/>
                  </a:cubicBezTo>
                  <a:cubicBezTo>
                    <a:pt x="30305" y="47813"/>
                    <a:pt x="30457" y="52585"/>
                    <a:pt x="30548" y="56628"/>
                  </a:cubicBezTo>
                  <a:cubicBezTo>
                    <a:pt x="30609" y="60336"/>
                    <a:pt x="30639" y="63437"/>
                    <a:pt x="30639" y="65625"/>
                  </a:cubicBezTo>
                  <a:cubicBezTo>
                    <a:pt x="30730" y="65595"/>
                    <a:pt x="30761" y="65595"/>
                    <a:pt x="30852" y="65564"/>
                  </a:cubicBezTo>
                  <a:cubicBezTo>
                    <a:pt x="30882" y="63345"/>
                    <a:pt x="30882" y="60306"/>
                    <a:pt x="30852" y="56598"/>
                  </a:cubicBezTo>
                  <a:cubicBezTo>
                    <a:pt x="30791" y="52555"/>
                    <a:pt x="30700" y="47783"/>
                    <a:pt x="30457" y="42403"/>
                  </a:cubicBezTo>
                  <a:cubicBezTo>
                    <a:pt x="30427" y="41734"/>
                    <a:pt x="30396" y="41065"/>
                    <a:pt x="30396" y="40397"/>
                  </a:cubicBezTo>
                  <a:lnTo>
                    <a:pt x="30275" y="38330"/>
                  </a:lnTo>
                  <a:cubicBezTo>
                    <a:pt x="30183" y="36932"/>
                    <a:pt x="30092" y="35533"/>
                    <a:pt x="30001" y="34105"/>
                  </a:cubicBezTo>
                  <a:cubicBezTo>
                    <a:pt x="29819" y="31187"/>
                    <a:pt x="29636" y="28208"/>
                    <a:pt x="29423" y="25108"/>
                  </a:cubicBezTo>
                  <a:cubicBezTo>
                    <a:pt x="29363" y="23588"/>
                    <a:pt x="29363" y="22068"/>
                    <a:pt x="29180" y="20548"/>
                  </a:cubicBezTo>
                  <a:cubicBezTo>
                    <a:pt x="29089" y="19789"/>
                    <a:pt x="28937" y="19089"/>
                    <a:pt x="28755" y="18360"/>
                  </a:cubicBezTo>
                  <a:cubicBezTo>
                    <a:pt x="28512" y="17630"/>
                    <a:pt x="28299" y="16901"/>
                    <a:pt x="27904" y="16263"/>
                  </a:cubicBezTo>
                  <a:cubicBezTo>
                    <a:pt x="27205" y="14986"/>
                    <a:pt x="25989" y="13953"/>
                    <a:pt x="24651" y="13466"/>
                  </a:cubicBezTo>
                  <a:cubicBezTo>
                    <a:pt x="23284" y="12949"/>
                    <a:pt x="21885" y="12858"/>
                    <a:pt x="20548" y="12858"/>
                  </a:cubicBezTo>
                  <a:cubicBezTo>
                    <a:pt x="19478" y="12858"/>
                    <a:pt x="18447" y="12897"/>
                    <a:pt x="17424" y="12897"/>
                  </a:cubicBezTo>
                  <a:cubicBezTo>
                    <a:pt x="17168" y="12897"/>
                    <a:pt x="16913" y="12895"/>
                    <a:pt x="16657" y="12889"/>
                  </a:cubicBezTo>
                  <a:cubicBezTo>
                    <a:pt x="15411" y="12858"/>
                    <a:pt x="14195" y="12737"/>
                    <a:pt x="13071" y="12554"/>
                  </a:cubicBezTo>
                  <a:cubicBezTo>
                    <a:pt x="10730" y="12129"/>
                    <a:pt x="8663" y="11369"/>
                    <a:pt x="6931" y="10335"/>
                  </a:cubicBezTo>
                  <a:cubicBezTo>
                    <a:pt x="5198" y="9363"/>
                    <a:pt x="3861" y="8086"/>
                    <a:pt x="2888" y="6870"/>
                  </a:cubicBezTo>
                  <a:cubicBezTo>
                    <a:pt x="1885" y="5624"/>
                    <a:pt x="1216" y="4408"/>
                    <a:pt x="821" y="3375"/>
                  </a:cubicBezTo>
                  <a:cubicBezTo>
                    <a:pt x="396" y="2372"/>
                    <a:pt x="213" y="1490"/>
                    <a:pt x="152" y="913"/>
                  </a:cubicBezTo>
                  <a:cubicBezTo>
                    <a:pt x="61" y="335"/>
                    <a:pt x="31" y="1"/>
                    <a:pt x="0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47"/>
            <p:cNvSpPr/>
            <p:nvPr/>
          </p:nvSpPr>
          <p:spPr>
            <a:xfrm>
              <a:off x="1846050" y="2321725"/>
              <a:ext cx="40300" cy="272125"/>
            </a:xfrm>
            <a:custGeom>
              <a:avLst/>
              <a:gdLst/>
              <a:ahLst/>
              <a:cxnLst/>
              <a:rect l="l" t="t" r="r" b="b"/>
              <a:pathLst>
                <a:path w="1612" h="10885" extrusionOk="0">
                  <a:moveTo>
                    <a:pt x="157" y="1"/>
                  </a:moveTo>
                  <a:cubicBezTo>
                    <a:pt x="155" y="1"/>
                    <a:pt x="154" y="1"/>
                    <a:pt x="152" y="2"/>
                  </a:cubicBezTo>
                  <a:cubicBezTo>
                    <a:pt x="91" y="2"/>
                    <a:pt x="243" y="670"/>
                    <a:pt x="456" y="1643"/>
                  </a:cubicBezTo>
                  <a:cubicBezTo>
                    <a:pt x="699" y="2646"/>
                    <a:pt x="1003" y="4014"/>
                    <a:pt x="1125" y="5534"/>
                  </a:cubicBezTo>
                  <a:cubicBezTo>
                    <a:pt x="1216" y="7053"/>
                    <a:pt x="1003" y="8421"/>
                    <a:pt x="669" y="9363"/>
                  </a:cubicBezTo>
                  <a:cubicBezTo>
                    <a:pt x="365" y="10306"/>
                    <a:pt x="0" y="10853"/>
                    <a:pt x="61" y="10883"/>
                  </a:cubicBezTo>
                  <a:cubicBezTo>
                    <a:pt x="62" y="10884"/>
                    <a:pt x="63" y="10885"/>
                    <a:pt x="65" y="10885"/>
                  </a:cubicBezTo>
                  <a:cubicBezTo>
                    <a:pt x="118" y="10885"/>
                    <a:pt x="558" y="10400"/>
                    <a:pt x="912" y="9485"/>
                  </a:cubicBezTo>
                  <a:cubicBezTo>
                    <a:pt x="1338" y="8512"/>
                    <a:pt x="1611" y="7084"/>
                    <a:pt x="1490" y="5473"/>
                  </a:cubicBezTo>
                  <a:cubicBezTo>
                    <a:pt x="1368" y="3923"/>
                    <a:pt x="1003" y="2524"/>
                    <a:pt x="699" y="1582"/>
                  </a:cubicBezTo>
                  <a:cubicBezTo>
                    <a:pt x="432" y="603"/>
                    <a:pt x="223" y="1"/>
                    <a:pt x="157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47"/>
            <p:cNvSpPr/>
            <p:nvPr/>
          </p:nvSpPr>
          <p:spPr>
            <a:xfrm>
              <a:off x="6408450" y="3658400"/>
              <a:ext cx="303975" cy="448350"/>
            </a:xfrm>
            <a:custGeom>
              <a:avLst/>
              <a:gdLst/>
              <a:ahLst/>
              <a:cxnLst/>
              <a:rect l="l" t="t" r="r" b="b"/>
              <a:pathLst>
                <a:path w="12159" h="17934" extrusionOk="0">
                  <a:moveTo>
                    <a:pt x="2401" y="0"/>
                  </a:moveTo>
                  <a:lnTo>
                    <a:pt x="0" y="7143"/>
                  </a:lnTo>
                  <a:lnTo>
                    <a:pt x="6839" y="8846"/>
                  </a:lnTo>
                  <a:cubicBezTo>
                    <a:pt x="6231" y="17144"/>
                    <a:pt x="9119" y="17934"/>
                    <a:pt x="9119" y="17934"/>
                  </a:cubicBezTo>
                  <a:lnTo>
                    <a:pt x="12158" y="791"/>
                  </a:lnTo>
                  <a:lnTo>
                    <a:pt x="2401" y="0"/>
                  </a:ln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47"/>
            <p:cNvSpPr/>
            <p:nvPr/>
          </p:nvSpPr>
          <p:spPr>
            <a:xfrm>
              <a:off x="6606775" y="3675875"/>
              <a:ext cx="76000" cy="414925"/>
            </a:xfrm>
            <a:custGeom>
              <a:avLst/>
              <a:gdLst/>
              <a:ahLst/>
              <a:cxnLst/>
              <a:rect l="l" t="t" r="r" b="b"/>
              <a:pathLst>
                <a:path w="3040" h="16597" extrusionOk="0">
                  <a:moveTo>
                    <a:pt x="2675" y="1"/>
                  </a:moveTo>
                  <a:cubicBezTo>
                    <a:pt x="1794" y="5381"/>
                    <a:pt x="882" y="10791"/>
                    <a:pt x="0" y="16171"/>
                  </a:cubicBezTo>
                  <a:cubicBezTo>
                    <a:pt x="122" y="16323"/>
                    <a:pt x="213" y="16475"/>
                    <a:pt x="304" y="16597"/>
                  </a:cubicBezTo>
                  <a:cubicBezTo>
                    <a:pt x="1216" y="11095"/>
                    <a:pt x="2128" y="5533"/>
                    <a:pt x="3040" y="31"/>
                  </a:cubicBezTo>
                  <a:lnTo>
                    <a:pt x="2675" y="1"/>
                  </a:ln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47"/>
            <p:cNvSpPr/>
            <p:nvPr/>
          </p:nvSpPr>
          <p:spPr>
            <a:xfrm>
              <a:off x="5306600" y="2661425"/>
              <a:ext cx="1282725" cy="1343500"/>
            </a:xfrm>
            <a:custGeom>
              <a:avLst/>
              <a:gdLst/>
              <a:ahLst/>
              <a:cxnLst/>
              <a:rect l="l" t="t" r="r" b="b"/>
              <a:pathLst>
                <a:path w="51309" h="53740" extrusionOk="0">
                  <a:moveTo>
                    <a:pt x="11064" y="0"/>
                  </a:moveTo>
                  <a:lnTo>
                    <a:pt x="0" y="5077"/>
                  </a:lnTo>
                  <a:cubicBezTo>
                    <a:pt x="0" y="5077"/>
                    <a:pt x="5502" y="39819"/>
                    <a:pt x="8542" y="42433"/>
                  </a:cubicBezTo>
                  <a:cubicBezTo>
                    <a:pt x="11581" y="45047"/>
                    <a:pt x="46810" y="53740"/>
                    <a:pt x="46810" y="53740"/>
                  </a:cubicBezTo>
                  <a:cubicBezTo>
                    <a:pt x="46810" y="53740"/>
                    <a:pt x="51308" y="42767"/>
                    <a:pt x="49880" y="33040"/>
                  </a:cubicBezTo>
                  <a:lnTo>
                    <a:pt x="19910" y="31065"/>
                  </a:lnTo>
                  <a:cubicBezTo>
                    <a:pt x="19910" y="31065"/>
                    <a:pt x="15441" y="5715"/>
                    <a:pt x="11064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47"/>
            <p:cNvSpPr/>
            <p:nvPr/>
          </p:nvSpPr>
          <p:spPr>
            <a:xfrm>
              <a:off x="5507975" y="2697150"/>
              <a:ext cx="193800" cy="275100"/>
            </a:xfrm>
            <a:custGeom>
              <a:avLst/>
              <a:gdLst/>
              <a:ahLst/>
              <a:cxnLst/>
              <a:rect l="l" t="t" r="r" b="b"/>
              <a:pathLst>
                <a:path w="7752" h="11004" extrusionOk="0">
                  <a:moveTo>
                    <a:pt x="31" y="0"/>
                  </a:moveTo>
                  <a:lnTo>
                    <a:pt x="0" y="30"/>
                  </a:lnTo>
                  <a:cubicBezTo>
                    <a:pt x="0" y="122"/>
                    <a:pt x="0" y="334"/>
                    <a:pt x="31" y="638"/>
                  </a:cubicBezTo>
                  <a:cubicBezTo>
                    <a:pt x="61" y="1064"/>
                    <a:pt x="183" y="1672"/>
                    <a:pt x="365" y="2401"/>
                  </a:cubicBezTo>
                  <a:cubicBezTo>
                    <a:pt x="760" y="3830"/>
                    <a:pt x="1550" y="5806"/>
                    <a:pt x="2949" y="7629"/>
                  </a:cubicBezTo>
                  <a:cubicBezTo>
                    <a:pt x="3587" y="8541"/>
                    <a:pt x="4347" y="9362"/>
                    <a:pt x="5137" y="10000"/>
                  </a:cubicBezTo>
                  <a:cubicBezTo>
                    <a:pt x="5927" y="10638"/>
                    <a:pt x="6809" y="11003"/>
                    <a:pt x="7599" y="11003"/>
                  </a:cubicBezTo>
                  <a:lnTo>
                    <a:pt x="7751" y="11003"/>
                  </a:lnTo>
                  <a:cubicBezTo>
                    <a:pt x="7721" y="10912"/>
                    <a:pt x="7721" y="10821"/>
                    <a:pt x="7660" y="10699"/>
                  </a:cubicBezTo>
                  <a:lnTo>
                    <a:pt x="7630" y="10699"/>
                  </a:lnTo>
                  <a:cubicBezTo>
                    <a:pt x="6900" y="10669"/>
                    <a:pt x="6110" y="10335"/>
                    <a:pt x="5380" y="9696"/>
                  </a:cubicBezTo>
                  <a:cubicBezTo>
                    <a:pt x="4681" y="9088"/>
                    <a:pt x="3921" y="8298"/>
                    <a:pt x="3253" y="7386"/>
                  </a:cubicBezTo>
                  <a:cubicBezTo>
                    <a:pt x="1885" y="5593"/>
                    <a:pt x="1064" y="3678"/>
                    <a:pt x="639" y="2280"/>
                  </a:cubicBezTo>
                  <a:cubicBezTo>
                    <a:pt x="213" y="1033"/>
                    <a:pt x="122" y="182"/>
                    <a:pt x="31" y="0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47"/>
            <p:cNvSpPr/>
            <p:nvPr/>
          </p:nvSpPr>
          <p:spPr>
            <a:xfrm>
              <a:off x="6403875" y="3485150"/>
              <a:ext cx="95025" cy="506100"/>
            </a:xfrm>
            <a:custGeom>
              <a:avLst/>
              <a:gdLst/>
              <a:ahLst/>
              <a:cxnLst/>
              <a:rect l="l" t="t" r="r" b="b"/>
              <a:pathLst>
                <a:path w="3801" h="20244" extrusionOk="0">
                  <a:moveTo>
                    <a:pt x="3344" y="0"/>
                  </a:moveTo>
                  <a:cubicBezTo>
                    <a:pt x="3344" y="213"/>
                    <a:pt x="3375" y="426"/>
                    <a:pt x="3375" y="669"/>
                  </a:cubicBezTo>
                  <a:cubicBezTo>
                    <a:pt x="3375" y="973"/>
                    <a:pt x="3405" y="1307"/>
                    <a:pt x="3405" y="1642"/>
                  </a:cubicBezTo>
                  <a:lnTo>
                    <a:pt x="3405" y="2705"/>
                  </a:lnTo>
                  <a:cubicBezTo>
                    <a:pt x="3405" y="3435"/>
                    <a:pt x="3375" y="4225"/>
                    <a:pt x="3375" y="5076"/>
                  </a:cubicBezTo>
                  <a:cubicBezTo>
                    <a:pt x="3283" y="6748"/>
                    <a:pt x="3101" y="8541"/>
                    <a:pt x="2797" y="10426"/>
                  </a:cubicBezTo>
                  <a:cubicBezTo>
                    <a:pt x="2463" y="12341"/>
                    <a:pt x="2037" y="14073"/>
                    <a:pt x="1581" y="15684"/>
                  </a:cubicBezTo>
                  <a:cubicBezTo>
                    <a:pt x="1308" y="16475"/>
                    <a:pt x="1125" y="17235"/>
                    <a:pt x="852" y="17903"/>
                  </a:cubicBezTo>
                  <a:cubicBezTo>
                    <a:pt x="761" y="18268"/>
                    <a:pt x="639" y="18602"/>
                    <a:pt x="517" y="18906"/>
                  </a:cubicBezTo>
                  <a:cubicBezTo>
                    <a:pt x="396" y="19210"/>
                    <a:pt x="305" y="19514"/>
                    <a:pt x="153" y="19818"/>
                  </a:cubicBezTo>
                  <a:cubicBezTo>
                    <a:pt x="92" y="19940"/>
                    <a:pt x="62" y="20031"/>
                    <a:pt x="1" y="20153"/>
                  </a:cubicBezTo>
                  <a:cubicBezTo>
                    <a:pt x="92" y="20183"/>
                    <a:pt x="183" y="20183"/>
                    <a:pt x="244" y="20244"/>
                  </a:cubicBezTo>
                  <a:cubicBezTo>
                    <a:pt x="305" y="20122"/>
                    <a:pt x="335" y="20031"/>
                    <a:pt x="396" y="19909"/>
                  </a:cubicBezTo>
                  <a:cubicBezTo>
                    <a:pt x="517" y="19605"/>
                    <a:pt x="669" y="19301"/>
                    <a:pt x="791" y="19028"/>
                  </a:cubicBezTo>
                  <a:cubicBezTo>
                    <a:pt x="943" y="18724"/>
                    <a:pt x="1065" y="18359"/>
                    <a:pt x="1156" y="18025"/>
                  </a:cubicBezTo>
                  <a:cubicBezTo>
                    <a:pt x="1429" y="17326"/>
                    <a:pt x="1673" y="16566"/>
                    <a:pt x="1916" y="15776"/>
                  </a:cubicBezTo>
                  <a:cubicBezTo>
                    <a:pt x="2432" y="14195"/>
                    <a:pt x="2888" y="12402"/>
                    <a:pt x="3192" y="10517"/>
                  </a:cubicBezTo>
                  <a:cubicBezTo>
                    <a:pt x="3527" y="8541"/>
                    <a:pt x="3679" y="6718"/>
                    <a:pt x="3770" y="5046"/>
                  </a:cubicBezTo>
                  <a:cubicBezTo>
                    <a:pt x="3770" y="4195"/>
                    <a:pt x="3800" y="3405"/>
                    <a:pt x="3770" y="2675"/>
                  </a:cubicBezTo>
                  <a:cubicBezTo>
                    <a:pt x="3770" y="2310"/>
                    <a:pt x="3770" y="1946"/>
                    <a:pt x="3709" y="1611"/>
                  </a:cubicBezTo>
                  <a:cubicBezTo>
                    <a:pt x="3679" y="1277"/>
                    <a:pt x="3679" y="973"/>
                    <a:pt x="3648" y="639"/>
                  </a:cubicBezTo>
                  <a:cubicBezTo>
                    <a:pt x="3648" y="426"/>
                    <a:pt x="3587" y="213"/>
                    <a:pt x="3587" y="0"/>
                  </a:cubicBez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47"/>
            <p:cNvSpPr/>
            <p:nvPr/>
          </p:nvSpPr>
          <p:spPr>
            <a:xfrm>
              <a:off x="5637150" y="2933475"/>
              <a:ext cx="849575" cy="761425"/>
            </a:xfrm>
            <a:custGeom>
              <a:avLst/>
              <a:gdLst/>
              <a:ahLst/>
              <a:cxnLst/>
              <a:rect l="l" t="t" r="r" b="b"/>
              <a:pathLst>
                <a:path w="33983" h="30457" extrusionOk="0">
                  <a:moveTo>
                    <a:pt x="0" y="0"/>
                  </a:moveTo>
                  <a:cubicBezTo>
                    <a:pt x="0" y="0"/>
                    <a:pt x="0" y="213"/>
                    <a:pt x="31" y="578"/>
                  </a:cubicBezTo>
                  <a:cubicBezTo>
                    <a:pt x="122" y="1064"/>
                    <a:pt x="152" y="1611"/>
                    <a:pt x="244" y="2219"/>
                  </a:cubicBezTo>
                  <a:cubicBezTo>
                    <a:pt x="456" y="3800"/>
                    <a:pt x="700" y="5836"/>
                    <a:pt x="1034" y="8207"/>
                  </a:cubicBezTo>
                  <a:cubicBezTo>
                    <a:pt x="1368" y="10790"/>
                    <a:pt x="1794" y="13800"/>
                    <a:pt x="2250" y="17082"/>
                  </a:cubicBezTo>
                  <a:cubicBezTo>
                    <a:pt x="2371" y="17903"/>
                    <a:pt x="2463" y="18785"/>
                    <a:pt x="2584" y="19605"/>
                  </a:cubicBezTo>
                  <a:cubicBezTo>
                    <a:pt x="2706" y="20487"/>
                    <a:pt x="2827" y="21368"/>
                    <a:pt x="3010" y="22310"/>
                  </a:cubicBezTo>
                  <a:cubicBezTo>
                    <a:pt x="3192" y="23222"/>
                    <a:pt x="3496" y="24165"/>
                    <a:pt x="4225" y="24924"/>
                  </a:cubicBezTo>
                  <a:cubicBezTo>
                    <a:pt x="4894" y="25684"/>
                    <a:pt x="5897" y="26049"/>
                    <a:pt x="6840" y="26262"/>
                  </a:cubicBezTo>
                  <a:cubicBezTo>
                    <a:pt x="14469" y="27903"/>
                    <a:pt x="21429" y="28997"/>
                    <a:pt x="26475" y="29636"/>
                  </a:cubicBezTo>
                  <a:cubicBezTo>
                    <a:pt x="29028" y="30000"/>
                    <a:pt x="31095" y="30213"/>
                    <a:pt x="32493" y="30335"/>
                  </a:cubicBezTo>
                  <a:cubicBezTo>
                    <a:pt x="33101" y="30396"/>
                    <a:pt x="33588" y="30456"/>
                    <a:pt x="33983" y="30456"/>
                  </a:cubicBezTo>
                  <a:cubicBezTo>
                    <a:pt x="33892" y="30456"/>
                    <a:pt x="33892" y="30396"/>
                    <a:pt x="33892" y="30365"/>
                  </a:cubicBezTo>
                  <a:cubicBezTo>
                    <a:pt x="33436" y="30304"/>
                    <a:pt x="32980" y="30244"/>
                    <a:pt x="32463" y="30183"/>
                  </a:cubicBezTo>
                  <a:cubicBezTo>
                    <a:pt x="31034" y="30000"/>
                    <a:pt x="28998" y="29727"/>
                    <a:pt x="26475" y="29332"/>
                  </a:cubicBezTo>
                  <a:cubicBezTo>
                    <a:pt x="21429" y="28633"/>
                    <a:pt x="14469" y="27478"/>
                    <a:pt x="6931" y="25836"/>
                  </a:cubicBezTo>
                  <a:cubicBezTo>
                    <a:pt x="6019" y="25624"/>
                    <a:pt x="5107" y="25289"/>
                    <a:pt x="4499" y="24620"/>
                  </a:cubicBezTo>
                  <a:cubicBezTo>
                    <a:pt x="3891" y="23982"/>
                    <a:pt x="3587" y="23070"/>
                    <a:pt x="3374" y="22250"/>
                  </a:cubicBezTo>
                  <a:cubicBezTo>
                    <a:pt x="3192" y="21368"/>
                    <a:pt x="3070" y="20456"/>
                    <a:pt x="2979" y="19575"/>
                  </a:cubicBezTo>
                  <a:cubicBezTo>
                    <a:pt x="2858" y="18693"/>
                    <a:pt x="2706" y="17873"/>
                    <a:pt x="2584" y="17022"/>
                  </a:cubicBezTo>
                  <a:cubicBezTo>
                    <a:pt x="2098" y="13769"/>
                    <a:pt x="1672" y="10760"/>
                    <a:pt x="1307" y="8176"/>
                  </a:cubicBezTo>
                  <a:cubicBezTo>
                    <a:pt x="912" y="5836"/>
                    <a:pt x="608" y="3800"/>
                    <a:pt x="396" y="2219"/>
                  </a:cubicBezTo>
                  <a:cubicBezTo>
                    <a:pt x="274" y="1611"/>
                    <a:pt x="183" y="1064"/>
                    <a:pt x="122" y="57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69F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47"/>
            <p:cNvSpPr/>
            <p:nvPr/>
          </p:nvSpPr>
          <p:spPr>
            <a:xfrm>
              <a:off x="4919800" y="1927375"/>
              <a:ext cx="234850" cy="215200"/>
            </a:xfrm>
            <a:custGeom>
              <a:avLst/>
              <a:gdLst/>
              <a:ahLst/>
              <a:cxnLst/>
              <a:rect l="l" t="t" r="r" b="b"/>
              <a:pathLst>
                <a:path w="9394" h="8608" extrusionOk="0">
                  <a:moveTo>
                    <a:pt x="6171" y="0"/>
                  </a:moveTo>
                  <a:lnTo>
                    <a:pt x="1" y="1611"/>
                  </a:lnTo>
                  <a:lnTo>
                    <a:pt x="1156" y="5411"/>
                  </a:lnTo>
                  <a:cubicBezTo>
                    <a:pt x="1338" y="6140"/>
                    <a:pt x="974" y="6809"/>
                    <a:pt x="366" y="7052"/>
                  </a:cubicBezTo>
                  <a:cubicBezTo>
                    <a:pt x="1390" y="8033"/>
                    <a:pt x="2836" y="8607"/>
                    <a:pt x="4290" y="8607"/>
                  </a:cubicBezTo>
                  <a:cubicBezTo>
                    <a:pt x="4864" y="8607"/>
                    <a:pt x="5438" y="8518"/>
                    <a:pt x="5989" y="8329"/>
                  </a:cubicBezTo>
                  <a:cubicBezTo>
                    <a:pt x="7539" y="7812"/>
                    <a:pt x="8755" y="6505"/>
                    <a:pt x="9393" y="4985"/>
                  </a:cubicBezTo>
                  <a:cubicBezTo>
                    <a:pt x="9332" y="4985"/>
                    <a:pt x="9241" y="5046"/>
                    <a:pt x="9180" y="5046"/>
                  </a:cubicBezTo>
                  <a:cubicBezTo>
                    <a:pt x="9065" y="5076"/>
                    <a:pt x="8950" y="5090"/>
                    <a:pt x="8839" y="5090"/>
                  </a:cubicBezTo>
                  <a:cubicBezTo>
                    <a:pt x="8272" y="5090"/>
                    <a:pt x="7772" y="4723"/>
                    <a:pt x="7569" y="4165"/>
                  </a:cubicBezTo>
                  <a:lnTo>
                    <a:pt x="6171" y="0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47"/>
            <p:cNvSpPr/>
            <p:nvPr/>
          </p:nvSpPr>
          <p:spPr>
            <a:xfrm>
              <a:off x="4599900" y="1347550"/>
              <a:ext cx="678600" cy="383800"/>
            </a:xfrm>
            <a:custGeom>
              <a:avLst/>
              <a:gdLst/>
              <a:ahLst/>
              <a:cxnLst/>
              <a:rect l="l" t="t" r="r" b="b"/>
              <a:pathLst>
                <a:path w="27144" h="15352" extrusionOk="0">
                  <a:moveTo>
                    <a:pt x="15479" y="0"/>
                  </a:moveTo>
                  <a:cubicBezTo>
                    <a:pt x="15436" y="0"/>
                    <a:pt x="15393" y="1"/>
                    <a:pt x="15350" y="1"/>
                  </a:cubicBezTo>
                  <a:cubicBezTo>
                    <a:pt x="13982" y="32"/>
                    <a:pt x="12584" y="153"/>
                    <a:pt x="11247" y="305"/>
                  </a:cubicBezTo>
                  <a:cubicBezTo>
                    <a:pt x="7295" y="792"/>
                    <a:pt x="2949" y="2008"/>
                    <a:pt x="1307" y="6111"/>
                  </a:cubicBezTo>
                  <a:cubicBezTo>
                    <a:pt x="0" y="9394"/>
                    <a:pt x="1216" y="13558"/>
                    <a:pt x="4256" y="15351"/>
                  </a:cubicBezTo>
                  <a:lnTo>
                    <a:pt x="26597" y="14561"/>
                  </a:lnTo>
                  <a:cubicBezTo>
                    <a:pt x="26749" y="13892"/>
                    <a:pt x="26840" y="13254"/>
                    <a:pt x="26901" y="12616"/>
                  </a:cubicBezTo>
                  <a:cubicBezTo>
                    <a:pt x="27144" y="10093"/>
                    <a:pt x="26901" y="7357"/>
                    <a:pt x="25715" y="5078"/>
                  </a:cubicBezTo>
                  <a:cubicBezTo>
                    <a:pt x="24682" y="3163"/>
                    <a:pt x="22615" y="1339"/>
                    <a:pt x="20365" y="1187"/>
                  </a:cubicBezTo>
                  <a:cubicBezTo>
                    <a:pt x="20225" y="1187"/>
                    <a:pt x="19617" y="1277"/>
                    <a:pt x="19303" y="1277"/>
                  </a:cubicBezTo>
                  <a:cubicBezTo>
                    <a:pt x="19208" y="1277"/>
                    <a:pt x="19140" y="1269"/>
                    <a:pt x="19119" y="1248"/>
                  </a:cubicBezTo>
                  <a:cubicBezTo>
                    <a:pt x="18118" y="453"/>
                    <a:pt x="16803" y="0"/>
                    <a:pt x="15479" y="0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47"/>
            <p:cNvSpPr/>
            <p:nvPr/>
          </p:nvSpPr>
          <p:spPr>
            <a:xfrm>
              <a:off x="4674375" y="1431475"/>
              <a:ext cx="654275" cy="617550"/>
            </a:xfrm>
            <a:custGeom>
              <a:avLst/>
              <a:gdLst/>
              <a:ahLst/>
              <a:cxnLst/>
              <a:rect l="l" t="t" r="r" b="b"/>
              <a:pathLst>
                <a:path w="26171" h="24702" extrusionOk="0">
                  <a:moveTo>
                    <a:pt x="11823" y="0"/>
                  </a:moveTo>
                  <a:cubicBezTo>
                    <a:pt x="9549" y="0"/>
                    <a:pt x="7273" y="578"/>
                    <a:pt x="5107" y="1234"/>
                  </a:cubicBezTo>
                  <a:cubicBezTo>
                    <a:pt x="3556" y="1690"/>
                    <a:pt x="2736" y="2541"/>
                    <a:pt x="1733" y="3848"/>
                  </a:cubicBezTo>
                  <a:cubicBezTo>
                    <a:pt x="608" y="5459"/>
                    <a:pt x="395" y="7648"/>
                    <a:pt x="334" y="9532"/>
                  </a:cubicBezTo>
                  <a:cubicBezTo>
                    <a:pt x="152" y="13484"/>
                    <a:pt x="0" y="18195"/>
                    <a:pt x="1763" y="21782"/>
                  </a:cubicBezTo>
                  <a:cubicBezTo>
                    <a:pt x="2766" y="23727"/>
                    <a:pt x="5411" y="24365"/>
                    <a:pt x="7386" y="24578"/>
                  </a:cubicBezTo>
                  <a:cubicBezTo>
                    <a:pt x="8146" y="24657"/>
                    <a:pt x="8951" y="24701"/>
                    <a:pt x="9775" y="24701"/>
                  </a:cubicBezTo>
                  <a:cubicBezTo>
                    <a:pt x="14329" y="24701"/>
                    <a:pt x="19490" y="23353"/>
                    <a:pt x="21034" y="19107"/>
                  </a:cubicBezTo>
                  <a:cubicBezTo>
                    <a:pt x="21277" y="18529"/>
                    <a:pt x="21368" y="17891"/>
                    <a:pt x="21459" y="17222"/>
                  </a:cubicBezTo>
                  <a:cubicBezTo>
                    <a:pt x="21459" y="17236"/>
                    <a:pt x="21485" y="17242"/>
                    <a:pt x="21531" y="17242"/>
                  </a:cubicBezTo>
                  <a:cubicBezTo>
                    <a:pt x="21903" y="17242"/>
                    <a:pt x="23607" y="16844"/>
                    <a:pt x="23770" y="16736"/>
                  </a:cubicBezTo>
                  <a:cubicBezTo>
                    <a:pt x="24499" y="16402"/>
                    <a:pt x="24864" y="15976"/>
                    <a:pt x="25320" y="15277"/>
                  </a:cubicBezTo>
                  <a:cubicBezTo>
                    <a:pt x="26140" y="14122"/>
                    <a:pt x="26171" y="12450"/>
                    <a:pt x="25320" y="11265"/>
                  </a:cubicBezTo>
                  <a:cubicBezTo>
                    <a:pt x="24775" y="10486"/>
                    <a:pt x="23808" y="10040"/>
                    <a:pt x="22856" y="10040"/>
                  </a:cubicBezTo>
                  <a:cubicBezTo>
                    <a:pt x="22693" y="10040"/>
                    <a:pt x="22531" y="10053"/>
                    <a:pt x="22371" y="10079"/>
                  </a:cubicBezTo>
                  <a:cubicBezTo>
                    <a:pt x="22327" y="10089"/>
                    <a:pt x="22282" y="10093"/>
                    <a:pt x="22238" y="10093"/>
                  </a:cubicBezTo>
                  <a:cubicBezTo>
                    <a:pt x="21861" y="10093"/>
                    <a:pt x="21520" y="9764"/>
                    <a:pt x="21520" y="9411"/>
                  </a:cubicBezTo>
                  <a:cubicBezTo>
                    <a:pt x="21581" y="7739"/>
                    <a:pt x="21490" y="6219"/>
                    <a:pt x="20821" y="4547"/>
                  </a:cubicBezTo>
                  <a:cubicBezTo>
                    <a:pt x="19545" y="1538"/>
                    <a:pt x="17265" y="930"/>
                    <a:pt x="14468" y="292"/>
                  </a:cubicBezTo>
                  <a:cubicBezTo>
                    <a:pt x="13591" y="88"/>
                    <a:pt x="12707" y="0"/>
                    <a:pt x="11823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47"/>
            <p:cNvSpPr/>
            <p:nvPr/>
          </p:nvSpPr>
          <p:spPr>
            <a:xfrm>
              <a:off x="3717650" y="3083925"/>
              <a:ext cx="459000" cy="261275"/>
            </a:xfrm>
            <a:custGeom>
              <a:avLst/>
              <a:gdLst/>
              <a:ahLst/>
              <a:cxnLst/>
              <a:rect l="l" t="t" r="r" b="b"/>
              <a:pathLst>
                <a:path w="18360" h="10451" extrusionOk="0">
                  <a:moveTo>
                    <a:pt x="11916" y="0"/>
                  </a:moveTo>
                  <a:lnTo>
                    <a:pt x="4773" y="1551"/>
                  </a:lnTo>
                  <a:lnTo>
                    <a:pt x="4682" y="4621"/>
                  </a:lnTo>
                  <a:cubicBezTo>
                    <a:pt x="4630" y="5343"/>
                    <a:pt x="4053" y="5890"/>
                    <a:pt x="3377" y="5890"/>
                  </a:cubicBezTo>
                  <a:cubicBezTo>
                    <a:pt x="3257" y="5890"/>
                    <a:pt x="3134" y="5873"/>
                    <a:pt x="3010" y="5836"/>
                  </a:cubicBezTo>
                  <a:cubicBezTo>
                    <a:pt x="2281" y="5654"/>
                    <a:pt x="1338" y="5502"/>
                    <a:pt x="1" y="5502"/>
                  </a:cubicBezTo>
                  <a:cubicBezTo>
                    <a:pt x="822" y="7599"/>
                    <a:pt x="3010" y="9241"/>
                    <a:pt x="5229" y="9909"/>
                  </a:cubicBezTo>
                  <a:cubicBezTo>
                    <a:pt x="6375" y="10276"/>
                    <a:pt x="7569" y="10451"/>
                    <a:pt x="8766" y="10451"/>
                  </a:cubicBezTo>
                  <a:cubicBezTo>
                    <a:pt x="12332" y="10451"/>
                    <a:pt x="15925" y="8901"/>
                    <a:pt x="18360" y="6262"/>
                  </a:cubicBezTo>
                  <a:lnTo>
                    <a:pt x="18360" y="6262"/>
                  </a:lnTo>
                  <a:lnTo>
                    <a:pt x="13953" y="6566"/>
                  </a:lnTo>
                  <a:cubicBezTo>
                    <a:pt x="13932" y="6567"/>
                    <a:pt x="13911" y="6567"/>
                    <a:pt x="13891" y="6567"/>
                  </a:cubicBezTo>
                  <a:cubicBezTo>
                    <a:pt x="13216" y="6567"/>
                    <a:pt x="12612" y="6088"/>
                    <a:pt x="12524" y="5380"/>
                  </a:cubicBezTo>
                  <a:lnTo>
                    <a:pt x="11916" y="0"/>
                  </a:ln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47"/>
            <p:cNvSpPr/>
            <p:nvPr/>
          </p:nvSpPr>
          <p:spPr>
            <a:xfrm>
              <a:off x="4071775" y="2045550"/>
              <a:ext cx="1577500" cy="847150"/>
            </a:xfrm>
            <a:custGeom>
              <a:avLst/>
              <a:gdLst/>
              <a:ahLst/>
              <a:cxnLst/>
              <a:rect l="l" t="t" r="r" b="b"/>
              <a:pathLst>
                <a:path w="63100" h="33886" extrusionOk="0">
                  <a:moveTo>
                    <a:pt x="45881" y="0"/>
                  </a:moveTo>
                  <a:cubicBezTo>
                    <a:pt x="45041" y="0"/>
                    <a:pt x="44175" y="101"/>
                    <a:pt x="43284" y="319"/>
                  </a:cubicBezTo>
                  <a:cubicBezTo>
                    <a:pt x="42615" y="1839"/>
                    <a:pt x="41430" y="3085"/>
                    <a:pt x="39849" y="3662"/>
                  </a:cubicBezTo>
                  <a:cubicBezTo>
                    <a:pt x="39326" y="3848"/>
                    <a:pt x="38773" y="3935"/>
                    <a:pt x="38215" y="3935"/>
                  </a:cubicBezTo>
                  <a:cubicBezTo>
                    <a:pt x="36763" y="3935"/>
                    <a:pt x="35280" y="3344"/>
                    <a:pt x="34226" y="2355"/>
                  </a:cubicBezTo>
                  <a:cubicBezTo>
                    <a:pt x="34112" y="2424"/>
                    <a:pt x="33981" y="2458"/>
                    <a:pt x="33845" y="2458"/>
                  </a:cubicBezTo>
                  <a:cubicBezTo>
                    <a:pt x="33800" y="2458"/>
                    <a:pt x="33755" y="2454"/>
                    <a:pt x="33709" y="2447"/>
                  </a:cubicBezTo>
                  <a:cubicBezTo>
                    <a:pt x="33612" y="2443"/>
                    <a:pt x="33512" y="2442"/>
                    <a:pt x="33410" y="2442"/>
                  </a:cubicBezTo>
                  <a:cubicBezTo>
                    <a:pt x="31622" y="2442"/>
                    <a:pt x="29065" y="2985"/>
                    <a:pt x="27053" y="5486"/>
                  </a:cubicBezTo>
                  <a:cubicBezTo>
                    <a:pt x="23557" y="9711"/>
                    <a:pt x="20244" y="13237"/>
                    <a:pt x="20244" y="13237"/>
                  </a:cubicBezTo>
                  <a:lnTo>
                    <a:pt x="11125" y="197"/>
                  </a:lnTo>
                  <a:lnTo>
                    <a:pt x="0" y="6155"/>
                  </a:lnTo>
                  <a:cubicBezTo>
                    <a:pt x="0" y="6155"/>
                    <a:pt x="10578" y="27857"/>
                    <a:pt x="15776" y="27979"/>
                  </a:cubicBezTo>
                  <a:cubicBezTo>
                    <a:pt x="15800" y="27979"/>
                    <a:pt x="15825" y="27980"/>
                    <a:pt x="15850" y="27980"/>
                  </a:cubicBezTo>
                  <a:cubicBezTo>
                    <a:pt x="21055" y="27980"/>
                    <a:pt x="32767" y="18556"/>
                    <a:pt x="32767" y="18556"/>
                  </a:cubicBezTo>
                  <a:lnTo>
                    <a:pt x="34591" y="20623"/>
                  </a:lnTo>
                  <a:lnTo>
                    <a:pt x="35199" y="33602"/>
                  </a:lnTo>
                  <a:cubicBezTo>
                    <a:pt x="35199" y="33602"/>
                    <a:pt x="37044" y="33886"/>
                    <a:pt x="39855" y="33886"/>
                  </a:cubicBezTo>
                  <a:cubicBezTo>
                    <a:pt x="45524" y="33886"/>
                    <a:pt x="55120" y="32731"/>
                    <a:pt x="61400" y="25760"/>
                  </a:cubicBezTo>
                  <a:lnTo>
                    <a:pt x="63071" y="16641"/>
                  </a:lnTo>
                  <a:cubicBezTo>
                    <a:pt x="63100" y="16585"/>
                    <a:pt x="56642" y="0"/>
                    <a:pt x="45881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47"/>
            <p:cNvSpPr/>
            <p:nvPr/>
          </p:nvSpPr>
          <p:spPr>
            <a:xfrm>
              <a:off x="4062650" y="2374025"/>
              <a:ext cx="348050" cy="326950"/>
            </a:xfrm>
            <a:custGeom>
              <a:avLst/>
              <a:gdLst/>
              <a:ahLst/>
              <a:cxnLst/>
              <a:rect l="l" t="t" r="r" b="b"/>
              <a:pathLst>
                <a:path w="13922" h="13078" extrusionOk="0">
                  <a:moveTo>
                    <a:pt x="6839" y="0"/>
                  </a:moveTo>
                  <a:cubicBezTo>
                    <a:pt x="5665" y="0"/>
                    <a:pt x="4497" y="302"/>
                    <a:pt x="3496" y="919"/>
                  </a:cubicBezTo>
                  <a:cubicBezTo>
                    <a:pt x="1247" y="2256"/>
                    <a:pt x="1" y="5022"/>
                    <a:pt x="396" y="7606"/>
                  </a:cubicBezTo>
                  <a:lnTo>
                    <a:pt x="7660" y="13077"/>
                  </a:lnTo>
                  <a:cubicBezTo>
                    <a:pt x="10244" y="12773"/>
                    <a:pt x="12554" y="10767"/>
                    <a:pt x="13253" y="8244"/>
                  </a:cubicBezTo>
                  <a:cubicBezTo>
                    <a:pt x="13922" y="5752"/>
                    <a:pt x="12949" y="2864"/>
                    <a:pt x="10852" y="1314"/>
                  </a:cubicBezTo>
                  <a:cubicBezTo>
                    <a:pt x="9701" y="446"/>
                    <a:pt x="8266" y="0"/>
                    <a:pt x="6839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47"/>
            <p:cNvSpPr/>
            <p:nvPr/>
          </p:nvSpPr>
          <p:spPr>
            <a:xfrm>
              <a:off x="4102925" y="2541850"/>
              <a:ext cx="174800" cy="112000"/>
            </a:xfrm>
            <a:custGeom>
              <a:avLst/>
              <a:gdLst/>
              <a:ahLst/>
              <a:cxnLst/>
              <a:rect l="l" t="t" r="r" b="b"/>
              <a:pathLst>
                <a:path w="6992" h="4480" extrusionOk="0">
                  <a:moveTo>
                    <a:pt x="1725" y="0"/>
                  </a:moveTo>
                  <a:cubicBezTo>
                    <a:pt x="1091" y="0"/>
                    <a:pt x="446" y="265"/>
                    <a:pt x="1" y="710"/>
                  </a:cubicBezTo>
                  <a:lnTo>
                    <a:pt x="6657" y="4479"/>
                  </a:lnTo>
                  <a:cubicBezTo>
                    <a:pt x="6992" y="3750"/>
                    <a:pt x="6840" y="2808"/>
                    <a:pt x="6323" y="2200"/>
                  </a:cubicBezTo>
                  <a:cubicBezTo>
                    <a:pt x="5927" y="1760"/>
                    <a:pt x="5323" y="1511"/>
                    <a:pt x="4732" y="1511"/>
                  </a:cubicBezTo>
                  <a:cubicBezTo>
                    <a:pt x="4507" y="1511"/>
                    <a:pt x="4283" y="1547"/>
                    <a:pt x="4074" y="1622"/>
                  </a:cubicBezTo>
                  <a:cubicBezTo>
                    <a:pt x="3770" y="862"/>
                    <a:pt x="3101" y="255"/>
                    <a:pt x="2280" y="72"/>
                  </a:cubicBezTo>
                  <a:cubicBezTo>
                    <a:pt x="2100" y="24"/>
                    <a:pt x="1913" y="0"/>
                    <a:pt x="1725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47"/>
            <p:cNvSpPr/>
            <p:nvPr/>
          </p:nvSpPr>
          <p:spPr>
            <a:xfrm>
              <a:off x="3722975" y="2520450"/>
              <a:ext cx="660375" cy="568825"/>
            </a:xfrm>
            <a:custGeom>
              <a:avLst/>
              <a:gdLst/>
              <a:ahLst/>
              <a:cxnLst/>
              <a:rect l="l" t="t" r="r" b="b"/>
              <a:pathLst>
                <a:path w="26415" h="22753" extrusionOk="0">
                  <a:moveTo>
                    <a:pt x="10526" y="0"/>
                  </a:moveTo>
                  <a:cubicBezTo>
                    <a:pt x="8883" y="0"/>
                    <a:pt x="7249" y="343"/>
                    <a:pt x="5776" y="1080"/>
                  </a:cubicBezTo>
                  <a:cubicBezTo>
                    <a:pt x="2280" y="2843"/>
                    <a:pt x="1" y="6551"/>
                    <a:pt x="517" y="10442"/>
                  </a:cubicBezTo>
                  <a:lnTo>
                    <a:pt x="21490" y="22752"/>
                  </a:lnTo>
                  <a:cubicBezTo>
                    <a:pt x="22949" y="20138"/>
                    <a:pt x="24317" y="17433"/>
                    <a:pt x="25472" y="14637"/>
                  </a:cubicBezTo>
                  <a:cubicBezTo>
                    <a:pt x="26415" y="12326"/>
                    <a:pt x="25776" y="9317"/>
                    <a:pt x="24408" y="7250"/>
                  </a:cubicBezTo>
                  <a:cubicBezTo>
                    <a:pt x="23071" y="5214"/>
                    <a:pt x="21217" y="4454"/>
                    <a:pt x="19211" y="3269"/>
                  </a:cubicBezTo>
                  <a:cubicBezTo>
                    <a:pt x="17022" y="2022"/>
                    <a:pt x="15259" y="655"/>
                    <a:pt x="12706" y="199"/>
                  </a:cubicBezTo>
                  <a:cubicBezTo>
                    <a:pt x="11987" y="68"/>
                    <a:pt x="11255" y="0"/>
                    <a:pt x="10526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47"/>
            <p:cNvSpPr/>
            <p:nvPr/>
          </p:nvSpPr>
          <p:spPr>
            <a:xfrm>
              <a:off x="1529175" y="908925"/>
              <a:ext cx="878450" cy="1022850"/>
            </a:xfrm>
            <a:custGeom>
              <a:avLst/>
              <a:gdLst/>
              <a:ahLst/>
              <a:cxnLst/>
              <a:rect l="l" t="t" r="r" b="b"/>
              <a:pathLst>
                <a:path w="35138" h="40914" extrusionOk="0">
                  <a:moveTo>
                    <a:pt x="28084" y="0"/>
                  </a:moveTo>
                  <a:cubicBezTo>
                    <a:pt x="27624" y="0"/>
                    <a:pt x="27166" y="43"/>
                    <a:pt x="26718" y="130"/>
                  </a:cubicBezTo>
                  <a:cubicBezTo>
                    <a:pt x="23253" y="859"/>
                    <a:pt x="20517" y="3838"/>
                    <a:pt x="19484" y="7212"/>
                  </a:cubicBezTo>
                  <a:cubicBezTo>
                    <a:pt x="18754" y="9522"/>
                    <a:pt x="18754" y="11984"/>
                    <a:pt x="18147" y="14355"/>
                  </a:cubicBezTo>
                  <a:cubicBezTo>
                    <a:pt x="17539" y="16695"/>
                    <a:pt x="16140" y="19097"/>
                    <a:pt x="13830" y="19765"/>
                  </a:cubicBezTo>
                  <a:cubicBezTo>
                    <a:pt x="13303" y="19925"/>
                    <a:pt x="12768" y="19986"/>
                    <a:pt x="12227" y="19986"/>
                  </a:cubicBezTo>
                  <a:cubicBezTo>
                    <a:pt x="10709" y="19986"/>
                    <a:pt x="9146" y="19505"/>
                    <a:pt x="7599" y="19370"/>
                  </a:cubicBezTo>
                  <a:cubicBezTo>
                    <a:pt x="7277" y="19341"/>
                    <a:pt x="6953" y="19325"/>
                    <a:pt x="6631" y="19325"/>
                  </a:cubicBezTo>
                  <a:cubicBezTo>
                    <a:pt x="5280" y="19325"/>
                    <a:pt x="3944" y="19601"/>
                    <a:pt x="2766" y="20312"/>
                  </a:cubicBezTo>
                  <a:cubicBezTo>
                    <a:pt x="1368" y="21194"/>
                    <a:pt x="304" y="22744"/>
                    <a:pt x="274" y="24416"/>
                  </a:cubicBezTo>
                  <a:cubicBezTo>
                    <a:pt x="213" y="26088"/>
                    <a:pt x="1429" y="27759"/>
                    <a:pt x="3070" y="28063"/>
                  </a:cubicBezTo>
                  <a:cubicBezTo>
                    <a:pt x="1064" y="28823"/>
                    <a:pt x="0" y="31437"/>
                    <a:pt x="912" y="33383"/>
                  </a:cubicBezTo>
                  <a:cubicBezTo>
                    <a:pt x="1565" y="34774"/>
                    <a:pt x="3104" y="35637"/>
                    <a:pt x="4628" y="35637"/>
                  </a:cubicBezTo>
                  <a:cubicBezTo>
                    <a:pt x="5234" y="35637"/>
                    <a:pt x="5838" y="35500"/>
                    <a:pt x="6383" y="35206"/>
                  </a:cubicBezTo>
                  <a:cubicBezTo>
                    <a:pt x="6383" y="37577"/>
                    <a:pt x="8025" y="39887"/>
                    <a:pt x="10304" y="40617"/>
                  </a:cubicBezTo>
                  <a:cubicBezTo>
                    <a:pt x="10906" y="40821"/>
                    <a:pt x="11557" y="40914"/>
                    <a:pt x="12233" y="40914"/>
                  </a:cubicBezTo>
                  <a:cubicBezTo>
                    <a:pt x="15689" y="40914"/>
                    <a:pt x="19812" y="38478"/>
                    <a:pt x="21490" y="35936"/>
                  </a:cubicBezTo>
                  <a:cubicBezTo>
                    <a:pt x="22549" y="36734"/>
                    <a:pt x="23869" y="37130"/>
                    <a:pt x="25189" y="37130"/>
                  </a:cubicBezTo>
                  <a:cubicBezTo>
                    <a:pt x="26333" y="37130"/>
                    <a:pt x="27477" y="36832"/>
                    <a:pt x="28451" y="36240"/>
                  </a:cubicBezTo>
                  <a:cubicBezTo>
                    <a:pt x="30548" y="34933"/>
                    <a:pt x="31733" y="32319"/>
                    <a:pt x="31308" y="29887"/>
                  </a:cubicBezTo>
                  <a:lnTo>
                    <a:pt x="35138" y="4841"/>
                  </a:lnTo>
                  <a:cubicBezTo>
                    <a:pt x="34318" y="1881"/>
                    <a:pt x="31154" y="0"/>
                    <a:pt x="28084" y="0"/>
                  </a:cubicBezTo>
                  <a:close/>
                </a:path>
              </a:pathLst>
            </a:custGeom>
            <a:solidFill>
              <a:srgbClr val="6996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47"/>
            <p:cNvSpPr/>
            <p:nvPr/>
          </p:nvSpPr>
          <p:spPr>
            <a:xfrm>
              <a:off x="2203200" y="998750"/>
              <a:ext cx="174025" cy="76050"/>
            </a:xfrm>
            <a:custGeom>
              <a:avLst/>
              <a:gdLst/>
              <a:ahLst/>
              <a:cxnLst/>
              <a:rect l="l" t="t" r="r" b="b"/>
              <a:pathLst>
                <a:path w="6961" h="3042" extrusionOk="0">
                  <a:moveTo>
                    <a:pt x="5167" y="0"/>
                  </a:moveTo>
                  <a:cubicBezTo>
                    <a:pt x="4474" y="0"/>
                    <a:pt x="3843" y="330"/>
                    <a:pt x="3435" y="883"/>
                  </a:cubicBezTo>
                  <a:cubicBezTo>
                    <a:pt x="3131" y="757"/>
                    <a:pt x="2801" y="693"/>
                    <a:pt x="2470" y="693"/>
                  </a:cubicBezTo>
                  <a:cubicBezTo>
                    <a:pt x="2008" y="693"/>
                    <a:pt x="1545" y="818"/>
                    <a:pt x="1155" y="1066"/>
                  </a:cubicBezTo>
                  <a:cubicBezTo>
                    <a:pt x="517" y="1491"/>
                    <a:pt x="61" y="2251"/>
                    <a:pt x="0" y="3041"/>
                  </a:cubicBezTo>
                  <a:lnTo>
                    <a:pt x="6961" y="1066"/>
                  </a:lnTo>
                  <a:cubicBezTo>
                    <a:pt x="6627" y="458"/>
                    <a:pt x="5988" y="32"/>
                    <a:pt x="5259" y="2"/>
                  </a:cubicBezTo>
                  <a:cubicBezTo>
                    <a:pt x="5228" y="1"/>
                    <a:pt x="5198" y="0"/>
                    <a:pt x="5167" y="0"/>
                  </a:cubicBezTo>
                  <a:close/>
                </a:path>
              </a:pathLst>
            </a:custGeom>
            <a:solidFill>
              <a:srgbClr val="FBCE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47"/>
            <p:cNvSpPr/>
            <p:nvPr/>
          </p:nvSpPr>
          <p:spPr>
            <a:xfrm>
              <a:off x="2194825" y="1618850"/>
              <a:ext cx="327550" cy="150850"/>
            </a:xfrm>
            <a:custGeom>
              <a:avLst/>
              <a:gdLst/>
              <a:ahLst/>
              <a:cxnLst/>
              <a:rect l="l" t="t" r="r" b="b"/>
              <a:pathLst>
                <a:path w="13102" h="6034" extrusionOk="0">
                  <a:moveTo>
                    <a:pt x="4074" y="1"/>
                  </a:moveTo>
                  <a:lnTo>
                    <a:pt x="3071" y="2280"/>
                  </a:lnTo>
                  <a:cubicBezTo>
                    <a:pt x="2951" y="2568"/>
                    <a:pt x="2699" y="2705"/>
                    <a:pt x="2404" y="2705"/>
                  </a:cubicBezTo>
                  <a:cubicBezTo>
                    <a:pt x="2325" y="2705"/>
                    <a:pt x="2242" y="2695"/>
                    <a:pt x="2159" y="2676"/>
                  </a:cubicBezTo>
                  <a:cubicBezTo>
                    <a:pt x="1703" y="2493"/>
                    <a:pt x="943" y="2250"/>
                    <a:pt x="1" y="2189"/>
                  </a:cubicBezTo>
                  <a:lnTo>
                    <a:pt x="1" y="2189"/>
                  </a:lnTo>
                  <a:cubicBezTo>
                    <a:pt x="1668" y="4547"/>
                    <a:pt x="4614" y="6034"/>
                    <a:pt x="7551" y="6034"/>
                  </a:cubicBezTo>
                  <a:cubicBezTo>
                    <a:pt x="7719" y="6034"/>
                    <a:pt x="7888" y="6029"/>
                    <a:pt x="8056" y="6019"/>
                  </a:cubicBezTo>
                  <a:cubicBezTo>
                    <a:pt x="9849" y="5897"/>
                    <a:pt x="11582" y="5290"/>
                    <a:pt x="13101" y="4286"/>
                  </a:cubicBezTo>
                  <a:cubicBezTo>
                    <a:pt x="12433" y="4165"/>
                    <a:pt x="11886" y="4074"/>
                    <a:pt x="11551" y="4074"/>
                  </a:cubicBezTo>
                  <a:cubicBezTo>
                    <a:pt x="11126" y="4074"/>
                    <a:pt x="10822" y="3739"/>
                    <a:pt x="10883" y="3314"/>
                  </a:cubicBezTo>
                  <a:lnTo>
                    <a:pt x="11065" y="274"/>
                  </a:lnTo>
                  <a:lnTo>
                    <a:pt x="4074" y="1"/>
                  </a:ln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47"/>
            <p:cNvSpPr/>
            <p:nvPr/>
          </p:nvSpPr>
          <p:spPr>
            <a:xfrm>
              <a:off x="1446350" y="1483600"/>
              <a:ext cx="1978025" cy="1101850"/>
            </a:xfrm>
            <a:custGeom>
              <a:avLst/>
              <a:gdLst/>
              <a:ahLst/>
              <a:cxnLst/>
              <a:rect l="l" t="t" r="r" b="b"/>
              <a:pathLst>
                <a:path w="79121" h="44074" extrusionOk="0">
                  <a:moveTo>
                    <a:pt x="70032" y="0"/>
                  </a:moveTo>
                  <a:lnTo>
                    <a:pt x="54895" y="16596"/>
                  </a:lnTo>
                  <a:cubicBezTo>
                    <a:pt x="48664" y="11946"/>
                    <a:pt x="45077" y="10274"/>
                    <a:pt x="43040" y="9727"/>
                  </a:cubicBezTo>
                  <a:cubicBezTo>
                    <a:pt x="41521" y="10669"/>
                    <a:pt x="39819" y="11307"/>
                    <a:pt x="37995" y="11429"/>
                  </a:cubicBezTo>
                  <a:cubicBezTo>
                    <a:pt x="37824" y="11439"/>
                    <a:pt x="37653" y="11444"/>
                    <a:pt x="37481" y="11444"/>
                  </a:cubicBezTo>
                  <a:cubicBezTo>
                    <a:pt x="34547" y="11444"/>
                    <a:pt x="31606" y="9983"/>
                    <a:pt x="29940" y="7599"/>
                  </a:cubicBezTo>
                  <a:cubicBezTo>
                    <a:pt x="29660" y="7573"/>
                    <a:pt x="29362" y="7557"/>
                    <a:pt x="29046" y="7557"/>
                  </a:cubicBezTo>
                  <a:cubicBezTo>
                    <a:pt x="26476" y="7557"/>
                    <a:pt x="22727" y="8571"/>
                    <a:pt x="18207" y="12766"/>
                  </a:cubicBezTo>
                  <a:cubicBezTo>
                    <a:pt x="9544" y="20760"/>
                    <a:pt x="0" y="33800"/>
                    <a:pt x="0" y="33800"/>
                  </a:cubicBezTo>
                  <a:cubicBezTo>
                    <a:pt x="0" y="33800"/>
                    <a:pt x="2006" y="40183"/>
                    <a:pt x="10000" y="44074"/>
                  </a:cubicBezTo>
                  <a:lnTo>
                    <a:pt x="16414" y="34530"/>
                  </a:lnTo>
                  <a:cubicBezTo>
                    <a:pt x="21519" y="41149"/>
                    <a:pt x="31534" y="42103"/>
                    <a:pt x="36885" y="42103"/>
                  </a:cubicBezTo>
                  <a:cubicBezTo>
                    <a:pt x="39054" y="42103"/>
                    <a:pt x="40457" y="41946"/>
                    <a:pt x="40457" y="41946"/>
                  </a:cubicBezTo>
                  <a:cubicBezTo>
                    <a:pt x="41369" y="33618"/>
                    <a:pt x="40670" y="28025"/>
                    <a:pt x="40670" y="28025"/>
                  </a:cubicBezTo>
                  <a:cubicBezTo>
                    <a:pt x="44955" y="25745"/>
                    <a:pt x="45138" y="22797"/>
                    <a:pt x="45138" y="22797"/>
                  </a:cubicBezTo>
                  <a:cubicBezTo>
                    <a:pt x="45138" y="22797"/>
                    <a:pt x="48876" y="29484"/>
                    <a:pt x="54895" y="30305"/>
                  </a:cubicBezTo>
                  <a:cubicBezTo>
                    <a:pt x="55010" y="30321"/>
                    <a:pt x="55130" y="30329"/>
                    <a:pt x="55254" y="30329"/>
                  </a:cubicBezTo>
                  <a:cubicBezTo>
                    <a:pt x="61631" y="30329"/>
                    <a:pt x="79120" y="9301"/>
                    <a:pt x="79120" y="9301"/>
                  </a:cubicBezTo>
                  <a:lnTo>
                    <a:pt x="70032" y="0"/>
                  </a:ln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47"/>
            <p:cNvSpPr/>
            <p:nvPr/>
          </p:nvSpPr>
          <p:spPr>
            <a:xfrm>
              <a:off x="2019300" y="1038000"/>
              <a:ext cx="643650" cy="622650"/>
            </a:xfrm>
            <a:custGeom>
              <a:avLst/>
              <a:gdLst/>
              <a:ahLst/>
              <a:cxnLst/>
              <a:rect l="l" t="t" r="r" b="b"/>
              <a:pathLst>
                <a:path w="25746" h="24906" extrusionOk="0">
                  <a:moveTo>
                    <a:pt x="15018" y="0"/>
                  </a:moveTo>
                  <a:cubicBezTo>
                    <a:pt x="12871" y="0"/>
                    <a:pt x="10685" y="458"/>
                    <a:pt x="8724" y="1289"/>
                  </a:cubicBezTo>
                  <a:cubicBezTo>
                    <a:pt x="7326" y="1897"/>
                    <a:pt x="5988" y="2687"/>
                    <a:pt x="4925" y="3842"/>
                  </a:cubicBezTo>
                  <a:cubicBezTo>
                    <a:pt x="3800" y="5058"/>
                    <a:pt x="2675" y="6365"/>
                    <a:pt x="2797" y="8128"/>
                  </a:cubicBezTo>
                  <a:cubicBezTo>
                    <a:pt x="2919" y="10134"/>
                    <a:pt x="3253" y="12140"/>
                    <a:pt x="3830" y="14086"/>
                  </a:cubicBezTo>
                  <a:cubicBezTo>
                    <a:pt x="3952" y="14481"/>
                    <a:pt x="3648" y="14815"/>
                    <a:pt x="3253" y="14815"/>
                  </a:cubicBezTo>
                  <a:cubicBezTo>
                    <a:pt x="3226" y="14814"/>
                    <a:pt x="3199" y="14814"/>
                    <a:pt x="3171" y="14814"/>
                  </a:cubicBezTo>
                  <a:cubicBezTo>
                    <a:pt x="2225" y="14814"/>
                    <a:pt x="1261" y="15325"/>
                    <a:pt x="700" y="16153"/>
                  </a:cubicBezTo>
                  <a:cubicBezTo>
                    <a:pt x="1" y="17216"/>
                    <a:pt x="1" y="18645"/>
                    <a:pt x="517" y="19830"/>
                  </a:cubicBezTo>
                  <a:cubicBezTo>
                    <a:pt x="1296" y="21452"/>
                    <a:pt x="3009" y="22227"/>
                    <a:pt x="4736" y="22227"/>
                  </a:cubicBezTo>
                  <a:cubicBezTo>
                    <a:pt x="5502" y="22227"/>
                    <a:pt x="6270" y="22075"/>
                    <a:pt x="6961" y="21776"/>
                  </a:cubicBezTo>
                  <a:lnTo>
                    <a:pt x="6961" y="21776"/>
                  </a:lnTo>
                  <a:cubicBezTo>
                    <a:pt x="6900" y="21806"/>
                    <a:pt x="9150" y="23630"/>
                    <a:pt x="9423" y="23782"/>
                  </a:cubicBezTo>
                  <a:cubicBezTo>
                    <a:pt x="10949" y="24616"/>
                    <a:pt x="12801" y="24905"/>
                    <a:pt x="14616" y="24905"/>
                  </a:cubicBezTo>
                  <a:cubicBezTo>
                    <a:pt x="15513" y="24905"/>
                    <a:pt x="16401" y="24835"/>
                    <a:pt x="17235" y="24724"/>
                  </a:cubicBezTo>
                  <a:cubicBezTo>
                    <a:pt x="19667" y="24390"/>
                    <a:pt x="22250" y="23660"/>
                    <a:pt x="24013" y="21806"/>
                  </a:cubicBezTo>
                  <a:cubicBezTo>
                    <a:pt x="24925" y="20864"/>
                    <a:pt x="25381" y="20286"/>
                    <a:pt x="25563" y="18949"/>
                  </a:cubicBezTo>
                  <a:cubicBezTo>
                    <a:pt x="25746" y="17520"/>
                    <a:pt x="25715" y="16061"/>
                    <a:pt x="25715" y="14633"/>
                  </a:cubicBezTo>
                  <a:cubicBezTo>
                    <a:pt x="25715" y="12657"/>
                    <a:pt x="25563" y="10712"/>
                    <a:pt x="25259" y="8766"/>
                  </a:cubicBezTo>
                  <a:cubicBezTo>
                    <a:pt x="24834" y="6274"/>
                    <a:pt x="24469" y="3842"/>
                    <a:pt x="22372" y="2201"/>
                  </a:cubicBezTo>
                  <a:cubicBezTo>
                    <a:pt x="21126" y="1259"/>
                    <a:pt x="19302" y="560"/>
                    <a:pt x="17721" y="256"/>
                  </a:cubicBezTo>
                  <a:cubicBezTo>
                    <a:pt x="16841" y="83"/>
                    <a:pt x="15933" y="0"/>
                    <a:pt x="15018" y="0"/>
                  </a:cubicBezTo>
                  <a:close/>
                </a:path>
              </a:pathLst>
            </a:custGeom>
            <a:solidFill>
              <a:srgbClr val="F895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47"/>
            <p:cNvSpPr/>
            <p:nvPr/>
          </p:nvSpPr>
          <p:spPr>
            <a:xfrm>
              <a:off x="2371900" y="1434950"/>
              <a:ext cx="108675" cy="76775"/>
            </a:xfrm>
            <a:custGeom>
              <a:avLst/>
              <a:gdLst/>
              <a:ahLst/>
              <a:cxnLst/>
              <a:rect l="l" t="t" r="r" b="b"/>
              <a:pathLst>
                <a:path w="4347" h="3071" extrusionOk="0">
                  <a:moveTo>
                    <a:pt x="91" y="1"/>
                  </a:moveTo>
                  <a:cubicBezTo>
                    <a:pt x="31" y="214"/>
                    <a:pt x="0" y="457"/>
                    <a:pt x="0" y="730"/>
                  </a:cubicBezTo>
                  <a:cubicBezTo>
                    <a:pt x="0" y="2007"/>
                    <a:pt x="973" y="3071"/>
                    <a:pt x="2189" y="3071"/>
                  </a:cubicBezTo>
                  <a:cubicBezTo>
                    <a:pt x="3283" y="3071"/>
                    <a:pt x="4195" y="2189"/>
                    <a:pt x="4347" y="1095"/>
                  </a:cubicBezTo>
                  <a:lnTo>
                    <a:pt x="4347" y="1095"/>
                  </a:lnTo>
                  <a:cubicBezTo>
                    <a:pt x="4043" y="1186"/>
                    <a:pt x="3739" y="1186"/>
                    <a:pt x="3404" y="1186"/>
                  </a:cubicBezTo>
                  <a:cubicBezTo>
                    <a:pt x="2158" y="1186"/>
                    <a:pt x="1003" y="730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47"/>
            <p:cNvSpPr/>
            <p:nvPr/>
          </p:nvSpPr>
          <p:spPr>
            <a:xfrm>
              <a:off x="2430400" y="1213725"/>
              <a:ext cx="68425" cy="226575"/>
            </a:xfrm>
            <a:custGeom>
              <a:avLst/>
              <a:gdLst/>
              <a:ahLst/>
              <a:cxnLst/>
              <a:rect l="l" t="t" r="r" b="b"/>
              <a:pathLst>
                <a:path w="2737" h="9063" extrusionOk="0">
                  <a:moveTo>
                    <a:pt x="2394" y="0"/>
                  </a:moveTo>
                  <a:cubicBezTo>
                    <a:pt x="2329" y="0"/>
                    <a:pt x="1929" y="545"/>
                    <a:pt x="1612" y="1555"/>
                  </a:cubicBezTo>
                  <a:cubicBezTo>
                    <a:pt x="1247" y="2588"/>
                    <a:pt x="1034" y="4108"/>
                    <a:pt x="1368" y="5780"/>
                  </a:cubicBezTo>
                  <a:cubicBezTo>
                    <a:pt x="1520" y="6570"/>
                    <a:pt x="1824" y="7330"/>
                    <a:pt x="2159" y="7969"/>
                  </a:cubicBezTo>
                  <a:cubicBezTo>
                    <a:pt x="2311" y="8272"/>
                    <a:pt x="2402" y="8576"/>
                    <a:pt x="2280" y="8698"/>
                  </a:cubicBezTo>
                  <a:cubicBezTo>
                    <a:pt x="2215" y="8780"/>
                    <a:pt x="2089" y="8809"/>
                    <a:pt x="1952" y="8809"/>
                  </a:cubicBezTo>
                  <a:cubicBezTo>
                    <a:pt x="1835" y="8809"/>
                    <a:pt x="1710" y="8787"/>
                    <a:pt x="1612" y="8759"/>
                  </a:cubicBezTo>
                  <a:cubicBezTo>
                    <a:pt x="1095" y="8698"/>
                    <a:pt x="700" y="8546"/>
                    <a:pt x="457" y="8394"/>
                  </a:cubicBezTo>
                  <a:cubicBezTo>
                    <a:pt x="153" y="8242"/>
                    <a:pt x="31" y="8151"/>
                    <a:pt x="1" y="8151"/>
                  </a:cubicBezTo>
                  <a:cubicBezTo>
                    <a:pt x="1" y="8212"/>
                    <a:pt x="92" y="8303"/>
                    <a:pt x="335" y="8516"/>
                  </a:cubicBezTo>
                  <a:cubicBezTo>
                    <a:pt x="578" y="8698"/>
                    <a:pt x="1004" y="8911"/>
                    <a:pt x="1520" y="9032"/>
                  </a:cubicBezTo>
                  <a:cubicBezTo>
                    <a:pt x="1672" y="9063"/>
                    <a:pt x="1794" y="9063"/>
                    <a:pt x="1976" y="9063"/>
                  </a:cubicBezTo>
                  <a:cubicBezTo>
                    <a:pt x="2128" y="9063"/>
                    <a:pt x="2371" y="9032"/>
                    <a:pt x="2523" y="8880"/>
                  </a:cubicBezTo>
                  <a:cubicBezTo>
                    <a:pt x="2675" y="8728"/>
                    <a:pt x="2736" y="8455"/>
                    <a:pt x="2706" y="8272"/>
                  </a:cubicBezTo>
                  <a:cubicBezTo>
                    <a:pt x="2675" y="8090"/>
                    <a:pt x="2584" y="7908"/>
                    <a:pt x="2523" y="7756"/>
                  </a:cubicBezTo>
                  <a:cubicBezTo>
                    <a:pt x="2219" y="7148"/>
                    <a:pt x="1916" y="6418"/>
                    <a:pt x="1764" y="5658"/>
                  </a:cubicBezTo>
                  <a:cubicBezTo>
                    <a:pt x="1399" y="4108"/>
                    <a:pt x="1612" y="2619"/>
                    <a:pt x="1855" y="1616"/>
                  </a:cubicBezTo>
                  <a:cubicBezTo>
                    <a:pt x="2128" y="613"/>
                    <a:pt x="2463" y="35"/>
                    <a:pt x="2402" y="5"/>
                  </a:cubicBezTo>
                  <a:cubicBezTo>
                    <a:pt x="2400" y="2"/>
                    <a:pt x="2398" y="0"/>
                    <a:pt x="2394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47"/>
            <p:cNvSpPr/>
            <p:nvPr/>
          </p:nvSpPr>
          <p:spPr>
            <a:xfrm>
              <a:off x="2303500" y="1223275"/>
              <a:ext cx="76025" cy="46475"/>
            </a:xfrm>
            <a:custGeom>
              <a:avLst/>
              <a:gdLst/>
              <a:ahLst/>
              <a:cxnLst/>
              <a:rect l="l" t="t" r="r" b="b"/>
              <a:pathLst>
                <a:path w="3041" h="1859" extrusionOk="0">
                  <a:moveTo>
                    <a:pt x="2162" y="1"/>
                  </a:moveTo>
                  <a:cubicBezTo>
                    <a:pt x="1876" y="1"/>
                    <a:pt x="1534" y="78"/>
                    <a:pt x="1186" y="231"/>
                  </a:cubicBezTo>
                  <a:cubicBezTo>
                    <a:pt x="456" y="565"/>
                    <a:pt x="1" y="1173"/>
                    <a:pt x="153" y="1538"/>
                  </a:cubicBezTo>
                  <a:cubicBezTo>
                    <a:pt x="251" y="1752"/>
                    <a:pt x="511" y="1859"/>
                    <a:pt x="848" y="1859"/>
                  </a:cubicBezTo>
                  <a:cubicBezTo>
                    <a:pt x="1134" y="1859"/>
                    <a:pt x="1476" y="1782"/>
                    <a:pt x="1824" y="1629"/>
                  </a:cubicBezTo>
                  <a:cubicBezTo>
                    <a:pt x="2584" y="1295"/>
                    <a:pt x="3040" y="717"/>
                    <a:pt x="2858" y="322"/>
                  </a:cubicBezTo>
                  <a:cubicBezTo>
                    <a:pt x="2759" y="108"/>
                    <a:pt x="2500" y="1"/>
                    <a:pt x="2162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47"/>
            <p:cNvSpPr/>
            <p:nvPr/>
          </p:nvSpPr>
          <p:spPr>
            <a:xfrm>
              <a:off x="2513225" y="1214925"/>
              <a:ext cx="76775" cy="46475"/>
            </a:xfrm>
            <a:custGeom>
              <a:avLst/>
              <a:gdLst/>
              <a:ahLst/>
              <a:cxnLst/>
              <a:rect l="l" t="t" r="r" b="b"/>
              <a:pathLst>
                <a:path w="3071" h="1859" extrusionOk="0">
                  <a:moveTo>
                    <a:pt x="879" y="1"/>
                  </a:moveTo>
                  <a:cubicBezTo>
                    <a:pt x="541" y="1"/>
                    <a:pt x="282" y="108"/>
                    <a:pt x="183" y="322"/>
                  </a:cubicBezTo>
                  <a:cubicBezTo>
                    <a:pt x="1" y="686"/>
                    <a:pt x="487" y="1294"/>
                    <a:pt x="1217" y="1629"/>
                  </a:cubicBezTo>
                  <a:cubicBezTo>
                    <a:pt x="1565" y="1782"/>
                    <a:pt x="1907" y="1858"/>
                    <a:pt x="2193" y="1858"/>
                  </a:cubicBezTo>
                  <a:cubicBezTo>
                    <a:pt x="2530" y="1858"/>
                    <a:pt x="2790" y="1751"/>
                    <a:pt x="2888" y="1537"/>
                  </a:cubicBezTo>
                  <a:cubicBezTo>
                    <a:pt x="3071" y="1142"/>
                    <a:pt x="2584" y="565"/>
                    <a:pt x="1855" y="230"/>
                  </a:cubicBezTo>
                  <a:cubicBezTo>
                    <a:pt x="1507" y="77"/>
                    <a:pt x="1165" y="1"/>
                    <a:pt x="879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47"/>
            <p:cNvSpPr/>
            <p:nvPr/>
          </p:nvSpPr>
          <p:spPr>
            <a:xfrm>
              <a:off x="2338450" y="1325500"/>
              <a:ext cx="43350" cy="77675"/>
            </a:xfrm>
            <a:custGeom>
              <a:avLst/>
              <a:gdLst/>
              <a:ahLst/>
              <a:cxnLst/>
              <a:rect l="l" t="t" r="r" b="b"/>
              <a:pathLst>
                <a:path w="1734" h="3107" extrusionOk="0">
                  <a:moveTo>
                    <a:pt x="699" y="1"/>
                  </a:moveTo>
                  <a:cubicBezTo>
                    <a:pt x="689" y="1"/>
                    <a:pt x="679" y="1"/>
                    <a:pt x="669" y="2"/>
                  </a:cubicBezTo>
                  <a:cubicBezTo>
                    <a:pt x="274" y="63"/>
                    <a:pt x="1" y="792"/>
                    <a:pt x="122" y="1643"/>
                  </a:cubicBezTo>
                  <a:cubicBezTo>
                    <a:pt x="210" y="2458"/>
                    <a:pt x="604" y="3106"/>
                    <a:pt x="984" y="3106"/>
                  </a:cubicBezTo>
                  <a:cubicBezTo>
                    <a:pt x="1001" y="3106"/>
                    <a:pt x="1017" y="3105"/>
                    <a:pt x="1034" y="3102"/>
                  </a:cubicBezTo>
                  <a:cubicBezTo>
                    <a:pt x="1460" y="3042"/>
                    <a:pt x="1733" y="2312"/>
                    <a:pt x="1612" y="1461"/>
                  </a:cubicBezTo>
                  <a:cubicBezTo>
                    <a:pt x="1523" y="629"/>
                    <a:pt x="1114" y="1"/>
                    <a:pt x="699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47"/>
            <p:cNvSpPr/>
            <p:nvPr/>
          </p:nvSpPr>
          <p:spPr>
            <a:xfrm>
              <a:off x="2523875" y="1305675"/>
              <a:ext cx="42575" cy="77675"/>
            </a:xfrm>
            <a:custGeom>
              <a:avLst/>
              <a:gdLst/>
              <a:ahLst/>
              <a:cxnLst/>
              <a:rect l="l" t="t" r="r" b="b"/>
              <a:pathLst>
                <a:path w="1703" h="3107" extrusionOk="0">
                  <a:moveTo>
                    <a:pt x="723" y="1"/>
                  </a:moveTo>
                  <a:cubicBezTo>
                    <a:pt x="705" y="1"/>
                    <a:pt x="687" y="2"/>
                    <a:pt x="669" y="5"/>
                  </a:cubicBezTo>
                  <a:cubicBezTo>
                    <a:pt x="243" y="66"/>
                    <a:pt x="0" y="795"/>
                    <a:pt x="91" y="1646"/>
                  </a:cubicBezTo>
                  <a:cubicBezTo>
                    <a:pt x="210" y="2478"/>
                    <a:pt x="619" y="3106"/>
                    <a:pt x="1007" y="3106"/>
                  </a:cubicBezTo>
                  <a:cubicBezTo>
                    <a:pt x="1016" y="3106"/>
                    <a:pt x="1025" y="3106"/>
                    <a:pt x="1034" y="3105"/>
                  </a:cubicBezTo>
                  <a:cubicBezTo>
                    <a:pt x="1459" y="3044"/>
                    <a:pt x="1702" y="2315"/>
                    <a:pt x="1611" y="1464"/>
                  </a:cubicBezTo>
                  <a:cubicBezTo>
                    <a:pt x="1524" y="649"/>
                    <a:pt x="1130" y="1"/>
                    <a:pt x="723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47"/>
            <p:cNvSpPr/>
            <p:nvPr/>
          </p:nvSpPr>
          <p:spPr>
            <a:xfrm>
              <a:off x="2061850" y="1455475"/>
              <a:ext cx="109450" cy="112500"/>
            </a:xfrm>
            <a:custGeom>
              <a:avLst/>
              <a:gdLst/>
              <a:ahLst/>
              <a:cxnLst/>
              <a:rect l="l" t="t" r="r" b="b"/>
              <a:pathLst>
                <a:path w="4378" h="4500" extrusionOk="0">
                  <a:moveTo>
                    <a:pt x="1034" y="1"/>
                  </a:moveTo>
                  <a:cubicBezTo>
                    <a:pt x="335" y="1"/>
                    <a:pt x="1" y="274"/>
                    <a:pt x="31" y="305"/>
                  </a:cubicBezTo>
                  <a:cubicBezTo>
                    <a:pt x="31" y="315"/>
                    <a:pt x="42" y="319"/>
                    <a:pt x="64" y="319"/>
                  </a:cubicBezTo>
                  <a:cubicBezTo>
                    <a:pt x="159" y="319"/>
                    <a:pt x="453" y="240"/>
                    <a:pt x="871" y="240"/>
                  </a:cubicBezTo>
                  <a:cubicBezTo>
                    <a:pt x="923" y="240"/>
                    <a:pt x="978" y="241"/>
                    <a:pt x="1034" y="244"/>
                  </a:cubicBezTo>
                  <a:cubicBezTo>
                    <a:pt x="1338" y="274"/>
                    <a:pt x="1672" y="365"/>
                    <a:pt x="2068" y="548"/>
                  </a:cubicBezTo>
                  <a:cubicBezTo>
                    <a:pt x="2402" y="730"/>
                    <a:pt x="2736" y="1004"/>
                    <a:pt x="3040" y="1368"/>
                  </a:cubicBezTo>
                  <a:cubicBezTo>
                    <a:pt x="3618" y="2098"/>
                    <a:pt x="3891" y="2949"/>
                    <a:pt x="4043" y="3557"/>
                  </a:cubicBezTo>
                  <a:cubicBezTo>
                    <a:pt x="4226" y="4104"/>
                    <a:pt x="4286" y="4499"/>
                    <a:pt x="4347" y="4499"/>
                  </a:cubicBezTo>
                  <a:cubicBezTo>
                    <a:pt x="4378" y="4499"/>
                    <a:pt x="4378" y="4074"/>
                    <a:pt x="4256" y="3466"/>
                  </a:cubicBezTo>
                  <a:cubicBezTo>
                    <a:pt x="4135" y="2858"/>
                    <a:pt x="3922" y="1946"/>
                    <a:pt x="3283" y="1156"/>
                  </a:cubicBezTo>
                  <a:cubicBezTo>
                    <a:pt x="2979" y="761"/>
                    <a:pt x="2554" y="426"/>
                    <a:pt x="2159" y="274"/>
                  </a:cubicBezTo>
                  <a:cubicBezTo>
                    <a:pt x="1764" y="92"/>
                    <a:pt x="1368" y="1"/>
                    <a:pt x="1034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47"/>
            <p:cNvSpPr/>
            <p:nvPr/>
          </p:nvSpPr>
          <p:spPr>
            <a:xfrm>
              <a:off x="2102125" y="1477275"/>
              <a:ext cx="34225" cy="79400"/>
            </a:xfrm>
            <a:custGeom>
              <a:avLst/>
              <a:gdLst/>
              <a:ahLst/>
              <a:cxnLst/>
              <a:rect l="l" t="t" r="r" b="b"/>
              <a:pathLst>
                <a:path w="1369" h="3176" extrusionOk="0">
                  <a:moveTo>
                    <a:pt x="1281" y="0"/>
                  </a:moveTo>
                  <a:cubicBezTo>
                    <a:pt x="1216" y="0"/>
                    <a:pt x="1032" y="54"/>
                    <a:pt x="791" y="223"/>
                  </a:cubicBezTo>
                  <a:cubicBezTo>
                    <a:pt x="487" y="466"/>
                    <a:pt x="153" y="892"/>
                    <a:pt x="61" y="1500"/>
                  </a:cubicBezTo>
                  <a:cubicBezTo>
                    <a:pt x="1" y="2047"/>
                    <a:pt x="213" y="2594"/>
                    <a:pt x="457" y="2867"/>
                  </a:cubicBezTo>
                  <a:cubicBezTo>
                    <a:pt x="675" y="3058"/>
                    <a:pt x="893" y="3176"/>
                    <a:pt x="958" y="3176"/>
                  </a:cubicBezTo>
                  <a:cubicBezTo>
                    <a:pt x="965" y="3176"/>
                    <a:pt x="970" y="3174"/>
                    <a:pt x="973" y="3171"/>
                  </a:cubicBezTo>
                  <a:cubicBezTo>
                    <a:pt x="1004" y="3141"/>
                    <a:pt x="852" y="2989"/>
                    <a:pt x="669" y="2715"/>
                  </a:cubicBezTo>
                  <a:cubicBezTo>
                    <a:pt x="517" y="2442"/>
                    <a:pt x="365" y="1986"/>
                    <a:pt x="396" y="1500"/>
                  </a:cubicBezTo>
                  <a:cubicBezTo>
                    <a:pt x="487" y="1013"/>
                    <a:pt x="700" y="618"/>
                    <a:pt x="943" y="375"/>
                  </a:cubicBezTo>
                  <a:cubicBezTo>
                    <a:pt x="1156" y="162"/>
                    <a:pt x="1368" y="41"/>
                    <a:pt x="1308" y="10"/>
                  </a:cubicBezTo>
                  <a:cubicBezTo>
                    <a:pt x="1308" y="4"/>
                    <a:pt x="1299" y="0"/>
                    <a:pt x="1281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7"/>
            <p:cNvSpPr/>
            <p:nvPr/>
          </p:nvSpPr>
          <p:spPr>
            <a:xfrm>
              <a:off x="2064125" y="1007000"/>
              <a:ext cx="566925" cy="391500"/>
            </a:xfrm>
            <a:custGeom>
              <a:avLst/>
              <a:gdLst/>
              <a:ahLst/>
              <a:cxnLst/>
              <a:rect l="l" t="t" r="r" b="b"/>
              <a:pathLst>
                <a:path w="22677" h="15660" extrusionOk="0">
                  <a:moveTo>
                    <a:pt x="15348" y="0"/>
                  </a:moveTo>
                  <a:cubicBezTo>
                    <a:pt x="13568" y="0"/>
                    <a:pt x="11735" y="384"/>
                    <a:pt x="10092" y="857"/>
                  </a:cubicBezTo>
                  <a:cubicBezTo>
                    <a:pt x="8147" y="1435"/>
                    <a:pt x="6232" y="2104"/>
                    <a:pt x="4347" y="2863"/>
                  </a:cubicBezTo>
                  <a:cubicBezTo>
                    <a:pt x="1916" y="3897"/>
                    <a:pt x="1" y="6693"/>
                    <a:pt x="62" y="9368"/>
                  </a:cubicBezTo>
                  <a:cubicBezTo>
                    <a:pt x="92" y="10402"/>
                    <a:pt x="335" y="11405"/>
                    <a:pt x="639" y="12377"/>
                  </a:cubicBezTo>
                  <a:cubicBezTo>
                    <a:pt x="700" y="12681"/>
                    <a:pt x="1612" y="15660"/>
                    <a:pt x="1764" y="15660"/>
                  </a:cubicBezTo>
                  <a:cubicBezTo>
                    <a:pt x="4347" y="15204"/>
                    <a:pt x="6718" y="12742"/>
                    <a:pt x="7934" y="10554"/>
                  </a:cubicBezTo>
                  <a:cubicBezTo>
                    <a:pt x="9180" y="8304"/>
                    <a:pt x="9667" y="5599"/>
                    <a:pt x="9302" y="3046"/>
                  </a:cubicBezTo>
                  <a:lnTo>
                    <a:pt x="9302" y="3046"/>
                  </a:lnTo>
                  <a:cubicBezTo>
                    <a:pt x="11490" y="4383"/>
                    <a:pt x="13892" y="5447"/>
                    <a:pt x="16445" y="5842"/>
                  </a:cubicBezTo>
                  <a:cubicBezTo>
                    <a:pt x="17071" y="5940"/>
                    <a:pt x="18105" y="6082"/>
                    <a:pt x="19135" y="6082"/>
                  </a:cubicBezTo>
                  <a:cubicBezTo>
                    <a:pt x="20355" y="6082"/>
                    <a:pt x="21571" y="5882"/>
                    <a:pt x="22099" y="5174"/>
                  </a:cubicBezTo>
                  <a:cubicBezTo>
                    <a:pt x="22676" y="4414"/>
                    <a:pt x="22099" y="3350"/>
                    <a:pt x="21521" y="2651"/>
                  </a:cubicBezTo>
                  <a:cubicBezTo>
                    <a:pt x="21369" y="2438"/>
                    <a:pt x="21187" y="2256"/>
                    <a:pt x="21035" y="2104"/>
                  </a:cubicBezTo>
                  <a:cubicBezTo>
                    <a:pt x="19486" y="538"/>
                    <a:pt x="17455" y="0"/>
                    <a:pt x="15348" y="0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7"/>
            <p:cNvSpPr/>
            <p:nvPr/>
          </p:nvSpPr>
          <p:spPr>
            <a:xfrm>
              <a:off x="2149250" y="1673125"/>
              <a:ext cx="425550" cy="128300"/>
            </a:xfrm>
            <a:custGeom>
              <a:avLst/>
              <a:gdLst/>
              <a:ahLst/>
              <a:cxnLst/>
              <a:rect l="l" t="t" r="r" b="b"/>
              <a:pathLst>
                <a:path w="17022" h="5132" extrusionOk="0">
                  <a:moveTo>
                    <a:pt x="781" y="0"/>
                  </a:moveTo>
                  <a:cubicBezTo>
                    <a:pt x="535" y="0"/>
                    <a:pt x="275" y="13"/>
                    <a:pt x="0" y="49"/>
                  </a:cubicBezTo>
                  <a:cubicBezTo>
                    <a:pt x="1490" y="2693"/>
                    <a:pt x="4377" y="4517"/>
                    <a:pt x="7386" y="4973"/>
                  </a:cubicBezTo>
                  <a:cubicBezTo>
                    <a:pt x="8034" y="5081"/>
                    <a:pt x="8687" y="5132"/>
                    <a:pt x="9341" y="5132"/>
                  </a:cubicBezTo>
                  <a:cubicBezTo>
                    <a:pt x="12004" y="5132"/>
                    <a:pt x="14679" y="4284"/>
                    <a:pt x="17022" y="2967"/>
                  </a:cubicBezTo>
                  <a:cubicBezTo>
                    <a:pt x="16201" y="2602"/>
                    <a:pt x="15502" y="2328"/>
                    <a:pt x="14924" y="2176"/>
                  </a:cubicBezTo>
                  <a:cubicBezTo>
                    <a:pt x="13405" y="3119"/>
                    <a:pt x="11703" y="3757"/>
                    <a:pt x="9879" y="3878"/>
                  </a:cubicBezTo>
                  <a:cubicBezTo>
                    <a:pt x="9705" y="3889"/>
                    <a:pt x="9531" y="3894"/>
                    <a:pt x="9357" y="3894"/>
                  </a:cubicBezTo>
                  <a:cubicBezTo>
                    <a:pt x="6425" y="3894"/>
                    <a:pt x="3488" y="2459"/>
                    <a:pt x="1824" y="49"/>
                  </a:cubicBezTo>
                  <a:cubicBezTo>
                    <a:pt x="1510" y="30"/>
                    <a:pt x="1162" y="0"/>
                    <a:pt x="781" y="0"/>
                  </a:cubicBezTo>
                  <a:close/>
                </a:path>
              </a:pathLst>
            </a:custGeom>
            <a:solidFill>
              <a:srgbClr val="D893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7"/>
            <p:cNvSpPr/>
            <p:nvPr/>
          </p:nvSpPr>
          <p:spPr>
            <a:xfrm>
              <a:off x="2546675" y="1787550"/>
              <a:ext cx="34200" cy="305500"/>
            </a:xfrm>
            <a:custGeom>
              <a:avLst/>
              <a:gdLst/>
              <a:ahLst/>
              <a:cxnLst/>
              <a:rect l="l" t="t" r="r" b="b"/>
              <a:pathLst>
                <a:path w="1368" h="12220" extrusionOk="0">
                  <a:moveTo>
                    <a:pt x="456" y="1"/>
                  </a:moveTo>
                  <a:cubicBezTo>
                    <a:pt x="456" y="1"/>
                    <a:pt x="365" y="153"/>
                    <a:pt x="243" y="426"/>
                  </a:cubicBezTo>
                  <a:cubicBezTo>
                    <a:pt x="183" y="760"/>
                    <a:pt x="91" y="1186"/>
                    <a:pt x="61" y="1763"/>
                  </a:cubicBezTo>
                  <a:cubicBezTo>
                    <a:pt x="0" y="2675"/>
                    <a:pt x="91" y="3891"/>
                    <a:pt x="335" y="5229"/>
                  </a:cubicBezTo>
                  <a:lnTo>
                    <a:pt x="335" y="5381"/>
                  </a:lnTo>
                  <a:cubicBezTo>
                    <a:pt x="365" y="5654"/>
                    <a:pt x="395" y="5897"/>
                    <a:pt x="486" y="6140"/>
                  </a:cubicBezTo>
                  <a:cubicBezTo>
                    <a:pt x="790" y="7812"/>
                    <a:pt x="973" y="9332"/>
                    <a:pt x="912" y="10426"/>
                  </a:cubicBezTo>
                  <a:cubicBezTo>
                    <a:pt x="821" y="11551"/>
                    <a:pt x="547" y="12189"/>
                    <a:pt x="638" y="12220"/>
                  </a:cubicBezTo>
                  <a:cubicBezTo>
                    <a:pt x="638" y="12220"/>
                    <a:pt x="760" y="12068"/>
                    <a:pt x="821" y="11764"/>
                  </a:cubicBezTo>
                  <a:cubicBezTo>
                    <a:pt x="942" y="11460"/>
                    <a:pt x="1064" y="11004"/>
                    <a:pt x="1125" y="10487"/>
                  </a:cubicBezTo>
                  <a:cubicBezTo>
                    <a:pt x="1368" y="9362"/>
                    <a:pt x="1216" y="7812"/>
                    <a:pt x="851" y="6110"/>
                  </a:cubicBezTo>
                  <a:cubicBezTo>
                    <a:pt x="790" y="5685"/>
                    <a:pt x="699" y="5320"/>
                    <a:pt x="638" y="4925"/>
                  </a:cubicBezTo>
                  <a:cubicBezTo>
                    <a:pt x="760" y="4621"/>
                    <a:pt x="912" y="4165"/>
                    <a:pt x="973" y="3678"/>
                  </a:cubicBezTo>
                  <a:cubicBezTo>
                    <a:pt x="1155" y="2675"/>
                    <a:pt x="1125" y="1885"/>
                    <a:pt x="1003" y="1855"/>
                  </a:cubicBezTo>
                  <a:cubicBezTo>
                    <a:pt x="942" y="1855"/>
                    <a:pt x="821" y="2645"/>
                    <a:pt x="638" y="3587"/>
                  </a:cubicBezTo>
                  <a:lnTo>
                    <a:pt x="517" y="4286"/>
                  </a:lnTo>
                  <a:cubicBezTo>
                    <a:pt x="365" y="3314"/>
                    <a:pt x="304" y="2463"/>
                    <a:pt x="304" y="1763"/>
                  </a:cubicBezTo>
                  <a:cubicBezTo>
                    <a:pt x="304" y="669"/>
                    <a:pt x="517" y="1"/>
                    <a:pt x="4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7"/>
            <p:cNvSpPr/>
            <p:nvPr/>
          </p:nvSpPr>
          <p:spPr>
            <a:xfrm>
              <a:off x="3155350" y="1522350"/>
              <a:ext cx="239375" cy="233300"/>
            </a:xfrm>
            <a:custGeom>
              <a:avLst/>
              <a:gdLst/>
              <a:ahLst/>
              <a:cxnLst/>
              <a:rect l="l" t="t" r="r" b="b"/>
              <a:pathLst>
                <a:path w="9575" h="9332" extrusionOk="0">
                  <a:moveTo>
                    <a:pt x="213" y="0"/>
                  </a:moveTo>
                  <a:lnTo>
                    <a:pt x="0" y="274"/>
                  </a:lnTo>
                  <a:cubicBezTo>
                    <a:pt x="1246" y="1520"/>
                    <a:pt x="2797" y="3040"/>
                    <a:pt x="4468" y="4681"/>
                  </a:cubicBezTo>
                  <a:cubicBezTo>
                    <a:pt x="6292" y="6414"/>
                    <a:pt x="7964" y="8055"/>
                    <a:pt x="9332" y="9332"/>
                  </a:cubicBezTo>
                  <a:cubicBezTo>
                    <a:pt x="9423" y="9271"/>
                    <a:pt x="9484" y="9150"/>
                    <a:pt x="9575" y="9089"/>
                  </a:cubicBezTo>
                  <a:cubicBezTo>
                    <a:pt x="8237" y="7751"/>
                    <a:pt x="6596" y="6110"/>
                    <a:pt x="4772" y="4377"/>
                  </a:cubicBezTo>
                  <a:cubicBezTo>
                    <a:pt x="3100" y="2736"/>
                    <a:pt x="1550" y="1247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47"/>
            <p:cNvSpPr/>
            <p:nvPr/>
          </p:nvSpPr>
          <p:spPr>
            <a:xfrm>
              <a:off x="1878725" y="2302000"/>
              <a:ext cx="585150" cy="196800"/>
            </a:xfrm>
            <a:custGeom>
              <a:avLst/>
              <a:gdLst/>
              <a:ahLst/>
              <a:cxnLst/>
              <a:rect l="l" t="t" r="r" b="b"/>
              <a:pathLst>
                <a:path w="23406" h="7872" extrusionOk="0">
                  <a:moveTo>
                    <a:pt x="61" y="0"/>
                  </a:moveTo>
                  <a:lnTo>
                    <a:pt x="61" y="31"/>
                  </a:lnTo>
                  <a:cubicBezTo>
                    <a:pt x="61" y="122"/>
                    <a:pt x="31" y="183"/>
                    <a:pt x="0" y="244"/>
                  </a:cubicBezTo>
                  <a:cubicBezTo>
                    <a:pt x="456" y="639"/>
                    <a:pt x="943" y="1095"/>
                    <a:pt x="1551" y="1611"/>
                  </a:cubicBezTo>
                  <a:cubicBezTo>
                    <a:pt x="3861" y="3496"/>
                    <a:pt x="7569" y="5745"/>
                    <a:pt x="12037" y="6931"/>
                  </a:cubicBezTo>
                  <a:cubicBezTo>
                    <a:pt x="14646" y="7615"/>
                    <a:pt x="17176" y="7872"/>
                    <a:pt x="19428" y="7872"/>
                  </a:cubicBezTo>
                  <a:cubicBezTo>
                    <a:pt x="20876" y="7872"/>
                    <a:pt x="22209" y="7766"/>
                    <a:pt x="23375" y="7599"/>
                  </a:cubicBezTo>
                  <a:cubicBezTo>
                    <a:pt x="23375" y="7478"/>
                    <a:pt x="23375" y="7386"/>
                    <a:pt x="23405" y="7295"/>
                  </a:cubicBezTo>
                  <a:lnTo>
                    <a:pt x="23405" y="7295"/>
                  </a:lnTo>
                  <a:cubicBezTo>
                    <a:pt x="22306" y="7441"/>
                    <a:pt x="21062" y="7533"/>
                    <a:pt x="19715" y="7533"/>
                  </a:cubicBezTo>
                  <a:cubicBezTo>
                    <a:pt x="17413" y="7533"/>
                    <a:pt x="14813" y="7264"/>
                    <a:pt x="12128" y="6535"/>
                  </a:cubicBezTo>
                  <a:cubicBezTo>
                    <a:pt x="7721" y="5350"/>
                    <a:pt x="4073" y="3222"/>
                    <a:pt x="1702" y="1368"/>
                  </a:cubicBezTo>
                  <a:cubicBezTo>
                    <a:pt x="1064" y="882"/>
                    <a:pt x="517" y="426"/>
                    <a:pt x="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7"/>
            <p:cNvSpPr/>
            <p:nvPr/>
          </p:nvSpPr>
          <p:spPr>
            <a:xfrm>
              <a:off x="1472175" y="2286050"/>
              <a:ext cx="248525" cy="269775"/>
            </a:xfrm>
            <a:custGeom>
              <a:avLst/>
              <a:gdLst/>
              <a:ahLst/>
              <a:cxnLst/>
              <a:rect l="l" t="t" r="r" b="b"/>
              <a:pathLst>
                <a:path w="9941" h="10791" extrusionOk="0">
                  <a:moveTo>
                    <a:pt x="213" y="0"/>
                  </a:moveTo>
                  <a:cubicBezTo>
                    <a:pt x="153" y="91"/>
                    <a:pt x="61" y="182"/>
                    <a:pt x="1" y="304"/>
                  </a:cubicBezTo>
                  <a:cubicBezTo>
                    <a:pt x="31" y="365"/>
                    <a:pt x="31" y="426"/>
                    <a:pt x="61" y="486"/>
                  </a:cubicBezTo>
                  <a:cubicBezTo>
                    <a:pt x="183" y="760"/>
                    <a:pt x="335" y="973"/>
                    <a:pt x="457" y="1277"/>
                  </a:cubicBezTo>
                  <a:cubicBezTo>
                    <a:pt x="700" y="1824"/>
                    <a:pt x="1064" y="2371"/>
                    <a:pt x="1399" y="2948"/>
                  </a:cubicBezTo>
                  <a:cubicBezTo>
                    <a:pt x="2128" y="4103"/>
                    <a:pt x="3040" y="5319"/>
                    <a:pt x="4104" y="6444"/>
                  </a:cubicBezTo>
                  <a:cubicBezTo>
                    <a:pt x="5168" y="7599"/>
                    <a:pt x="6293" y="8541"/>
                    <a:pt x="7387" y="9331"/>
                  </a:cubicBezTo>
                  <a:cubicBezTo>
                    <a:pt x="7964" y="9727"/>
                    <a:pt x="8511" y="10091"/>
                    <a:pt x="9028" y="10365"/>
                  </a:cubicBezTo>
                  <a:cubicBezTo>
                    <a:pt x="9302" y="10517"/>
                    <a:pt x="9545" y="10669"/>
                    <a:pt x="9758" y="10790"/>
                  </a:cubicBezTo>
                  <a:lnTo>
                    <a:pt x="9940" y="10517"/>
                  </a:lnTo>
                  <a:cubicBezTo>
                    <a:pt x="9697" y="10395"/>
                    <a:pt x="9454" y="10243"/>
                    <a:pt x="9180" y="10091"/>
                  </a:cubicBezTo>
                  <a:cubicBezTo>
                    <a:pt x="8694" y="9787"/>
                    <a:pt x="8177" y="9423"/>
                    <a:pt x="7630" y="9028"/>
                  </a:cubicBezTo>
                  <a:cubicBezTo>
                    <a:pt x="6566" y="8237"/>
                    <a:pt x="5472" y="7295"/>
                    <a:pt x="4408" y="6140"/>
                  </a:cubicBezTo>
                  <a:cubicBezTo>
                    <a:pt x="3344" y="5015"/>
                    <a:pt x="2463" y="3860"/>
                    <a:pt x="1733" y="2736"/>
                  </a:cubicBezTo>
                  <a:cubicBezTo>
                    <a:pt x="1399" y="2158"/>
                    <a:pt x="1064" y="1611"/>
                    <a:pt x="791" y="1094"/>
                  </a:cubicBezTo>
                  <a:cubicBezTo>
                    <a:pt x="639" y="821"/>
                    <a:pt x="517" y="608"/>
                    <a:pt x="365" y="334"/>
                  </a:cubicBezTo>
                  <a:cubicBezTo>
                    <a:pt x="335" y="213"/>
                    <a:pt x="274" y="91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7"/>
            <p:cNvSpPr/>
            <p:nvPr/>
          </p:nvSpPr>
          <p:spPr>
            <a:xfrm>
              <a:off x="1833125" y="1693325"/>
              <a:ext cx="322225" cy="684675"/>
            </a:xfrm>
            <a:custGeom>
              <a:avLst/>
              <a:gdLst/>
              <a:ahLst/>
              <a:cxnLst/>
              <a:rect l="l" t="t" r="r" b="b"/>
              <a:pathLst>
                <a:path w="12889" h="27387" extrusionOk="0">
                  <a:moveTo>
                    <a:pt x="9575" y="0"/>
                  </a:moveTo>
                  <a:cubicBezTo>
                    <a:pt x="9484" y="31"/>
                    <a:pt x="9423" y="31"/>
                    <a:pt x="9362" y="61"/>
                  </a:cubicBezTo>
                  <a:lnTo>
                    <a:pt x="9423" y="92"/>
                  </a:lnTo>
                  <a:cubicBezTo>
                    <a:pt x="9940" y="456"/>
                    <a:pt x="10487" y="912"/>
                    <a:pt x="10973" y="1520"/>
                  </a:cubicBezTo>
                  <a:cubicBezTo>
                    <a:pt x="11460" y="2128"/>
                    <a:pt x="11916" y="2888"/>
                    <a:pt x="12189" y="3739"/>
                  </a:cubicBezTo>
                  <a:cubicBezTo>
                    <a:pt x="12463" y="4621"/>
                    <a:pt x="12554" y="5624"/>
                    <a:pt x="12463" y="6627"/>
                  </a:cubicBezTo>
                  <a:cubicBezTo>
                    <a:pt x="12250" y="8724"/>
                    <a:pt x="11308" y="10852"/>
                    <a:pt x="10122" y="12979"/>
                  </a:cubicBezTo>
                  <a:cubicBezTo>
                    <a:pt x="9575" y="14043"/>
                    <a:pt x="8907" y="15046"/>
                    <a:pt x="8238" y="15989"/>
                  </a:cubicBezTo>
                  <a:cubicBezTo>
                    <a:pt x="7600" y="16931"/>
                    <a:pt x="6931" y="17812"/>
                    <a:pt x="6292" y="18633"/>
                  </a:cubicBezTo>
                  <a:cubicBezTo>
                    <a:pt x="5016" y="20305"/>
                    <a:pt x="3830" y="21794"/>
                    <a:pt x="2888" y="23101"/>
                  </a:cubicBezTo>
                  <a:cubicBezTo>
                    <a:pt x="1916" y="24378"/>
                    <a:pt x="1216" y="25442"/>
                    <a:pt x="700" y="26201"/>
                  </a:cubicBezTo>
                  <a:cubicBezTo>
                    <a:pt x="487" y="26597"/>
                    <a:pt x="305" y="26901"/>
                    <a:pt x="183" y="27083"/>
                  </a:cubicBezTo>
                  <a:cubicBezTo>
                    <a:pt x="61" y="27265"/>
                    <a:pt x="1" y="27387"/>
                    <a:pt x="31" y="27387"/>
                  </a:cubicBezTo>
                  <a:cubicBezTo>
                    <a:pt x="31" y="27387"/>
                    <a:pt x="92" y="27296"/>
                    <a:pt x="244" y="27113"/>
                  </a:cubicBezTo>
                  <a:cubicBezTo>
                    <a:pt x="457" y="26840"/>
                    <a:pt x="639" y="26597"/>
                    <a:pt x="821" y="26293"/>
                  </a:cubicBezTo>
                  <a:cubicBezTo>
                    <a:pt x="1308" y="25563"/>
                    <a:pt x="2067" y="24499"/>
                    <a:pt x="3071" y="23253"/>
                  </a:cubicBezTo>
                  <a:cubicBezTo>
                    <a:pt x="4134" y="21794"/>
                    <a:pt x="5320" y="20366"/>
                    <a:pt x="6566" y="18755"/>
                  </a:cubicBezTo>
                  <a:cubicBezTo>
                    <a:pt x="7204" y="17934"/>
                    <a:pt x="7903" y="17052"/>
                    <a:pt x="8542" y="16110"/>
                  </a:cubicBezTo>
                  <a:cubicBezTo>
                    <a:pt x="9180" y="15168"/>
                    <a:pt x="9849" y="14165"/>
                    <a:pt x="10426" y="13101"/>
                  </a:cubicBezTo>
                  <a:cubicBezTo>
                    <a:pt x="11642" y="10973"/>
                    <a:pt x="12554" y="8754"/>
                    <a:pt x="12767" y="6627"/>
                  </a:cubicBezTo>
                  <a:cubicBezTo>
                    <a:pt x="12888" y="5563"/>
                    <a:pt x="12706" y="4560"/>
                    <a:pt x="12463" y="3648"/>
                  </a:cubicBezTo>
                  <a:cubicBezTo>
                    <a:pt x="12159" y="2736"/>
                    <a:pt x="11703" y="1976"/>
                    <a:pt x="11156" y="1368"/>
                  </a:cubicBezTo>
                  <a:cubicBezTo>
                    <a:pt x="10669" y="760"/>
                    <a:pt x="10092" y="335"/>
                    <a:pt x="95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7"/>
            <p:cNvSpPr/>
            <p:nvPr/>
          </p:nvSpPr>
          <p:spPr>
            <a:xfrm>
              <a:off x="3665225" y="2561725"/>
              <a:ext cx="705200" cy="641375"/>
            </a:xfrm>
            <a:custGeom>
              <a:avLst/>
              <a:gdLst/>
              <a:ahLst/>
              <a:cxnLst/>
              <a:rect l="l" t="t" r="r" b="b"/>
              <a:pathLst>
                <a:path w="28208" h="25655" extrusionOk="0">
                  <a:moveTo>
                    <a:pt x="13112" y="1"/>
                  </a:moveTo>
                  <a:cubicBezTo>
                    <a:pt x="12976" y="1"/>
                    <a:pt x="12841" y="3"/>
                    <a:pt x="12706" y="7"/>
                  </a:cubicBezTo>
                  <a:cubicBezTo>
                    <a:pt x="11065" y="67"/>
                    <a:pt x="9059" y="463"/>
                    <a:pt x="7600" y="1283"/>
                  </a:cubicBezTo>
                  <a:cubicBezTo>
                    <a:pt x="5441" y="2469"/>
                    <a:pt x="4195" y="5113"/>
                    <a:pt x="3223" y="7514"/>
                  </a:cubicBezTo>
                  <a:cubicBezTo>
                    <a:pt x="3010" y="8031"/>
                    <a:pt x="2827" y="8578"/>
                    <a:pt x="2615" y="9034"/>
                  </a:cubicBezTo>
                  <a:cubicBezTo>
                    <a:pt x="1824" y="11071"/>
                    <a:pt x="1186" y="13259"/>
                    <a:pt x="791" y="15417"/>
                  </a:cubicBezTo>
                  <a:cubicBezTo>
                    <a:pt x="1" y="19673"/>
                    <a:pt x="2827" y="23046"/>
                    <a:pt x="6627" y="24597"/>
                  </a:cubicBezTo>
                  <a:cubicBezTo>
                    <a:pt x="8288" y="25308"/>
                    <a:pt x="10086" y="25654"/>
                    <a:pt x="11882" y="25654"/>
                  </a:cubicBezTo>
                  <a:cubicBezTo>
                    <a:pt x="12157" y="25654"/>
                    <a:pt x="12432" y="25646"/>
                    <a:pt x="12706" y="25630"/>
                  </a:cubicBezTo>
                  <a:cubicBezTo>
                    <a:pt x="15320" y="25509"/>
                    <a:pt x="17630" y="24901"/>
                    <a:pt x="19849" y="23502"/>
                  </a:cubicBezTo>
                  <a:cubicBezTo>
                    <a:pt x="20682" y="24627"/>
                    <a:pt x="22085" y="25237"/>
                    <a:pt x="23472" y="25237"/>
                  </a:cubicBezTo>
                  <a:cubicBezTo>
                    <a:pt x="24110" y="25237"/>
                    <a:pt x="24746" y="25108"/>
                    <a:pt x="25320" y="24840"/>
                  </a:cubicBezTo>
                  <a:cubicBezTo>
                    <a:pt x="26779" y="24110"/>
                    <a:pt x="28208" y="22347"/>
                    <a:pt x="27813" y="20645"/>
                  </a:cubicBezTo>
                  <a:cubicBezTo>
                    <a:pt x="27661" y="19916"/>
                    <a:pt x="27235" y="19369"/>
                    <a:pt x="26718" y="18852"/>
                  </a:cubicBezTo>
                  <a:cubicBezTo>
                    <a:pt x="26575" y="18709"/>
                    <a:pt x="25139" y="17838"/>
                    <a:pt x="24946" y="17838"/>
                  </a:cubicBezTo>
                  <a:cubicBezTo>
                    <a:pt x="24935" y="17838"/>
                    <a:pt x="24928" y="17841"/>
                    <a:pt x="24926" y="17847"/>
                  </a:cubicBezTo>
                  <a:lnTo>
                    <a:pt x="24926" y="17847"/>
                  </a:lnTo>
                  <a:cubicBezTo>
                    <a:pt x="25260" y="16845"/>
                    <a:pt x="25776" y="16024"/>
                    <a:pt x="25867" y="14992"/>
                  </a:cubicBezTo>
                  <a:cubicBezTo>
                    <a:pt x="25989" y="14080"/>
                    <a:pt x="26080" y="13229"/>
                    <a:pt x="26293" y="12378"/>
                  </a:cubicBezTo>
                  <a:cubicBezTo>
                    <a:pt x="26931" y="9824"/>
                    <a:pt x="26749" y="8061"/>
                    <a:pt x="25229" y="5903"/>
                  </a:cubicBezTo>
                  <a:cubicBezTo>
                    <a:pt x="24348" y="4536"/>
                    <a:pt x="23101" y="3472"/>
                    <a:pt x="21764" y="2590"/>
                  </a:cubicBezTo>
                  <a:cubicBezTo>
                    <a:pt x="19234" y="962"/>
                    <a:pt x="16119" y="1"/>
                    <a:pt x="13112" y="1"/>
                  </a:cubicBezTo>
                  <a:close/>
                </a:path>
              </a:pathLst>
            </a:custGeom>
            <a:solidFill>
              <a:srgbClr val="9E7B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7"/>
            <p:cNvSpPr/>
            <p:nvPr/>
          </p:nvSpPr>
          <p:spPr>
            <a:xfrm>
              <a:off x="3818725" y="2776175"/>
              <a:ext cx="131475" cy="180100"/>
            </a:xfrm>
            <a:custGeom>
              <a:avLst/>
              <a:gdLst/>
              <a:ahLst/>
              <a:cxnLst/>
              <a:rect l="l" t="t" r="r" b="b"/>
              <a:pathLst>
                <a:path w="5259" h="7204" extrusionOk="0">
                  <a:moveTo>
                    <a:pt x="5229" y="0"/>
                  </a:moveTo>
                  <a:cubicBezTo>
                    <a:pt x="5137" y="0"/>
                    <a:pt x="5077" y="608"/>
                    <a:pt x="4681" y="1490"/>
                  </a:cubicBezTo>
                  <a:cubicBezTo>
                    <a:pt x="4317" y="2341"/>
                    <a:pt x="3618" y="3526"/>
                    <a:pt x="2554" y="4529"/>
                  </a:cubicBezTo>
                  <a:cubicBezTo>
                    <a:pt x="2037" y="5015"/>
                    <a:pt x="1460" y="5380"/>
                    <a:pt x="882" y="5684"/>
                  </a:cubicBezTo>
                  <a:cubicBezTo>
                    <a:pt x="730" y="5775"/>
                    <a:pt x="639" y="5836"/>
                    <a:pt x="456" y="5897"/>
                  </a:cubicBezTo>
                  <a:cubicBezTo>
                    <a:pt x="365" y="5958"/>
                    <a:pt x="122" y="5988"/>
                    <a:pt x="61" y="6262"/>
                  </a:cubicBezTo>
                  <a:cubicBezTo>
                    <a:pt x="1" y="6383"/>
                    <a:pt x="61" y="6535"/>
                    <a:pt x="92" y="6596"/>
                  </a:cubicBezTo>
                  <a:cubicBezTo>
                    <a:pt x="122" y="6687"/>
                    <a:pt x="213" y="6748"/>
                    <a:pt x="274" y="6809"/>
                  </a:cubicBezTo>
                  <a:cubicBezTo>
                    <a:pt x="396" y="6900"/>
                    <a:pt x="548" y="6961"/>
                    <a:pt x="669" y="6991"/>
                  </a:cubicBezTo>
                  <a:cubicBezTo>
                    <a:pt x="1156" y="7174"/>
                    <a:pt x="1581" y="7204"/>
                    <a:pt x="1824" y="7204"/>
                  </a:cubicBezTo>
                  <a:cubicBezTo>
                    <a:pt x="2067" y="7204"/>
                    <a:pt x="2219" y="7143"/>
                    <a:pt x="2189" y="7143"/>
                  </a:cubicBezTo>
                  <a:cubicBezTo>
                    <a:pt x="2189" y="7082"/>
                    <a:pt x="2037" y="7082"/>
                    <a:pt x="1764" y="7052"/>
                  </a:cubicBezTo>
                  <a:cubicBezTo>
                    <a:pt x="1490" y="7022"/>
                    <a:pt x="1125" y="6961"/>
                    <a:pt x="700" y="6748"/>
                  </a:cubicBezTo>
                  <a:cubicBezTo>
                    <a:pt x="578" y="6718"/>
                    <a:pt x="456" y="6657"/>
                    <a:pt x="396" y="6566"/>
                  </a:cubicBezTo>
                  <a:cubicBezTo>
                    <a:pt x="305" y="6505"/>
                    <a:pt x="274" y="6414"/>
                    <a:pt x="305" y="6383"/>
                  </a:cubicBezTo>
                  <a:cubicBezTo>
                    <a:pt x="305" y="6322"/>
                    <a:pt x="426" y="6262"/>
                    <a:pt x="578" y="6231"/>
                  </a:cubicBezTo>
                  <a:cubicBezTo>
                    <a:pt x="730" y="6140"/>
                    <a:pt x="882" y="6079"/>
                    <a:pt x="1034" y="6049"/>
                  </a:cubicBezTo>
                  <a:cubicBezTo>
                    <a:pt x="1642" y="5745"/>
                    <a:pt x="2250" y="5350"/>
                    <a:pt x="2827" y="4833"/>
                  </a:cubicBezTo>
                  <a:cubicBezTo>
                    <a:pt x="3952" y="3800"/>
                    <a:pt x="4651" y="2553"/>
                    <a:pt x="4955" y="1581"/>
                  </a:cubicBezTo>
                  <a:cubicBezTo>
                    <a:pt x="5259" y="638"/>
                    <a:pt x="5259" y="0"/>
                    <a:pt x="5229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7"/>
            <p:cNvSpPr/>
            <p:nvPr/>
          </p:nvSpPr>
          <p:spPr>
            <a:xfrm>
              <a:off x="3792902" y="2823067"/>
              <a:ext cx="20613" cy="70378"/>
            </a:xfrm>
            <a:custGeom>
              <a:avLst/>
              <a:gdLst/>
              <a:ahLst/>
              <a:cxnLst/>
              <a:rect l="l" t="t" r="r" b="b"/>
              <a:pathLst>
                <a:path w="2159" h="2814" extrusionOk="0">
                  <a:moveTo>
                    <a:pt x="1450" y="1"/>
                  </a:moveTo>
                  <a:cubicBezTo>
                    <a:pt x="1049" y="1"/>
                    <a:pt x="565" y="451"/>
                    <a:pt x="304" y="1103"/>
                  </a:cubicBezTo>
                  <a:cubicBezTo>
                    <a:pt x="0" y="1863"/>
                    <a:pt x="91" y="2623"/>
                    <a:pt x="547" y="2775"/>
                  </a:cubicBezTo>
                  <a:cubicBezTo>
                    <a:pt x="608" y="2801"/>
                    <a:pt x="671" y="2813"/>
                    <a:pt x="737" y="2813"/>
                  </a:cubicBezTo>
                  <a:cubicBezTo>
                    <a:pt x="1132" y="2813"/>
                    <a:pt x="1594" y="2363"/>
                    <a:pt x="1854" y="1711"/>
                  </a:cubicBezTo>
                  <a:cubicBezTo>
                    <a:pt x="2158" y="951"/>
                    <a:pt x="2067" y="191"/>
                    <a:pt x="1641" y="39"/>
                  </a:cubicBezTo>
                  <a:cubicBezTo>
                    <a:pt x="1581" y="13"/>
                    <a:pt x="1517" y="1"/>
                    <a:pt x="1450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7"/>
            <p:cNvSpPr/>
            <p:nvPr/>
          </p:nvSpPr>
          <p:spPr>
            <a:xfrm>
              <a:off x="3973755" y="2897565"/>
              <a:ext cx="28137" cy="70304"/>
            </a:xfrm>
            <a:custGeom>
              <a:avLst/>
              <a:gdLst/>
              <a:ahLst/>
              <a:cxnLst/>
              <a:rect l="l" t="t" r="r" b="b"/>
              <a:pathLst>
                <a:path w="2159" h="2813" extrusionOk="0">
                  <a:moveTo>
                    <a:pt x="1422" y="0"/>
                  </a:moveTo>
                  <a:cubicBezTo>
                    <a:pt x="1027" y="0"/>
                    <a:pt x="565" y="451"/>
                    <a:pt x="304" y="1103"/>
                  </a:cubicBezTo>
                  <a:cubicBezTo>
                    <a:pt x="0" y="1863"/>
                    <a:pt x="91" y="2622"/>
                    <a:pt x="517" y="2774"/>
                  </a:cubicBezTo>
                  <a:cubicBezTo>
                    <a:pt x="578" y="2800"/>
                    <a:pt x="642" y="2813"/>
                    <a:pt x="708" y="2813"/>
                  </a:cubicBezTo>
                  <a:cubicBezTo>
                    <a:pt x="1109" y="2813"/>
                    <a:pt x="1594" y="2362"/>
                    <a:pt x="1854" y="1711"/>
                  </a:cubicBezTo>
                  <a:cubicBezTo>
                    <a:pt x="2158" y="951"/>
                    <a:pt x="2067" y="191"/>
                    <a:pt x="1611" y="39"/>
                  </a:cubicBezTo>
                  <a:cubicBezTo>
                    <a:pt x="1551" y="13"/>
                    <a:pt x="1487" y="0"/>
                    <a:pt x="1422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7"/>
            <p:cNvSpPr/>
            <p:nvPr/>
          </p:nvSpPr>
          <p:spPr>
            <a:xfrm>
              <a:off x="3839250" y="2703225"/>
              <a:ext cx="85125" cy="43325"/>
            </a:xfrm>
            <a:custGeom>
              <a:avLst/>
              <a:gdLst/>
              <a:ahLst/>
              <a:cxnLst/>
              <a:rect l="l" t="t" r="r" b="b"/>
              <a:pathLst>
                <a:path w="3405" h="1733" extrusionOk="0">
                  <a:moveTo>
                    <a:pt x="1702" y="0"/>
                  </a:moveTo>
                  <a:cubicBezTo>
                    <a:pt x="760" y="0"/>
                    <a:pt x="0" y="365"/>
                    <a:pt x="0" y="851"/>
                  </a:cubicBezTo>
                  <a:cubicBezTo>
                    <a:pt x="0" y="1338"/>
                    <a:pt x="760" y="1733"/>
                    <a:pt x="1702" y="1733"/>
                  </a:cubicBezTo>
                  <a:cubicBezTo>
                    <a:pt x="2645" y="1733"/>
                    <a:pt x="3405" y="1338"/>
                    <a:pt x="3405" y="851"/>
                  </a:cubicBezTo>
                  <a:cubicBezTo>
                    <a:pt x="3405" y="365"/>
                    <a:pt x="2645" y="0"/>
                    <a:pt x="1702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7"/>
            <p:cNvSpPr/>
            <p:nvPr/>
          </p:nvSpPr>
          <p:spPr>
            <a:xfrm>
              <a:off x="3998050" y="2750575"/>
              <a:ext cx="76025" cy="69300"/>
            </a:xfrm>
            <a:custGeom>
              <a:avLst/>
              <a:gdLst/>
              <a:ahLst/>
              <a:cxnLst/>
              <a:rect l="l" t="t" r="r" b="b"/>
              <a:pathLst>
                <a:path w="3041" h="2772" extrusionOk="0">
                  <a:moveTo>
                    <a:pt x="759" y="1"/>
                  </a:moveTo>
                  <a:cubicBezTo>
                    <a:pt x="598" y="1"/>
                    <a:pt x="462" y="47"/>
                    <a:pt x="366" y="143"/>
                  </a:cubicBezTo>
                  <a:cubicBezTo>
                    <a:pt x="1" y="477"/>
                    <a:pt x="244" y="1298"/>
                    <a:pt x="882" y="1997"/>
                  </a:cubicBezTo>
                  <a:cubicBezTo>
                    <a:pt x="1365" y="2479"/>
                    <a:pt x="1911" y="2772"/>
                    <a:pt x="2314" y="2772"/>
                  </a:cubicBezTo>
                  <a:cubicBezTo>
                    <a:pt x="2470" y="2772"/>
                    <a:pt x="2605" y="2728"/>
                    <a:pt x="2706" y="2635"/>
                  </a:cubicBezTo>
                  <a:cubicBezTo>
                    <a:pt x="3041" y="2301"/>
                    <a:pt x="2828" y="1480"/>
                    <a:pt x="2159" y="781"/>
                  </a:cubicBezTo>
                  <a:cubicBezTo>
                    <a:pt x="1704" y="283"/>
                    <a:pt x="1157" y="1"/>
                    <a:pt x="759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7"/>
            <p:cNvSpPr/>
            <p:nvPr/>
          </p:nvSpPr>
          <p:spPr>
            <a:xfrm rot="10800000" flipH="1">
              <a:off x="3800383" y="2985879"/>
              <a:ext cx="98825" cy="42725"/>
            </a:xfrm>
            <a:custGeom>
              <a:avLst/>
              <a:gdLst/>
              <a:ahLst/>
              <a:cxnLst/>
              <a:rect l="l" t="t" r="r" b="b"/>
              <a:pathLst>
                <a:path w="3953" h="1709" extrusionOk="0">
                  <a:moveTo>
                    <a:pt x="31" y="1"/>
                  </a:moveTo>
                  <a:cubicBezTo>
                    <a:pt x="1" y="1"/>
                    <a:pt x="1" y="335"/>
                    <a:pt x="244" y="761"/>
                  </a:cubicBezTo>
                  <a:cubicBezTo>
                    <a:pt x="518" y="1186"/>
                    <a:pt x="1095" y="1642"/>
                    <a:pt x="1885" y="1703"/>
                  </a:cubicBezTo>
                  <a:cubicBezTo>
                    <a:pt x="1937" y="1707"/>
                    <a:pt x="1987" y="1709"/>
                    <a:pt x="2037" y="1709"/>
                  </a:cubicBezTo>
                  <a:cubicBezTo>
                    <a:pt x="2760" y="1709"/>
                    <a:pt x="3360" y="1311"/>
                    <a:pt x="3588" y="913"/>
                  </a:cubicBezTo>
                  <a:cubicBezTo>
                    <a:pt x="3952" y="518"/>
                    <a:pt x="3952" y="153"/>
                    <a:pt x="3892" y="153"/>
                  </a:cubicBezTo>
                  <a:cubicBezTo>
                    <a:pt x="3888" y="151"/>
                    <a:pt x="3885" y="151"/>
                    <a:pt x="3882" y="151"/>
                  </a:cubicBezTo>
                  <a:cubicBezTo>
                    <a:pt x="3818" y="151"/>
                    <a:pt x="3694" y="412"/>
                    <a:pt x="3405" y="700"/>
                  </a:cubicBezTo>
                  <a:cubicBezTo>
                    <a:pt x="3128" y="977"/>
                    <a:pt x="2622" y="1255"/>
                    <a:pt x="2074" y="1255"/>
                  </a:cubicBezTo>
                  <a:cubicBezTo>
                    <a:pt x="2022" y="1255"/>
                    <a:pt x="1969" y="1252"/>
                    <a:pt x="1916" y="1247"/>
                  </a:cubicBezTo>
                  <a:cubicBezTo>
                    <a:pt x="1278" y="1217"/>
                    <a:pt x="791" y="882"/>
                    <a:pt x="487" y="578"/>
                  </a:cubicBezTo>
                  <a:cubicBezTo>
                    <a:pt x="183" y="274"/>
                    <a:pt x="62" y="1"/>
                    <a:pt x="31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7"/>
            <p:cNvSpPr/>
            <p:nvPr/>
          </p:nvSpPr>
          <p:spPr>
            <a:xfrm>
              <a:off x="4193350" y="3052200"/>
              <a:ext cx="129975" cy="105450"/>
            </a:xfrm>
            <a:custGeom>
              <a:avLst/>
              <a:gdLst/>
              <a:ahLst/>
              <a:cxnLst/>
              <a:rect l="l" t="t" r="r" b="b"/>
              <a:pathLst>
                <a:path w="5199" h="4218" extrusionOk="0">
                  <a:moveTo>
                    <a:pt x="3730" y="1"/>
                  </a:moveTo>
                  <a:cubicBezTo>
                    <a:pt x="3490" y="1"/>
                    <a:pt x="3225" y="41"/>
                    <a:pt x="2949" y="114"/>
                  </a:cubicBezTo>
                  <a:cubicBezTo>
                    <a:pt x="2493" y="236"/>
                    <a:pt x="2037" y="509"/>
                    <a:pt x="1672" y="874"/>
                  </a:cubicBezTo>
                  <a:cubicBezTo>
                    <a:pt x="882" y="1604"/>
                    <a:pt x="487" y="2516"/>
                    <a:pt x="305" y="3154"/>
                  </a:cubicBezTo>
                  <a:cubicBezTo>
                    <a:pt x="92" y="3823"/>
                    <a:pt x="1" y="4218"/>
                    <a:pt x="31" y="4218"/>
                  </a:cubicBezTo>
                  <a:cubicBezTo>
                    <a:pt x="92" y="4218"/>
                    <a:pt x="244" y="3853"/>
                    <a:pt x="487" y="3245"/>
                  </a:cubicBezTo>
                  <a:cubicBezTo>
                    <a:pt x="761" y="2637"/>
                    <a:pt x="1156" y="1786"/>
                    <a:pt x="1916" y="1148"/>
                  </a:cubicBezTo>
                  <a:cubicBezTo>
                    <a:pt x="2250" y="813"/>
                    <a:pt x="2675" y="570"/>
                    <a:pt x="3040" y="418"/>
                  </a:cubicBezTo>
                  <a:cubicBezTo>
                    <a:pt x="3435" y="266"/>
                    <a:pt x="3800" y="266"/>
                    <a:pt x="4134" y="266"/>
                  </a:cubicBezTo>
                  <a:cubicBezTo>
                    <a:pt x="4735" y="324"/>
                    <a:pt x="5094" y="543"/>
                    <a:pt x="5159" y="543"/>
                  </a:cubicBezTo>
                  <a:cubicBezTo>
                    <a:pt x="5163" y="543"/>
                    <a:pt x="5166" y="542"/>
                    <a:pt x="5168" y="540"/>
                  </a:cubicBezTo>
                  <a:cubicBezTo>
                    <a:pt x="5198" y="509"/>
                    <a:pt x="4864" y="175"/>
                    <a:pt x="4165" y="54"/>
                  </a:cubicBezTo>
                  <a:cubicBezTo>
                    <a:pt x="4033" y="18"/>
                    <a:pt x="3887" y="1"/>
                    <a:pt x="3730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7"/>
            <p:cNvSpPr/>
            <p:nvPr/>
          </p:nvSpPr>
          <p:spPr>
            <a:xfrm>
              <a:off x="4241225" y="3068725"/>
              <a:ext cx="31950" cy="84550"/>
            </a:xfrm>
            <a:custGeom>
              <a:avLst/>
              <a:gdLst/>
              <a:ahLst/>
              <a:cxnLst/>
              <a:rect l="l" t="t" r="r" b="b"/>
              <a:pathLst>
                <a:path w="1278" h="3382" extrusionOk="0">
                  <a:moveTo>
                    <a:pt x="183" y="0"/>
                  </a:moveTo>
                  <a:cubicBezTo>
                    <a:pt x="153" y="31"/>
                    <a:pt x="335" y="183"/>
                    <a:pt x="517" y="456"/>
                  </a:cubicBezTo>
                  <a:cubicBezTo>
                    <a:pt x="700" y="700"/>
                    <a:pt x="912" y="1156"/>
                    <a:pt x="912" y="1703"/>
                  </a:cubicBezTo>
                  <a:cubicBezTo>
                    <a:pt x="852" y="2219"/>
                    <a:pt x="639" y="2645"/>
                    <a:pt x="457" y="2918"/>
                  </a:cubicBezTo>
                  <a:cubicBezTo>
                    <a:pt x="183" y="3222"/>
                    <a:pt x="1" y="3344"/>
                    <a:pt x="31" y="3374"/>
                  </a:cubicBezTo>
                  <a:cubicBezTo>
                    <a:pt x="31" y="3379"/>
                    <a:pt x="38" y="3382"/>
                    <a:pt x="50" y="3382"/>
                  </a:cubicBezTo>
                  <a:cubicBezTo>
                    <a:pt x="116" y="3382"/>
                    <a:pt x="352" y="3306"/>
                    <a:pt x="608" y="3101"/>
                  </a:cubicBezTo>
                  <a:cubicBezTo>
                    <a:pt x="912" y="2858"/>
                    <a:pt x="1216" y="2341"/>
                    <a:pt x="1247" y="1733"/>
                  </a:cubicBezTo>
                  <a:cubicBezTo>
                    <a:pt x="1277" y="1125"/>
                    <a:pt x="973" y="608"/>
                    <a:pt x="700" y="335"/>
                  </a:cubicBezTo>
                  <a:cubicBezTo>
                    <a:pt x="457" y="31"/>
                    <a:pt x="213" y="0"/>
                    <a:pt x="183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7"/>
            <p:cNvSpPr/>
            <p:nvPr/>
          </p:nvSpPr>
          <p:spPr>
            <a:xfrm>
              <a:off x="3783000" y="2542125"/>
              <a:ext cx="577550" cy="474825"/>
            </a:xfrm>
            <a:custGeom>
              <a:avLst/>
              <a:gdLst/>
              <a:ahLst/>
              <a:cxnLst/>
              <a:rect l="l" t="t" r="r" b="b"/>
              <a:pathLst>
                <a:path w="23102" h="18993" extrusionOk="0">
                  <a:moveTo>
                    <a:pt x="7667" y="1"/>
                  </a:moveTo>
                  <a:cubicBezTo>
                    <a:pt x="4520" y="1"/>
                    <a:pt x="1473" y="1007"/>
                    <a:pt x="1" y="4165"/>
                  </a:cubicBezTo>
                  <a:cubicBezTo>
                    <a:pt x="1794" y="5593"/>
                    <a:pt x="4317" y="6383"/>
                    <a:pt x="6597" y="6535"/>
                  </a:cubicBezTo>
                  <a:cubicBezTo>
                    <a:pt x="6943" y="6563"/>
                    <a:pt x="7290" y="6577"/>
                    <a:pt x="7636" y="6577"/>
                  </a:cubicBezTo>
                  <a:cubicBezTo>
                    <a:pt x="9935" y="6577"/>
                    <a:pt x="12214" y="5969"/>
                    <a:pt x="14196" y="4833"/>
                  </a:cubicBezTo>
                  <a:lnTo>
                    <a:pt x="14196" y="4833"/>
                  </a:lnTo>
                  <a:cubicBezTo>
                    <a:pt x="13436" y="7690"/>
                    <a:pt x="13527" y="10791"/>
                    <a:pt x="14469" y="13587"/>
                  </a:cubicBezTo>
                  <a:cubicBezTo>
                    <a:pt x="14956" y="15107"/>
                    <a:pt x="15837" y="16566"/>
                    <a:pt x="17083" y="17599"/>
                  </a:cubicBezTo>
                  <a:cubicBezTo>
                    <a:pt x="17855" y="18233"/>
                    <a:pt x="19077" y="18992"/>
                    <a:pt x="20114" y="18992"/>
                  </a:cubicBezTo>
                  <a:cubicBezTo>
                    <a:pt x="20220" y="18992"/>
                    <a:pt x="20325" y="18984"/>
                    <a:pt x="20427" y="18967"/>
                  </a:cubicBezTo>
                  <a:cubicBezTo>
                    <a:pt x="20548" y="18937"/>
                    <a:pt x="20670" y="18785"/>
                    <a:pt x="20792" y="18511"/>
                  </a:cubicBezTo>
                  <a:cubicBezTo>
                    <a:pt x="21126" y="17751"/>
                    <a:pt x="21612" y="16232"/>
                    <a:pt x="21734" y="15928"/>
                  </a:cubicBezTo>
                  <a:cubicBezTo>
                    <a:pt x="22737" y="13739"/>
                    <a:pt x="23102" y="11551"/>
                    <a:pt x="22251" y="9271"/>
                  </a:cubicBezTo>
                  <a:cubicBezTo>
                    <a:pt x="21916" y="8420"/>
                    <a:pt x="21491" y="7569"/>
                    <a:pt x="20944" y="6809"/>
                  </a:cubicBezTo>
                  <a:cubicBezTo>
                    <a:pt x="19485" y="4803"/>
                    <a:pt x="17478" y="3739"/>
                    <a:pt x="15564" y="2219"/>
                  </a:cubicBezTo>
                  <a:cubicBezTo>
                    <a:pt x="14013" y="912"/>
                    <a:pt x="12281" y="517"/>
                    <a:pt x="10305" y="213"/>
                  </a:cubicBezTo>
                  <a:cubicBezTo>
                    <a:pt x="9440" y="80"/>
                    <a:pt x="8549" y="1"/>
                    <a:pt x="7667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7"/>
            <p:cNvSpPr/>
            <p:nvPr/>
          </p:nvSpPr>
          <p:spPr>
            <a:xfrm>
              <a:off x="3677375" y="3221450"/>
              <a:ext cx="561600" cy="170075"/>
            </a:xfrm>
            <a:custGeom>
              <a:avLst/>
              <a:gdLst/>
              <a:ahLst/>
              <a:cxnLst/>
              <a:rect l="l" t="t" r="r" b="b"/>
              <a:pathLst>
                <a:path w="22464" h="6803" extrusionOk="0">
                  <a:moveTo>
                    <a:pt x="19971" y="761"/>
                  </a:moveTo>
                  <a:lnTo>
                    <a:pt x="19606" y="791"/>
                  </a:lnTo>
                  <a:lnTo>
                    <a:pt x="19606" y="791"/>
                  </a:lnTo>
                  <a:lnTo>
                    <a:pt x="19964" y="768"/>
                  </a:lnTo>
                  <a:lnTo>
                    <a:pt x="19964" y="768"/>
                  </a:lnTo>
                  <a:cubicBezTo>
                    <a:pt x="19966" y="766"/>
                    <a:pt x="19969" y="763"/>
                    <a:pt x="19971" y="761"/>
                  </a:cubicBezTo>
                  <a:close/>
                  <a:moveTo>
                    <a:pt x="1551" y="1"/>
                  </a:moveTo>
                  <a:cubicBezTo>
                    <a:pt x="1095" y="1"/>
                    <a:pt x="578" y="31"/>
                    <a:pt x="1" y="62"/>
                  </a:cubicBezTo>
                  <a:cubicBezTo>
                    <a:pt x="1034" y="2858"/>
                    <a:pt x="3466" y="5168"/>
                    <a:pt x="6262" y="6141"/>
                  </a:cubicBezTo>
                  <a:cubicBezTo>
                    <a:pt x="7549" y="6594"/>
                    <a:pt x="8887" y="6803"/>
                    <a:pt x="10228" y="6803"/>
                  </a:cubicBezTo>
                  <a:cubicBezTo>
                    <a:pt x="12751" y="6803"/>
                    <a:pt x="15286" y="6065"/>
                    <a:pt x="17509" y="4834"/>
                  </a:cubicBezTo>
                  <a:cubicBezTo>
                    <a:pt x="19424" y="3770"/>
                    <a:pt x="21096" y="2311"/>
                    <a:pt x="22463" y="609"/>
                  </a:cubicBezTo>
                  <a:cubicBezTo>
                    <a:pt x="22311" y="609"/>
                    <a:pt x="22129" y="609"/>
                    <a:pt x="21977" y="639"/>
                  </a:cubicBezTo>
                  <a:lnTo>
                    <a:pt x="19964" y="768"/>
                  </a:lnTo>
                  <a:lnTo>
                    <a:pt x="19964" y="768"/>
                  </a:lnTo>
                  <a:cubicBezTo>
                    <a:pt x="17526" y="3407"/>
                    <a:pt x="13930" y="4937"/>
                    <a:pt x="10350" y="4937"/>
                  </a:cubicBezTo>
                  <a:cubicBezTo>
                    <a:pt x="9153" y="4937"/>
                    <a:pt x="7959" y="4766"/>
                    <a:pt x="6810" y="4408"/>
                  </a:cubicBezTo>
                  <a:cubicBezTo>
                    <a:pt x="4560" y="3709"/>
                    <a:pt x="2433" y="2068"/>
                    <a:pt x="1551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7"/>
            <p:cNvSpPr/>
            <p:nvPr/>
          </p:nvSpPr>
          <p:spPr>
            <a:xfrm>
              <a:off x="3601400" y="3338450"/>
              <a:ext cx="62325" cy="318450"/>
            </a:xfrm>
            <a:custGeom>
              <a:avLst/>
              <a:gdLst/>
              <a:ahLst/>
              <a:cxnLst/>
              <a:rect l="l" t="t" r="r" b="b"/>
              <a:pathLst>
                <a:path w="2493" h="12738" extrusionOk="0">
                  <a:moveTo>
                    <a:pt x="95" y="1"/>
                  </a:moveTo>
                  <a:cubicBezTo>
                    <a:pt x="94" y="1"/>
                    <a:pt x="93" y="1"/>
                    <a:pt x="92" y="2"/>
                  </a:cubicBezTo>
                  <a:cubicBezTo>
                    <a:pt x="31" y="2"/>
                    <a:pt x="0" y="731"/>
                    <a:pt x="92" y="1886"/>
                  </a:cubicBezTo>
                  <a:cubicBezTo>
                    <a:pt x="152" y="3072"/>
                    <a:pt x="304" y="4713"/>
                    <a:pt x="639" y="6446"/>
                  </a:cubicBezTo>
                  <a:cubicBezTo>
                    <a:pt x="973" y="8239"/>
                    <a:pt x="1368" y="9789"/>
                    <a:pt x="1733" y="10944"/>
                  </a:cubicBezTo>
                  <a:cubicBezTo>
                    <a:pt x="2098" y="12039"/>
                    <a:pt x="2371" y="12738"/>
                    <a:pt x="2402" y="12738"/>
                  </a:cubicBezTo>
                  <a:cubicBezTo>
                    <a:pt x="2493" y="12738"/>
                    <a:pt x="2280" y="12008"/>
                    <a:pt x="2037" y="10853"/>
                  </a:cubicBezTo>
                  <a:cubicBezTo>
                    <a:pt x="1763" y="9728"/>
                    <a:pt x="1399" y="8118"/>
                    <a:pt x="1064" y="6385"/>
                  </a:cubicBezTo>
                  <a:cubicBezTo>
                    <a:pt x="760" y="4622"/>
                    <a:pt x="548" y="3041"/>
                    <a:pt x="396" y="1856"/>
                  </a:cubicBezTo>
                  <a:cubicBezTo>
                    <a:pt x="247" y="695"/>
                    <a:pt x="156" y="1"/>
                    <a:pt x="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7"/>
            <p:cNvSpPr/>
            <p:nvPr/>
          </p:nvSpPr>
          <p:spPr>
            <a:xfrm>
              <a:off x="3566450" y="3365025"/>
              <a:ext cx="66875" cy="149150"/>
            </a:xfrm>
            <a:custGeom>
              <a:avLst/>
              <a:gdLst/>
              <a:ahLst/>
              <a:cxnLst/>
              <a:rect l="l" t="t" r="r" b="b"/>
              <a:pathLst>
                <a:path w="2675" h="5966" extrusionOk="0">
                  <a:moveTo>
                    <a:pt x="97" y="1"/>
                  </a:moveTo>
                  <a:cubicBezTo>
                    <a:pt x="95" y="1"/>
                    <a:pt x="93" y="2"/>
                    <a:pt x="91" y="3"/>
                  </a:cubicBezTo>
                  <a:cubicBezTo>
                    <a:pt x="0" y="3"/>
                    <a:pt x="91" y="1523"/>
                    <a:pt x="790" y="3225"/>
                  </a:cubicBezTo>
                  <a:cubicBezTo>
                    <a:pt x="1464" y="4835"/>
                    <a:pt x="2447" y="5965"/>
                    <a:pt x="2573" y="5965"/>
                  </a:cubicBezTo>
                  <a:cubicBezTo>
                    <a:pt x="2578" y="5965"/>
                    <a:pt x="2582" y="5964"/>
                    <a:pt x="2584" y="5960"/>
                  </a:cubicBezTo>
                  <a:cubicBezTo>
                    <a:pt x="2675" y="5899"/>
                    <a:pt x="1794" y="4714"/>
                    <a:pt x="1094" y="3073"/>
                  </a:cubicBezTo>
                  <a:cubicBezTo>
                    <a:pt x="439" y="1464"/>
                    <a:pt x="192" y="1"/>
                    <a:pt x="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7"/>
            <p:cNvSpPr/>
            <p:nvPr/>
          </p:nvSpPr>
          <p:spPr>
            <a:xfrm>
              <a:off x="2985125" y="2976775"/>
              <a:ext cx="322975" cy="34225"/>
            </a:xfrm>
            <a:custGeom>
              <a:avLst/>
              <a:gdLst/>
              <a:ahLst/>
              <a:cxnLst/>
              <a:rect l="l" t="t" r="r" b="b"/>
              <a:pathLst>
                <a:path w="12919" h="1369" extrusionOk="0">
                  <a:moveTo>
                    <a:pt x="12919" y="1"/>
                  </a:moveTo>
                  <a:cubicBezTo>
                    <a:pt x="11794" y="92"/>
                    <a:pt x="10609" y="183"/>
                    <a:pt x="9423" y="305"/>
                  </a:cubicBezTo>
                  <a:cubicBezTo>
                    <a:pt x="5958" y="578"/>
                    <a:pt x="2736" y="852"/>
                    <a:pt x="0" y="1064"/>
                  </a:cubicBezTo>
                  <a:lnTo>
                    <a:pt x="0" y="1368"/>
                  </a:lnTo>
                  <a:cubicBezTo>
                    <a:pt x="2736" y="1156"/>
                    <a:pt x="5958" y="943"/>
                    <a:pt x="9423" y="639"/>
                  </a:cubicBezTo>
                  <a:cubicBezTo>
                    <a:pt x="10609" y="517"/>
                    <a:pt x="11794" y="457"/>
                    <a:pt x="12919" y="335"/>
                  </a:cubicBezTo>
                  <a:lnTo>
                    <a:pt x="129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7"/>
            <p:cNvSpPr/>
            <p:nvPr/>
          </p:nvSpPr>
          <p:spPr>
            <a:xfrm>
              <a:off x="4159150" y="3249575"/>
              <a:ext cx="201400" cy="777400"/>
            </a:xfrm>
            <a:custGeom>
              <a:avLst/>
              <a:gdLst/>
              <a:ahLst/>
              <a:cxnLst/>
              <a:rect l="l" t="t" r="r" b="b"/>
              <a:pathLst>
                <a:path w="8056" h="31096" extrusionOk="0">
                  <a:moveTo>
                    <a:pt x="4043" y="1"/>
                  </a:moveTo>
                  <a:cubicBezTo>
                    <a:pt x="4043" y="1"/>
                    <a:pt x="3922" y="61"/>
                    <a:pt x="3740" y="153"/>
                  </a:cubicBezTo>
                  <a:cubicBezTo>
                    <a:pt x="3527" y="274"/>
                    <a:pt x="3223" y="426"/>
                    <a:pt x="2888" y="700"/>
                  </a:cubicBezTo>
                  <a:cubicBezTo>
                    <a:pt x="2220" y="1216"/>
                    <a:pt x="1338" y="2189"/>
                    <a:pt x="761" y="3618"/>
                  </a:cubicBezTo>
                  <a:cubicBezTo>
                    <a:pt x="457" y="4347"/>
                    <a:pt x="244" y="5137"/>
                    <a:pt x="122" y="6049"/>
                  </a:cubicBezTo>
                  <a:cubicBezTo>
                    <a:pt x="1" y="6961"/>
                    <a:pt x="31" y="7964"/>
                    <a:pt x="153" y="8937"/>
                  </a:cubicBezTo>
                  <a:cubicBezTo>
                    <a:pt x="305" y="9970"/>
                    <a:pt x="578" y="11004"/>
                    <a:pt x="882" y="12068"/>
                  </a:cubicBezTo>
                  <a:cubicBezTo>
                    <a:pt x="1186" y="13132"/>
                    <a:pt x="1490" y="14226"/>
                    <a:pt x="1825" y="15320"/>
                  </a:cubicBezTo>
                  <a:cubicBezTo>
                    <a:pt x="3223" y="19758"/>
                    <a:pt x="4834" y="23679"/>
                    <a:pt x="6050" y="26506"/>
                  </a:cubicBezTo>
                  <a:cubicBezTo>
                    <a:pt x="6657" y="27904"/>
                    <a:pt x="7144" y="29028"/>
                    <a:pt x="7539" y="29788"/>
                  </a:cubicBezTo>
                  <a:cubicBezTo>
                    <a:pt x="7608" y="29938"/>
                    <a:pt x="7673" y="30074"/>
                    <a:pt x="7730" y="30196"/>
                  </a:cubicBezTo>
                  <a:lnTo>
                    <a:pt x="7730" y="30196"/>
                  </a:lnTo>
                  <a:cubicBezTo>
                    <a:pt x="7681" y="30080"/>
                    <a:pt x="7627" y="29965"/>
                    <a:pt x="7569" y="29849"/>
                  </a:cubicBezTo>
                  <a:cubicBezTo>
                    <a:pt x="7144" y="28846"/>
                    <a:pt x="6688" y="27721"/>
                    <a:pt x="6202" y="26506"/>
                  </a:cubicBezTo>
                  <a:cubicBezTo>
                    <a:pt x="5047" y="23648"/>
                    <a:pt x="3496" y="19727"/>
                    <a:pt x="2098" y="15290"/>
                  </a:cubicBezTo>
                  <a:cubicBezTo>
                    <a:pt x="1764" y="14195"/>
                    <a:pt x="1399" y="13101"/>
                    <a:pt x="1125" y="12037"/>
                  </a:cubicBezTo>
                  <a:cubicBezTo>
                    <a:pt x="822" y="10943"/>
                    <a:pt x="578" y="9940"/>
                    <a:pt x="426" y="8937"/>
                  </a:cubicBezTo>
                  <a:cubicBezTo>
                    <a:pt x="274" y="7964"/>
                    <a:pt x="244" y="6992"/>
                    <a:pt x="335" y="6141"/>
                  </a:cubicBezTo>
                  <a:cubicBezTo>
                    <a:pt x="426" y="5259"/>
                    <a:pt x="639" y="4469"/>
                    <a:pt x="943" y="3739"/>
                  </a:cubicBezTo>
                  <a:cubicBezTo>
                    <a:pt x="1490" y="2341"/>
                    <a:pt x="2311" y="1399"/>
                    <a:pt x="2980" y="821"/>
                  </a:cubicBezTo>
                  <a:cubicBezTo>
                    <a:pt x="3618" y="244"/>
                    <a:pt x="4043" y="61"/>
                    <a:pt x="4043" y="1"/>
                  </a:cubicBezTo>
                  <a:close/>
                  <a:moveTo>
                    <a:pt x="7730" y="30196"/>
                  </a:moveTo>
                  <a:cubicBezTo>
                    <a:pt x="7809" y="30384"/>
                    <a:pt x="7878" y="30573"/>
                    <a:pt x="7934" y="30761"/>
                  </a:cubicBezTo>
                  <a:lnTo>
                    <a:pt x="7979" y="30884"/>
                  </a:lnTo>
                  <a:lnTo>
                    <a:pt x="7979" y="30884"/>
                  </a:lnTo>
                  <a:cubicBezTo>
                    <a:pt x="7966" y="30826"/>
                    <a:pt x="7951" y="30755"/>
                    <a:pt x="7934" y="30670"/>
                  </a:cubicBezTo>
                  <a:cubicBezTo>
                    <a:pt x="7896" y="30556"/>
                    <a:pt x="7823" y="30396"/>
                    <a:pt x="7730" y="30196"/>
                  </a:cubicBezTo>
                  <a:close/>
                  <a:moveTo>
                    <a:pt x="7979" y="30884"/>
                  </a:moveTo>
                  <a:cubicBezTo>
                    <a:pt x="8012" y="31032"/>
                    <a:pt x="8034" y="31095"/>
                    <a:pt x="8056" y="31095"/>
                  </a:cubicBezTo>
                  <a:lnTo>
                    <a:pt x="7979" y="308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7"/>
            <p:cNvSpPr/>
            <p:nvPr/>
          </p:nvSpPr>
          <p:spPr>
            <a:xfrm>
              <a:off x="4488950" y="4205525"/>
              <a:ext cx="319175" cy="136800"/>
            </a:xfrm>
            <a:custGeom>
              <a:avLst/>
              <a:gdLst/>
              <a:ahLst/>
              <a:cxnLst/>
              <a:rect l="l" t="t" r="r" b="b"/>
              <a:pathLst>
                <a:path w="12767" h="5472" extrusionOk="0">
                  <a:moveTo>
                    <a:pt x="12645" y="0"/>
                  </a:moveTo>
                  <a:cubicBezTo>
                    <a:pt x="10943" y="760"/>
                    <a:pt x="8998" y="1611"/>
                    <a:pt x="6900" y="2462"/>
                  </a:cubicBezTo>
                  <a:cubicBezTo>
                    <a:pt x="4378" y="3526"/>
                    <a:pt x="1976" y="4499"/>
                    <a:pt x="1" y="5259"/>
                  </a:cubicBezTo>
                  <a:lnTo>
                    <a:pt x="122" y="5471"/>
                  </a:lnTo>
                  <a:cubicBezTo>
                    <a:pt x="2128" y="4742"/>
                    <a:pt x="4530" y="3800"/>
                    <a:pt x="7052" y="2766"/>
                  </a:cubicBezTo>
                  <a:cubicBezTo>
                    <a:pt x="9150" y="1915"/>
                    <a:pt x="11095" y="1064"/>
                    <a:pt x="12767" y="274"/>
                  </a:cubicBezTo>
                  <a:cubicBezTo>
                    <a:pt x="12736" y="183"/>
                    <a:pt x="12676" y="91"/>
                    <a:pt x="126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47"/>
            <p:cNvSpPr/>
            <p:nvPr/>
          </p:nvSpPr>
          <p:spPr>
            <a:xfrm>
              <a:off x="4833950" y="1814900"/>
              <a:ext cx="122350" cy="88900"/>
            </a:xfrm>
            <a:custGeom>
              <a:avLst/>
              <a:gdLst/>
              <a:ahLst/>
              <a:cxnLst/>
              <a:rect l="l" t="t" r="r" b="b"/>
              <a:pathLst>
                <a:path w="4894" h="3556" extrusionOk="0">
                  <a:moveTo>
                    <a:pt x="4499" y="1"/>
                  </a:moveTo>
                  <a:cubicBezTo>
                    <a:pt x="3307" y="1103"/>
                    <a:pt x="1678" y="1825"/>
                    <a:pt x="97" y="1825"/>
                  </a:cubicBezTo>
                  <a:cubicBezTo>
                    <a:pt x="65" y="1825"/>
                    <a:pt x="33" y="1825"/>
                    <a:pt x="0" y="1825"/>
                  </a:cubicBezTo>
                  <a:lnTo>
                    <a:pt x="0" y="1825"/>
                  </a:lnTo>
                  <a:cubicBezTo>
                    <a:pt x="408" y="2884"/>
                    <a:pt x="1326" y="3555"/>
                    <a:pt x="2319" y="3555"/>
                  </a:cubicBezTo>
                  <a:cubicBezTo>
                    <a:pt x="2437" y="3555"/>
                    <a:pt x="2556" y="3546"/>
                    <a:pt x="2675" y="3527"/>
                  </a:cubicBezTo>
                  <a:cubicBezTo>
                    <a:pt x="4012" y="3314"/>
                    <a:pt x="4894" y="1946"/>
                    <a:pt x="4620" y="457"/>
                  </a:cubicBezTo>
                  <a:lnTo>
                    <a:pt x="44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47"/>
            <p:cNvSpPr/>
            <p:nvPr/>
          </p:nvSpPr>
          <p:spPr>
            <a:xfrm>
              <a:off x="5207050" y="1709725"/>
              <a:ext cx="58525" cy="126475"/>
            </a:xfrm>
            <a:custGeom>
              <a:avLst/>
              <a:gdLst/>
              <a:ahLst/>
              <a:cxnLst/>
              <a:rect l="l" t="t" r="r" b="b"/>
              <a:pathLst>
                <a:path w="2341" h="5059" extrusionOk="0">
                  <a:moveTo>
                    <a:pt x="2250" y="0"/>
                  </a:moveTo>
                  <a:cubicBezTo>
                    <a:pt x="2127" y="0"/>
                    <a:pt x="1822" y="56"/>
                    <a:pt x="1429" y="287"/>
                  </a:cubicBezTo>
                  <a:cubicBezTo>
                    <a:pt x="943" y="591"/>
                    <a:pt x="456" y="1229"/>
                    <a:pt x="213" y="2080"/>
                  </a:cubicBezTo>
                  <a:cubicBezTo>
                    <a:pt x="1" y="2901"/>
                    <a:pt x="61" y="3661"/>
                    <a:pt x="152" y="4208"/>
                  </a:cubicBezTo>
                  <a:cubicBezTo>
                    <a:pt x="213" y="4725"/>
                    <a:pt x="304" y="5059"/>
                    <a:pt x="335" y="5059"/>
                  </a:cubicBezTo>
                  <a:cubicBezTo>
                    <a:pt x="365" y="5059"/>
                    <a:pt x="365" y="4725"/>
                    <a:pt x="365" y="4208"/>
                  </a:cubicBezTo>
                  <a:cubicBezTo>
                    <a:pt x="365" y="3661"/>
                    <a:pt x="335" y="2931"/>
                    <a:pt x="517" y="2141"/>
                  </a:cubicBezTo>
                  <a:cubicBezTo>
                    <a:pt x="730" y="1381"/>
                    <a:pt x="1186" y="773"/>
                    <a:pt x="1551" y="469"/>
                  </a:cubicBezTo>
                  <a:cubicBezTo>
                    <a:pt x="2007" y="135"/>
                    <a:pt x="2341" y="74"/>
                    <a:pt x="2311" y="13"/>
                  </a:cubicBezTo>
                  <a:cubicBezTo>
                    <a:pt x="2311" y="6"/>
                    <a:pt x="2290" y="0"/>
                    <a:pt x="2250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47"/>
            <p:cNvSpPr/>
            <p:nvPr/>
          </p:nvSpPr>
          <p:spPr>
            <a:xfrm>
              <a:off x="5226050" y="1743275"/>
              <a:ext cx="31175" cy="63300"/>
            </a:xfrm>
            <a:custGeom>
              <a:avLst/>
              <a:gdLst/>
              <a:ahLst/>
              <a:cxnLst/>
              <a:rect l="l" t="t" r="r" b="b"/>
              <a:pathLst>
                <a:path w="1247" h="2532" extrusionOk="0">
                  <a:moveTo>
                    <a:pt x="56" y="1"/>
                  </a:moveTo>
                  <a:cubicBezTo>
                    <a:pt x="44" y="1"/>
                    <a:pt x="36" y="4"/>
                    <a:pt x="31" y="9"/>
                  </a:cubicBezTo>
                  <a:cubicBezTo>
                    <a:pt x="0" y="69"/>
                    <a:pt x="487" y="465"/>
                    <a:pt x="760" y="1133"/>
                  </a:cubicBezTo>
                  <a:cubicBezTo>
                    <a:pt x="1003" y="1863"/>
                    <a:pt x="882" y="2471"/>
                    <a:pt x="973" y="2531"/>
                  </a:cubicBezTo>
                  <a:cubicBezTo>
                    <a:pt x="1034" y="2531"/>
                    <a:pt x="1125" y="2410"/>
                    <a:pt x="1186" y="2136"/>
                  </a:cubicBezTo>
                  <a:cubicBezTo>
                    <a:pt x="1247" y="1863"/>
                    <a:pt x="1216" y="1498"/>
                    <a:pt x="1064" y="1072"/>
                  </a:cubicBezTo>
                  <a:cubicBezTo>
                    <a:pt x="912" y="677"/>
                    <a:pt x="639" y="373"/>
                    <a:pt x="456" y="191"/>
                  </a:cubicBezTo>
                  <a:cubicBezTo>
                    <a:pt x="254" y="64"/>
                    <a:pt x="114" y="1"/>
                    <a:pt x="56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47"/>
            <p:cNvSpPr/>
            <p:nvPr/>
          </p:nvSpPr>
          <p:spPr>
            <a:xfrm>
              <a:off x="4805825" y="1626450"/>
              <a:ext cx="86650" cy="199700"/>
            </a:xfrm>
            <a:custGeom>
              <a:avLst/>
              <a:gdLst/>
              <a:ahLst/>
              <a:cxnLst/>
              <a:rect l="l" t="t" r="r" b="b"/>
              <a:pathLst>
                <a:path w="3466" h="7988" extrusionOk="0">
                  <a:moveTo>
                    <a:pt x="1824" y="1"/>
                  </a:moveTo>
                  <a:lnTo>
                    <a:pt x="1824" y="1"/>
                  </a:lnTo>
                  <a:cubicBezTo>
                    <a:pt x="1794" y="1"/>
                    <a:pt x="1733" y="609"/>
                    <a:pt x="1581" y="1612"/>
                  </a:cubicBezTo>
                  <a:cubicBezTo>
                    <a:pt x="1429" y="2584"/>
                    <a:pt x="1156" y="3952"/>
                    <a:pt x="700" y="5411"/>
                  </a:cubicBezTo>
                  <a:cubicBezTo>
                    <a:pt x="578" y="5776"/>
                    <a:pt x="457" y="6110"/>
                    <a:pt x="365" y="6475"/>
                  </a:cubicBezTo>
                  <a:cubicBezTo>
                    <a:pt x="274" y="6627"/>
                    <a:pt x="244" y="6809"/>
                    <a:pt x="153" y="6961"/>
                  </a:cubicBezTo>
                  <a:cubicBezTo>
                    <a:pt x="122" y="7113"/>
                    <a:pt x="1" y="7296"/>
                    <a:pt x="61" y="7539"/>
                  </a:cubicBezTo>
                  <a:cubicBezTo>
                    <a:pt x="92" y="7660"/>
                    <a:pt x="122" y="7752"/>
                    <a:pt x="244" y="7843"/>
                  </a:cubicBezTo>
                  <a:cubicBezTo>
                    <a:pt x="305" y="7904"/>
                    <a:pt x="426" y="7964"/>
                    <a:pt x="517" y="7964"/>
                  </a:cubicBezTo>
                  <a:cubicBezTo>
                    <a:pt x="608" y="7980"/>
                    <a:pt x="692" y="7987"/>
                    <a:pt x="772" y="7987"/>
                  </a:cubicBezTo>
                  <a:cubicBezTo>
                    <a:pt x="852" y="7987"/>
                    <a:pt x="928" y="7980"/>
                    <a:pt x="1004" y="7964"/>
                  </a:cubicBezTo>
                  <a:cubicBezTo>
                    <a:pt x="1308" y="7904"/>
                    <a:pt x="1581" y="7873"/>
                    <a:pt x="1824" y="7843"/>
                  </a:cubicBezTo>
                  <a:cubicBezTo>
                    <a:pt x="2888" y="7691"/>
                    <a:pt x="3466" y="7356"/>
                    <a:pt x="3435" y="7296"/>
                  </a:cubicBezTo>
                  <a:cubicBezTo>
                    <a:pt x="3432" y="7294"/>
                    <a:pt x="3427" y="7293"/>
                    <a:pt x="3420" y="7293"/>
                  </a:cubicBezTo>
                  <a:cubicBezTo>
                    <a:pt x="3310" y="7293"/>
                    <a:pt x="2769" y="7517"/>
                    <a:pt x="1824" y="7660"/>
                  </a:cubicBezTo>
                  <a:cubicBezTo>
                    <a:pt x="1612" y="7691"/>
                    <a:pt x="1308" y="7721"/>
                    <a:pt x="1034" y="7721"/>
                  </a:cubicBezTo>
                  <a:cubicBezTo>
                    <a:pt x="990" y="7726"/>
                    <a:pt x="944" y="7729"/>
                    <a:pt x="898" y="7729"/>
                  </a:cubicBezTo>
                  <a:cubicBezTo>
                    <a:pt x="660" y="7729"/>
                    <a:pt x="421" y="7661"/>
                    <a:pt x="396" y="7508"/>
                  </a:cubicBezTo>
                  <a:cubicBezTo>
                    <a:pt x="396" y="7387"/>
                    <a:pt x="426" y="7235"/>
                    <a:pt x="517" y="7083"/>
                  </a:cubicBezTo>
                  <a:cubicBezTo>
                    <a:pt x="578" y="6931"/>
                    <a:pt x="608" y="6748"/>
                    <a:pt x="700" y="6597"/>
                  </a:cubicBezTo>
                  <a:cubicBezTo>
                    <a:pt x="821" y="6232"/>
                    <a:pt x="912" y="5897"/>
                    <a:pt x="1034" y="5502"/>
                  </a:cubicBezTo>
                  <a:cubicBezTo>
                    <a:pt x="1490" y="4043"/>
                    <a:pt x="1733" y="2645"/>
                    <a:pt x="1794" y="1642"/>
                  </a:cubicBezTo>
                  <a:cubicBezTo>
                    <a:pt x="1916" y="609"/>
                    <a:pt x="1855" y="1"/>
                    <a:pt x="1824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47"/>
            <p:cNvSpPr/>
            <p:nvPr/>
          </p:nvSpPr>
          <p:spPr>
            <a:xfrm>
              <a:off x="4754925" y="1704725"/>
              <a:ext cx="41800" cy="73725"/>
            </a:xfrm>
            <a:custGeom>
              <a:avLst/>
              <a:gdLst/>
              <a:ahLst/>
              <a:cxnLst/>
              <a:rect l="l" t="t" r="r" b="b"/>
              <a:pathLst>
                <a:path w="1672" h="2949" extrusionOk="0">
                  <a:moveTo>
                    <a:pt x="821" y="0"/>
                  </a:moveTo>
                  <a:cubicBezTo>
                    <a:pt x="365" y="0"/>
                    <a:pt x="0" y="669"/>
                    <a:pt x="0" y="1490"/>
                  </a:cubicBezTo>
                  <a:cubicBezTo>
                    <a:pt x="0" y="2280"/>
                    <a:pt x="365" y="2949"/>
                    <a:pt x="821" y="2949"/>
                  </a:cubicBezTo>
                  <a:cubicBezTo>
                    <a:pt x="1277" y="2949"/>
                    <a:pt x="1672" y="2280"/>
                    <a:pt x="1672" y="1490"/>
                  </a:cubicBezTo>
                  <a:cubicBezTo>
                    <a:pt x="1672" y="669"/>
                    <a:pt x="1277" y="0"/>
                    <a:pt x="821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47"/>
            <p:cNvSpPr/>
            <p:nvPr/>
          </p:nvSpPr>
          <p:spPr>
            <a:xfrm>
              <a:off x="4922100" y="1700925"/>
              <a:ext cx="41800" cy="73725"/>
            </a:xfrm>
            <a:custGeom>
              <a:avLst/>
              <a:gdLst/>
              <a:ahLst/>
              <a:cxnLst/>
              <a:rect l="l" t="t" r="r" b="b"/>
              <a:pathLst>
                <a:path w="1672" h="2949" extrusionOk="0">
                  <a:moveTo>
                    <a:pt x="821" y="0"/>
                  </a:moveTo>
                  <a:cubicBezTo>
                    <a:pt x="365" y="0"/>
                    <a:pt x="0" y="669"/>
                    <a:pt x="0" y="1459"/>
                  </a:cubicBezTo>
                  <a:cubicBezTo>
                    <a:pt x="0" y="2280"/>
                    <a:pt x="365" y="2949"/>
                    <a:pt x="821" y="2949"/>
                  </a:cubicBezTo>
                  <a:cubicBezTo>
                    <a:pt x="1277" y="2949"/>
                    <a:pt x="1672" y="2280"/>
                    <a:pt x="1672" y="1459"/>
                  </a:cubicBezTo>
                  <a:cubicBezTo>
                    <a:pt x="1672" y="669"/>
                    <a:pt x="1277" y="0"/>
                    <a:pt x="821" y="0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47"/>
            <p:cNvSpPr/>
            <p:nvPr/>
          </p:nvSpPr>
          <p:spPr>
            <a:xfrm>
              <a:off x="4729075" y="1576125"/>
              <a:ext cx="87425" cy="49775"/>
            </a:xfrm>
            <a:custGeom>
              <a:avLst/>
              <a:gdLst/>
              <a:ahLst/>
              <a:cxnLst/>
              <a:rect l="l" t="t" r="r" b="b"/>
              <a:pathLst>
                <a:path w="3497" h="1991" extrusionOk="0">
                  <a:moveTo>
                    <a:pt x="2299" y="1"/>
                  </a:moveTo>
                  <a:cubicBezTo>
                    <a:pt x="2049" y="1"/>
                    <a:pt x="1773" y="41"/>
                    <a:pt x="1490" y="129"/>
                  </a:cubicBezTo>
                  <a:cubicBezTo>
                    <a:pt x="609" y="403"/>
                    <a:pt x="1" y="1011"/>
                    <a:pt x="153" y="1497"/>
                  </a:cubicBezTo>
                  <a:cubicBezTo>
                    <a:pt x="256" y="1807"/>
                    <a:pt x="668" y="1990"/>
                    <a:pt x="1198" y="1990"/>
                  </a:cubicBezTo>
                  <a:cubicBezTo>
                    <a:pt x="1448" y="1990"/>
                    <a:pt x="1724" y="1949"/>
                    <a:pt x="2007" y="1862"/>
                  </a:cubicBezTo>
                  <a:cubicBezTo>
                    <a:pt x="2888" y="1588"/>
                    <a:pt x="3496" y="980"/>
                    <a:pt x="3344" y="494"/>
                  </a:cubicBezTo>
                  <a:cubicBezTo>
                    <a:pt x="3241" y="184"/>
                    <a:pt x="2829" y="1"/>
                    <a:pt x="2299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47"/>
            <p:cNvSpPr/>
            <p:nvPr/>
          </p:nvSpPr>
          <p:spPr>
            <a:xfrm>
              <a:off x="4901575" y="1575725"/>
              <a:ext cx="86650" cy="50150"/>
            </a:xfrm>
            <a:custGeom>
              <a:avLst/>
              <a:gdLst/>
              <a:ahLst/>
              <a:cxnLst/>
              <a:rect l="l" t="t" r="r" b="b"/>
              <a:pathLst>
                <a:path w="3466" h="2006" extrusionOk="0">
                  <a:moveTo>
                    <a:pt x="1203" y="1"/>
                  </a:moveTo>
                  <a:cubicBezTo>
                    <a:pt x="658" y="1"/>
                    <a:pt x="226" y="177"/>
                    <a:pt x="122" y="510"/>
                  </a:cubicBezTo>
                  <a:cubicBezTo>
                    <a:pt x="0" y="996"/>
                    <a:pt x="578" y="1604"/>
                    <a:pt x="1459" y="1878"/>
                  </a:cubicBezTo>
                  <a:cubicBezTo>
                    <a:pt x="1739" y="1964"/>
                    <a:pt x="2015" y="2005"/>
                    <a:pt x="2267" y="2005"/>
                  </a:cubicBezTo>
                  <a:cubicBezTo>
                    <a:pt x="2810" y="2005"/>
                    <a:pt x="3240" y="1815"/>
                    <a:pt x="3344" y="1483"/>
                  </a:cubicBezTo>
                  <a:cubicBezTo>
                    <a:pt x="3466" y="996"/>
                    <a:pt x="2888" y="388"/>
                    <a:pt x="2007" y="115"/>
                  </a:cubicBezTo>
                  <a:cubicBezTo>
                    <a:pt x="1729" y="38"/>
                    <a:pt x="1454" y="1"/>
                    <a:pt x="1203" y="1"/>
                  </a:cubicBezTo>
                  <a:close/>
                </a:path>
              </a:pathLst>
            </a:custGeom>
            <a:solidFill>
              <a:srgbClr val="455E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47"/>
            <p:cNvSpPr/>
            <p:nvPr/>
          </p:nvSpPr>
          <p:spPr>
            <a:xfrm>
              <a:off x="4644075" y="1412650"/>
              <a:ext cx="602525" cy="279075"/>
            </a:xfrm>
            <a:custGeom>
              <a:avLst/>
              <a:gdLst/>
              <a:ahLst/>
              <a:cxnLst/>
              <a:rect l="l" t="t" r="r" b="b"/>
              <a:pathLst>
                <a:path w="24101" h="11163" extrusionOk="0">
                  <a:moveTo>
                    <a:pt x="10937" y="1"/>
                  </a:moveTo>
                  <a:cubicBezTo>
                    <a:pt x="9926" y="1"/>
                    <a:pt x="8912" y="46"/>
                    <a:pt x="7899" y="163"/>
                  </a:cubicBezTo>
                  <a:cubicBezTo>
                    <a:pt x="4495" y="589"/>
                    <a:pt x="1668" y="2595"/>
                    <a:pt x="513" y="5908"/>
                  </a:cubicBezTo>
                  <a:cubicBezTo>
                    <a:pt x="0" y="7400"/>
                    <a:pt x="504" y="7907"/>
                    <a:pt x="1402" y="7907"/>
                  </a:cubicBezTo>
                  <a:cubicBezTo>
                    <a:pt x="2902" y="7907"/>
                    <a:pt x="5501" y="6497"/>
                    <a:pt x="6319" y="5908"/>
                  </a:cubicBezTo>
                  <a:cubicBezTo>
                    <a:pt x="7960" y="4723"/>
                    <a:pt x="9328" y="3203"/>
                    <a:pt x="10392" y="1501"/>
                  </a:cubicBezTo>
                  <a:cubicBezTo>
                    <a:pt x="10939" y="3720"/>
                    <a:pt x="12003" y="5817"/>
                    <a:pt x="13553" y="7489"/>
                  </a:cubicBezTo>
                  <a:cubicBezTo>
                    <a:pt x="15559" y="9647"/>
                    <a:pt x="18416" y="11076"/>
                    <a:pt x="21364" y="11136"/>
                  </a:cubicBezTo>
                  <a:cubicBezTo>
                    <a:pt x="21514" y="11154"/>
                    <a:pt x="21658" y="11163"/>
                    <a:pt x="21796" y="11163"/>
                  </a:cubicBezTo>
                  <a:cubicBezTo>
                    <a:pt x="22358" y="11163"/>
                    <a:pt x="22822" y="11022"/>
                    <a:pt x="23188" y="10802"/>
                  </a:cubicBezTo>
                  <a:cubicBezTo>
                    <a:pt x="23766" y="10437"/>
                    <a:pt x="24100" y="9768"/>
                    <a:pt x="24070" y="8735"/>
                  </a:cubicBezTo>
                  <a:cubicBezTo>
                    <a:pt x="24039" y="7762"/>
                    <a:pt x="23614" y="6820"/>
                    <a:pt x="23188" y="5908"/>
                  </a:cubicBezTo>
                  <a:cubicBezTo>
                    <a:pt x="22368" y="4024"/>
                    <a:pt x="21364" y="2078"/>
                    <a:pt x="19602" y="1075"/>
                  </a:cubicBezTo>
                  <a:cubicBezTo>
                    <a:pt x="18416" y="437"/>
                    <a:pt x="17048" y="315"/>
                    <a:pt x="15711" y="224"/>
                  </a:cubicBezTo>
                  <a:cubicBezTo>
                    <a:pt x="14129" y="113"/>
                    <a:pt x="12535" y="1"/>
                    <a:pt x="10937" y="1"/>
                  </a:cubicBezTo>
                  <a:close/>
                </a:path>
              </a:pathLst>
            </a:custGeom>
            <a:solidFill>
              <a:srgbClr val="3A3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47"/>
            <p:cNvSpPr/>
            <p:nvPr/>
          </p:nvSpPr>
          <p:spPr>
            <a:xfrm>
              <a:off x="4894725" y="2046675"/>
              <a:ext cx="296400" cy="136475"/>
            </a:xfrm>
            <a:custGeom>
              <a:avLst/>
              <a:gdLst/>
              <a:ahLst/>
              <a:cxnLst/>
              <a:rect l="l" t="t" r="r" b="b"/>
              <a:pathLst>
                <a:path w="11856" h="5459" extrusionOk="0">
                  <a:moveTo>
                    <a:pt x="11855" y="0"/>
                  </a:moveTo>
                  <a:lnTo>
                    <a:pt x="11855" y="0"/>
                  </a:lnTo>
                  <a:cubicBezTo>
                    <a:pt x="11338" y="31"/>
                    <a:pt x="10852" y="152"/>
                    <a:pt x="10335" y="274"/>
                  </a:cubicBezTo>
                  <a:cubicBezTo>
                    <a:pt x="9667" y="1794"/>
                    <a:pt x="8451" y="3040"/>
                    <a:pt x="6901" y="3617"/>
                  </a:cubicBezTo>
                  <a:cubicBezTo>
                    <a:pt x="6378" y="3803"/>
                    <a:pt x="5824" y="3890"/>
                    <a:pt x="5267" y="3890"/>
                  </a:cubicBezTo>
                  <a:cubicBezTo>
                    <a:pt x="3814" y="3890"/>
                    <a:pt x="2332" y="3299"/>
                    <a:pt x="1277" y="2310"/>
                  </a:cubicBezTo>
                  <a:cubicBezTo>
                    <a:pt x="1164" y="2379"/>
                    <a:pt x="1032" y="2413"/>
                    <a:pt x="897" y="2413"/>
                  </a:cubicBezTo>
                  <a:cubicBezTo>
                    <a:pt x="852" y="2413"/>
                    <a:pt x="806" y="2409"/>
                    <a:pt x="761" y="2402"/>
                  </a:cubicBezTo>
                  <a:lnTo>
                    <a:pt x="1" y="2402"/>
                  </a:lnTo>
                  <a:cubicBezTo>
                    <a:pt x="913" y="3861"/>
                    <a:pt x="2372" y="4985"/>
                    <a:pt x="4104" y="5320"/>
                  </a:cubicBezTo>
                  <a:cubicBezTo>
                    <a:pt x="4541" y="5413"/>
                    <a:pt x="4983" y="5458"/>
                    <a:pt x="5423" y="5458"/>
                  </a:cubicBezTo>
                  <a:cubicBezTo>
                    <a:pt x="7279" y="5458"/>
                    <a:pt x="9089" y="4653"/>
                    <a:pt x="10244" y="3253"/>
                  </a:cubicBezTo>
                  <a:cubicBezTo>
                    <a:pt x="11035" y="2341"/>
                    <a:pt x="11551" y="1186"/>
                    <a:pt x="11855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47"/>
            <p:cNvSpPr/>
            <p:nvPr/>
          </p:nvSpPr>
          <p:spPr>
            <a:xfrm>
              <a:off x="4572550" y="1596050"/>
              <a:ext cx="787725" cy="257625"/>
            </a:xfrm>
            <a:custGeom>
              <a:avLst/>
              <a:gdLst/>
              <a:ahLst/>
              <a:cxnLst/>
              <a:rect l="l" t="t" r="r" b="b"/>
              <a:pathLst>
                <a:path w="31509" h="10305" extrusionOk="0">
                  <a:moveTo>
                    <a:pt x="5076" y="730"/>
                  </a:moveTo>
                  <a:cubicBezTo>
                    <a:pt x="7265" y="730"/>
                    <a:pt x="9028" y="2281"/>
                    <a:pt x="9423" y="4347"/>
                  </a:cubicBezTo>
                  <a:cubicBezTo>
                    <a:pt x="9423" y="4408"/>
                    <a:pt x="9423" y="4469"/>
                    <a:pt x="9453" y="4499"/>
                  </a:cubicBezTo>
                  <a:cubicBezTo>
                    <a:pt x="9484" y="4712"/>
                    <a:pt x="9484" y="4925"/>
                    <a:pt x="9484" y="5138"/>
                  </a:cubicBezTo>
                  <a:cubicBezTo>
                    <a:pt x="9484" y="7569"/>
                    <a:pt x="7508" y="9545"/>
                    <a:pt x="5076" y="9545"/>
                  </a:cubicBezTo>
                  <a:cubicBezTo>
                    <a:pt x="2645" y="9545"/>
                    <a:pt x="669" y="7569"/>
                    <a:pt x="669" y="5138"/>
                  </a:cubicBezTo>
                  <a:cubicBezTo>
                    <a:pt x="669" y="2706"/>
                    <a:pt x="2645" y="730"/>
                    <a:pt x="5076" y="730"/>
                  </a:cubicBezTo>
                  <a:close/>
                  <a:moveTo>
                    <a:pt x="16839" y="730"/>
                  </a:moveTo>
                  <a:cubicBezTo>
                    <a:pt x="19271" y="730"/>
                    <a:pt x="21247" y="2706"/>
                    <a:pt x="21247" y="5138"/>
                  </a:cubicBezTo>
                  <a:cubicBezTo>
                    <a:pt x="21247" y="7569"/>
                    <a:pt x="19271" y="9545"/>
                    <a:pt x="16839" y="9545"/>
                  </a:cubicBezTo>
                  <a:cubicBezTo>
                    <a:pt x="14408" y="9545"/>
                    <a:pt x="12432" y="7569"/>
                    <a:pt x="12432" y="5138"/>
                  </a:cubicBezTo>
                  <a:cubicBezTo>
                    <a:pt x="12432" y="2706"/>
                    <a:pt x="14408" y="730"/>
                    <a:pt x="16839" y="730"/>
                  </a:cubicBezTo>
                  <a:close/>
                  <a:moveTo>
                    <a:pt x="16839" y="1"/>
                  </a:moveTo>
                  <a:cubicBezTo>
                    <a:pt x="14499" y="1"/>
                    <a:pt x="12584" y="1521"/>
                    <a:pt x="11915" y="3648"/>
                  </a:cubicBezTo>
                  <a:cubicBezTo>
                    <a:pt x="11642" y="3451"/>
                    <a:pt x="11315" y="3352"/>
                    <a:pt x="10984" y="3352"/>
                  </a:cubicBezTo>
                  <a:cubicBezTo>
                    <a:pt x="10654" y="3352"/>
                    <a:pt x="10319" y="3451"/>
                    <a:pt x="10031" y="3648"/>
                  </a:cubicBezTo>
                  <a:cubicBezTo>
                    <a:pt x="9392" y="1581"/>
                    <a:pt x="7417" y="62"/>
                    <a:pt x="5137" y="62"/>
                  </a:cubicBezTo>
                  <a:cubicBezTo>
                    <a:pt x="2280" y="62"/>
                    <a:pt x="0" y="2372"/>
                    <a:pt x="0" y="5168"/>
                  </a:cubicBezTo>
                  <a:cubicBezTo>
                    <a:pt x="0" y="8025"/>
                    <a:pt x="2310" y="10305"/>
                    <a:pt x="5137" y="10305"/>
                  </a:cubicBezTo>
                  <a:cubicBezTo>
                    <a:pt x="7933" y="10305"/>
                    <a:pt x="10243" y="7995"/>
                    <a:pt x="10243" y="5168"/>
                  </a:cubicBezTo>
                  <a:cubicBezTo>
                    <a:pt x="10243" y="4955"/>
                    <a:pt x="10213" y="4712"/>
                    <a:pt x="10213" y="4499"/>
                  </a:cubicBezTo>
                  <a:cubicBezTo>
                    <a:pt x="10411" y="4226"/>
                    <a:pt x="10684" y="4089"/>
                    <a:pt x="10962" y="4089"/>
                  </a:cubicBezTo>
                  <a:cubicBezTo>
                    <a:pt x="11239" y="4089"/>
                    <a:pt x="11520" y="4226"/>
                    <a:pt x="11733" y="4499"/>
                  </a:cubicBezTo>
                  <a:lnTo>
                    <a:pt x="11763" y="4499"/>
                  </a:lnTo>
                  <a:cubicBezTo>
                    <a:pt x="11733" y="4712"/>
                    <a:pt x="11733" y="4955"/>
                    <a:pt x="11733" y="5168"/>
                  </a:cubicBezTo>
                  <a:cubicBezTo>
                    <a:pt x="11733" y="8025"/>
                    <a:pt x="14043" y="10305"/>
                    <a:pt x="16870" y="10305"/>
                  </a:cubicBezTo>
                  <a:cubicBezTo>
                    <a:pt x="19727" y="10305"/>
                    <a:pt x="22007" y="7995"/>
                    <a:pt x="22007" y="5168"/>
                  </a:cubicBezTo>
                  <a:cubicBezTo>
                    <a:pt x="22007" y="4499"/>
                    <a:pt x="21855" y="3800"/>
                    <a:pt x="21611" y="3192"/>
                  </a:cubicBezTo>
                  <a:cubicBezTo>
                    <a:pt x="23101" y="3132"/>
                    <a:pt x="24590" y="3010"/>
                    <a:pt x="26019" y="2919"/>
                  </a:cubicBezTo>
                  <a:cubicBezTo>
                    <a:pt x="26588" y="2896"/>
                    <a:pt x="27369" y="2793"/>
                    <a:pt x="28135" y="2793"/>
                  </a:cubicBezTo>
                  <a:cubicBezTo>
                    <a:pt x="29374" y="2793"/>
                    <a:pt x="30573" y="3063"/>
                    <a:pt x="30761" y="4378"/>
                  </a:cubicBezTo>
                  <a:cubicBezTo>
                    <a:pt x="30797" y="4562"/>
                    <a:pt x="30928" y="4642"/>
                    <a:pt x="31069" y="4642"/>
                  </a:cubicBezTo>
                  <a:cubicBezTo>
                    <a:pt x="31278" y="4642"/>
                    <a:pt x="31508" y="4467"/>
                    <a:pt x="31490" y="4195"/>
                  </a:cubicBezTo>
                  <a:cubicBezTo>
                    <a:pt x="31186" y="2493"/>
                    <a:pt x="29514" y="2068"/>
                    <a:pt x="28086" y="2068"/>
                  </a:cubicBezTo>
                  <a:cubicBezTo>
                    <a:pt x="25806" y="2098"/>
                    <a:pt x="23466" y="2341"/>
                    <a:pt x="21186" y="2493"/>
                  </a:cubicBezTo>
                  <a:cubicBezTo>
                    <a:pt x="20274" y="1004"/>
                    <a:pt x="18663" y="1"/>
                    <a:pt x="16839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47"/>
            <p:cNvSpPr/>
            <p:nvPr/>
          </p:nvSpPr>
          <p:spPr>
            <a:xfrm>
              <a:off x="5193375" y="2050375"/>
              <a:ext cx="699125" cy="836000"/>
            </a:xfrm>
            <a:custGeom>
              <a:avLst/>
              <a:gdLst/>
              <a:ahLst/>
              <a:cxnLst/>
              <a:rect l="l" t="t" r="r" b="b"/>
              <a:pathLst>
                <a:path w="27965" h="33440" extrusionOk="0">
                  <a:moveTo>
                    <a:pt x="3212" y="1"/>
                  </a:moveTo>
                  <a:cubicBezTo>
                    <a:pt x="1494" y="1"/>
                    <a:pt x="718" y="1157"/>
                    <a:pt x="396" y="2406"/>
                  </a:cubicBezTo>
                  <a:cubicBezTo>
                    <a:pt x="0" y="3925"/>
                    <a:pt x="365" y="5597"/>
                    <a:pt x="1277" y="6874"/>
                  </a:cubicBezTo>
                  <a:cubicBezTo>
                    <a:pt x="7599" y="15962"/>
                    <a:pt x="17782" y="33409"/>
                    <a:pt x="17782" y="33440"/>
                  </a:cubicBezTo>
                  <a:lnTo>
                    <a:pt x="27964" y="26205"/>
                  </a:lnTo>
                  <a:cubicBezTo>
                    <a:pt x="25472" y="18667"/>
                    <a:pt x="14104" y="4837"/>
                    <a:pt x="6627" y="1038"/>
                  </a:cubicBezTo>
                  <a:cubicBezTo>
                    <a:pt x="5202" y="300"/>
                    <a:pt x="4085" y="1"/>
                    <a:pt x="3212" y="1"/>
                  </a:cubicBezTo>
                  <a:close/>
                </a:path>
              </a:pathLst>
            </a:custGeom>
            <a:solidFill>
              <a:srgbClr val="73A0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47"/>
            <p:cNvSpPr/>
            <p:nvPr/>
          </p:nvSpPr>
          <p:spPr>
            <a:xfrm>
              <a:off x="4811900" y="2225250"/>
              <a:ext cx="137575" cy="350425"/>
            </a:xfrm>
            <a:custGeom>
              <a:avLst/>
              <a:gdLst/>
              <a:ahLst/>
              <a:cxnLst/>
              <a:rect l="l" t="t" r="r" b="b"/>
              <a:pathLst>
                <a:path w="5503" h="14017" extrusionOk="0">
                  <a:moveTo>
                    <a:pt x="183" y="0"/>
                  </a:moveTo>
                  <a:cubicBezTo>
                    <a:pt x="153" y="0"/>
                    <a:pt x="92" y="213"/>
                    <a:pt x="62" y="608"/>
                  </a:cubicBezTo>
                  <a:cubicBezTo>
                    <a:pt x="31" y="791"/>
                    <a:pt x="31" y="1003"/>
                    <a:pt x="31" y="1338"/>
                  </a:cubicBezTo>
                  <a:cubicBezTo>
                    <a:pt x="31" y="1581"/>
                    <a:pt x="1" y="1946"/>
                    <a:pt x="31" y="2280"/>
                  </a:cubicBezTo>
                  <a:cubicBezTo>
                    <a:pt x="31" y="2614"/>
                    <a:pt x="62" y="3010"/>
                    <a:pt x="92" y="3405"/>
                  </a:cubicBezTo>
                  <a:cubicBezTo>
                    <a:pt x="153" y="3830"/>
                    <a:pt x="214" y="4256"/>
                    <a:pt x="305" y="4712"/>
                  </a:cubicBezTo>
                  <a:cubicBezTo>
                    <a:pt x="487" y="5624"/>
                    <a:pt x="761" y="6596"/>
                    <a:pt x="1095" y="7630"/>
                  </a:cubicBezTo>
                  <a:cubicBezTo>
                    <a:pt x="1460" y="8602"/>
                    <a:pt x="1916" y="9575"/>
                    <a:pt x="2432" y="10365"/>
                  </a:cubicBezTo>
                  <a:cubicBezTo>
                    <a:pt x="2676" y="10730"/>
                    <a:pt x="2919" y="11125"/>
                    <a:pt x="3131" y="11460"/>
                  </a:cubicBezTo>
                  <a:cubicBezTo>
                    <a:pt x="3375" y="11824"/>
                    <a:pt x="3648" y="12098"/>
                    <a:pt x="3831" y="12371"/>
                  </a:cubicBezTo>
                  <a:cubicBezTo>
                    <a:pt x="4043" y="12645"/>
                    <a:pt x="4287" y="12888"/>
                    <a:pt x="4469" y="13101"/>
                  </a:cubicBezTo>
                  <a:cubicBezTo>
                    <a:pt x="4651" y="13283"/>
                    <a:pt x="4803" y="13496"/>
                    <a:pt x="4955" y="13587"/>
                  </a:cubicBezTo>
                  <a:cubicBezTo>
                    <a:pt x="5262" y="13866"/>
                    <a:pt x="5440" y="14017"/>
                    <a:pt x="5468" y="14017"/>
                  </a:cubicBezTo>
                  <a:cubicBezTo>
                    <a:pt x="5471" y="14017"/>
                    <a:pt x="5472" y="14015"/>
                    <a:pt x="5472" y="14013"/>
                  </a:cubicBezTo>
                  <a:cubicBezTo>
                    <a:pt x="5502" y="13982"/>
                    <a:pt x="4894" y="13344"/>
                    <a:pt x="4104" y="12219"/>
                  </a:cubicBezTo>
                  <a:cubicBezTo>
                    <a:pt x="3891" y="11976"/>
                    <a:pt x="3679" y="11672"/>
                    <a:pt x="3466" y="11308"/>
                  </a:cubicBezTo>
                  <a:cubicBezTo>
                    <a:pt x="3223" y="10973"/>
                    <a:pt x="3010" y="10608"/>
                    <a:pt x="2767" y="10213"/>
                  </a:cubicBezTo>
                  <a:cubicBezTo>
                    <a:pt x="2311" y="9423"/>
                    <a:pt x="1885" y="8511"/>
                    <a:pt x="1521" y="7508"/>
                  </a:cubicBezTo>
                  <a:cubicBezTo>
                    <a:pt x="1125" y="6535"/>
                    <a:pt x="852" y="5593"/>
                    <a:pt x="669" y="4681"/>
                  </a:cubicBezTo>
                  <a:cubicBezTo>
                    <a:pt x="609" y="4225"/>
                    <a:pt x="487" y="3800"/>
                    <a:pt x="457" y="3374"/>
                  </a:cubicBezTo>
                  <a:cubicBezTo>
                    <a:pt x="365" y="2949"/>
                    <a:pt x="335" y="2614"/>
                    <a:pt x="335" y="2250"/>
                  </a:cubicBezTo>
                  <a:cubicBezTo>
                    <a:pt x="214" y="882"/>
                    <a:pt x="244" y="0"/>
                    <a:pt x="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47"/>
            <p:cNvSpPr/>
            <p:nvPr/>
          </p:nvSpPr>
          <p:spPr>
            <a:xfrm>
              <a:off x="4774675" y="2257150"/>
              <a:ext cx="53975" cy="104250"/>
            </a:xfrm>
            <a:custGeom>
              <a:avLst/>
              <a:gdLst/>
              <a:ahLst/>
              <a:cxnLst/>
              <a:rect l="l" t="t" r="r" b="b"/>
              <a:pathLst>
                <a:path w="2159" h="4170" extrusionOk="0">
                  <a:moveTo>
                    <a:pt x="92" y="1"/>
                  </a:moveTo>
                  <a:cubicBezTo>
                    <a:pt x="31" y="1"/>
                    <a:pt x="0" y="275"/>
                    <a:pt x="31" y="730"/>
                  </a:cubicBezTo>
                  <a:cubicBezTo>
                    <a:pt x="92" y="1156"/>
                    <a:pt x="244" y="1764"/>
                    <a:pt x="547" y="2372"/>
                  </a:cubicBezTo>
                  <a:cubicBezTo>
                    <a:pt x="851" y="2980"/>
                    <a:pt x="1216" y="3436"/>
                    <a:pt x="1520" y="3740"/>
                  </a:cubicBezTo>
                  <a:cubicBezTo>
                    <a:pt x="1767" y="4041"/>
                    <a:pt x="2014" y="4170"/>
                    <a:pt x="2082" y="4170"/>
                  </a:cubicBezTo>
                  <a:cubicBezTo>
                    <a:pt x="2089" y="4170"/>
                    <a:pt x="2095" y="4168"/>
                    <a:pt x="2098" y="4165"/>
                  </a:cubicBezTo>
                  <a:cubicBezTo>
                    <a:pt x="2158" y="4074"/>
                    <a:pt x="1459" y="3314"/>
                    <a:pt x="912" y="2189"/>
                  </a:cubicBezTo>
                  <a:cubicBezTo>
                    <a:pt x="335" y="1034"/>
                    <a:pt x="244" y="1"/>
                    <a:pt x="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47"/>
            <p:cNvSpPr/>
            <p:nvPr/>
          </p:nvSpPr>
          <p:spPr>
            <a:xfrm>
              <a:off x="5606000" y="2640150"/>
              <a:ext cx="262950" cy="198350"/>
            </a:xfrm>
            <a:custGeom>
              <a:avLst/>
              <a:gdLst/>
              <a:ahLst/>
              <a:cxnLst/>
              <a:rect l="l" t="t" r="r" b="b"/>
              <a:pathLst>
                <a:path w="10518" h="7934" extrusionOk="0">
                  <a:moveTo>
                    <a:pt x="10335" y="0"/>
                  </a:moveTo>
                  <a:cubicBezTo>
                    <a:pt x="9119" y="1003"/>
                    <a:pt x="7751" y="2006"/>
                    <a:pt x="6292" y="3131"/>
                  </a:cubicBezTo>
                  <a:cubicBezTo>
                    <a:pt x="3982" y="4864"/>
                    <a:pt x="1763" y="6414"/>
                    <a:pt x="0" y="7690"/>
                  </a:cubicBezTo>
                  <a:cubicBezTo>
                    <a:pt x="61" y="7751"/>
                    <a:pt x="152" y="7842"/>
                    <a:pt x="183" y="7934"/>
                  </a:cubicBezTo>
                  <a:cubicBezTo>
                    <a:pt x="2006" y="6718"/>
                    <a:pt x="4225" y="5168"/>
                    <a:pt x="6566" y="3435"/>
                  </a:cubicBezTo>
                  <a:cubicBezTo>
                    <a:pt x="7964" y="2371"/>
                    <a:pt x="9332" y="1307"/>
                    <a:pt x="10517" y="335"/>
                  </a:cubicBezTo>
                  <a:cubicBezTo>
                    <a:pt x="10487" y="244"/>
                    <a:pt x="10396" y="122"/>
                    <a:pt x="103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47"/>
            <p:cNvSpPr/>
            <p:nvPr/>
          </p:nvSpPr>
          <p:spPr>
            <a:xfrm>
              <a:off x="4109775" y="2093775"/>
              <a:ext cx="278125" cy="185450"/>
            </a:xfrm>
            <a:custGeom>
              <a:avLst/>
              <a:gdLst/>
              <a:ahLst/>
              <a:cxnLst/>
              <a:rect l="l" t="t" r="r" b="b"/>
              <a:pathLst>
                <a:path w="11125" h="7418" extrusionOk="0">
                  <a:moveTo>
                    <a:pt x="10912" y="1"/>
                  </a:moveTo>
                  <a:cubicBezTo>
                    <a:pt x="9514" y="822"/>
                    <a:pt x="8055" y="1642"/>
                    <a:pt x="6505" y="2645"/>
                  </a:cubicBezTo>
                  <a:cubicBezTo>
                    <a:pt x="4043" y="4196"/>
                    <a:pt x="1824" y="5746"/>
                    <a:pt x="0" y="7114"/>
                  </a:cubicBezTo>
                  <a:cubicBezTo>
                    <a:pt x="31" y="7235"/>
                    <a:pt x="122" y="7357"/>
                    <a:pt x="152" y="7417"/>
                  </a:cubicBezTo>
                  <a:cubicBezTo>
                    <a:pt x="2006" y="6080"/>
                    <a:pt x="4256" y="4530"/>
                    <a:pt x="6718" y="2980"/>
                  </a:cubicBezTo>
                  <a:cubicBezTo>
                    <a:pt x="8237" y="2037"/>
                    <a:pt x="9727" y="1126"/>
                    <a:pt x="11125" y="305"/>
                  </a:cubicBezTo>
                  <a:lnTo>
                    <a:pt x="109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7"/>
            <p:cNvSpPr/>
            <p:nvPr/>
          </p:nvSpPr>
          <p:spPr>
            <a:xfrm>
              <a:off x="5207800" y="2055025"/>
              <a:ext cx="361750" cy="718125"/>
            </a:xfrm>
            <a:custGeom>
              <a:avLst/>
              <a:gdLst/>
              <a:ahLst/>
              <a:cxnLst/>
              <a:rect l="l" t="t" r="r" b="b"/>
              <a:pathLst>
                <a:path w="14470" h="28725" extrusionOk="0">
                  <a:moveTo>
                    <a:pt x="2250" y="1"/>
                  </a:moveTo>
                  <a:lnTo>
                    <a:pt x="2250" y="1"/>
                  </a:lnTo>
                  <a:cubicBezTo>
                    <a:pt x="2250" y="1"/>
                    <a:pt x="2129" y="92"/>
                    <a:pt x="1977" y="244"/>
                  </a:cubicBezTo>
                  <a:cubicBezTo>
                    <a:pt x="1855" y="305"/>
                    <a:pt x="1794" y="426"/>
                    <a:pt x="1673" y="548"/>
                  </a:cubicBezTo>
                  <a:lnTo>
                    <a:pt x="1338" y="1004"/>
                  </a:lnTo>
                  <a:cubicBezTo>
                    <a:pt x="1065" y="1338"/>
                    <a:pt x="791" y="1794"/>
                    <a:pt x="578" y="2372"/>
                  </a:cubicBezTo>
                  <a:cubicBezTo>
                    <a:pt x="335" y="2919"/>
                    <a:pt x="153" y="3618"/>
                    <a:pt x="122" y="4378"/>
                  </a:cubicBezTo>
                  <a:cubicBezTo>
                    <a:pt x="1" y="5928"/>
                    <a:pt x="457" y="7782"/>
                    <a:pt x="1430" y="9545"/>
                  </a:cubicBezTo>
                  <a:cubicBezTo>
                    <a:pt x="1673" y="10001"/>
                    <a:pt x="1977" y="10426"/>
                    <a:pt x="2281" y="10822"/>
                  </a:cubicBezTo>
                  <a:cubicBezTo>
                    <a:pt x="2585" y="11278"/>
                    <a:pt x="2888" y="11703"/>
                    <a:pt x="3192" y="12159"/>
                  </a:cubicBezTo>
                  <a:cubicBezTo>
                    <a:pt x="3800" y="13071"/>
                    <a:pt x="4469" y="13983"/>
                    <a:pt x="5138" y="14895"/>
                  </a:cubicBezTo>
                  <a:cubicBezTo>
                    <a:pt x="6506" y="16749"/>
                    <a:pt x="7782" y="18542"/>
                    <a:pt x="8937" y="20183"/>
                  </a:cubicBezTo>
                  <a:cubicBezTo>
                    <a:pt x="10062" y="21825"/>
                    <a:pt x="11095" y="23284"/>
                    <a:pt x="11886" y="24591"/>
                  </a:cubicBezTo>
                  <a:cubicBezTo>
                    <a:pt x="12311" y="25229"/>
                    <a:pt x="12646" y="25807"/>
                    <a:pt x="12949" y="26323"/>
                  </a:cubicBezTo>
                  <a:cubicBezTo>
                    <a:pt x="13223" y="26779"/>
                    <a:pt x="13497" y="27235"/>
                    <a:pt x="13709" y="27661"/>
                  </a:cubicBezTo>
                  <a:cubicBezTo>
                    <a:pt x="14165" y="28360"/>
                    <a:pt x="14439" y="28725"/>
                    <a:pt x="14439" y="28725"/>
                  </a:cubicBezTo>
                  <a:cubicBezTo>
                    <a:pt x="14469" y="28725"/>
                    <a:pt x="14287" y="28269"/>
                    <a:pt x="13922" y="27509"/>
                  </a:cubicBezTo>
                  <a:cubicBezTo>
                    <a:pt x="13709" y="27144"/>
                    <a:pt x="13497" y="26688"/>
                    <a:pt x="13193" y="26141"/>
                  </a:cubicBezTo>
                  <a:cubicBezTo>
                    <a:pt x="12889" y="25624"/>
                    <a:pt x="12585" y="25016"/>
                    <a:pt x="12159" y="24348"/>
                  </a:cubicBezTo>
                  <a:cubicBezTo>
                    <a:pt x="11399" y="23071"/>
                    <a:pt x="10427" y="21551"/>
                    <a:pt x="9272" y="19879"/>
                  </a:cubicBezTo>
                  <a:cubicBezTo>
                    <a:pt x="8147" y="18238"/>
                    <a:pt x="6840" y="16445"/>
                    <a:pt x="5472" y="14591"/>
                  </a:cubicBezTo>
                  <a:cubicBezTo>
                    <a:pt x="4803" y="13648"/>
                    <a:pt x="4135" y="12737"/>
                    <a:pt x="3527" y="11855"/>
                  </a:cubicBezTo>
                  <a:cubicBezTo>
                    <a:pt x="3223" y="11399"/>
                    <a:pt x="2919" y="10974"/>
                    <a:pt x="2615" y="10518"/>
                  </a:cubicBezTo>
                  <a:cubicBezTo>
                    <a:pt x="2311" y="10123"/>
                    <a:pt x="2007" y="9697"/>
                    <a:pt x="1794" y="9271"/>
                  </a:cubicBezTo>
                  <a:cubicBezTo>
                    <a:pt x="791" y="7569"/>
                    <a:pt x="335" y="5776"/>
                    <a:pt x="426" y="4287"/>
                  </a:cubicBezTo>
                  <a:cubicBezTo>
                    <a:pt x="457" y="3587"/>
                    <a:pt x="609" y="2888"/>
                    <a:pt x="791" y="2372"/>
                  </a:cubicBezTo>
                  <a:cubicBezTo>
                    <a:pt x="1034" y="1825"/>
                    <a:pt x="1247" y="1369"/>
                    <a:pt x="1490" y="1034"/>
                  </a:cubicBezTo>
                  <a:cubicBezTo>
                    <a:pt x="1581" y="882"/>
                    <a:pt x="1703" y="730"/>
                    <a:pt x="1794" y="578"/>
                  </a:cubicBezTo>
                  <a:cubicBezTo>
                    <a:pt x="1855" y="457"/>
                    <a:pt x="1977" y="396"/>
                    <a:pt x="2037" y="274"/>
                  </a:cubicBezTo>
                  <a:cubicBezTo>
                    <a:pt x="2189" y="122"/>
                    <a:pt x="2281" y="1"/>
                    <a:pt x="22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47"/>
            <p:cNvSpPr/>
            <p:nvPr/>
          </p:nvSpPr>
          <p:spPr>
            <a:xfrm>
              <a:off x="4184250" y="1886325"/>
              <a:ext cx="41800" cy="228775"/>
            </a:xfrm>
            <a:custGeom>
              <a:avLst/>
              <a:gdLst/>
              <a:ahLst/>
              <a:cxnLst/>
              <a:rect l="l" t="t" r="r" b="b"/>
              <a:pathLst>
                <a:path w="1672" h="9151" extrusionOk="0">
                  <a:moveTo>
                    <a:pt x="1307" y="1"/>
                  </a:moveTo>
                  <a:cubicBezTo>
                    <a:pt x="1307" y="1"/>
                    <a:pt x="1246" y="92"/>
                    <a:pt x="1216" y="366"/>
                  </a:cubicBezTo>
                  <a:cubicBezTo>
                    <a:pt x="1216" y="609"/>
                    <a:pt x="1155" y="974"/>
                    <a:pt x="1277" y="1399"/>
                  </a:cubicBezTo>
                  <a:cubicBezTo>
                    <a:pt x="1398" y="1794"/>
                    <a:pt x="1520" y="2311"/>
                    <a:pt x="1520" y="2889"/>
                  </a:cubicBezTo>
                  <a:cubicBezTo>
                    <a:pt x="1520" y="3436"/>
                    <a:pt x="1398" y="4044"/>
                    <a:pt x="1155" y="4621"/>
                  </a:cubicBezTo>
                  <a:cubicBezTo>
                    <a:pt x="912" y="5229"/>
                    <a:pt x="608" y="5776"/>
                    <a:pt x="395" y="6293"/>
                  </a:cubicBezTo>
                  <a:cubicBezTo>
                    <a:pt x="182" y="6840"/>
                    <a:pt x="30" y="7326"/>
                    <a:pt x="30" y="7782"/>
                  </a:cubicBezTo>
                  <a:cubicBezTo>
                    <a:pt x="1" y="8225"/>
                    <a:pt x="57" y="8553"/>
                    <a:pt x="144" y="8795"/>
                  </a:cubicBezTo>
                  <a:lnTo>
                    <a:pt x="144" y="8795"/>
                  </a:lnTo>
                  <a:cubicBezTo>
                    <a:pt x="101" y="8555"/>
                    <a:pt x="60" y="8205"/>
                    <a:pt x="91" y="7782"/>
                  </a:cubicBezTo>
                  <a:cubicBezTo>
                    <a:pt x="152" y="7357"/>
                    <a:pt x="304" y="6870"/>
                    <a:pt x="517" y="6384"/>
                  </a:cubicBezTo>
                  <a:cubicBezTo>
                    <a:pt x="760" y="5837"/>
                    <a:pt x="1064" y="5320"/>
                    <a:pt x="1307" y="4712"/>
                  </a:cubicBezTo>
                  <a:cubicBezTo>
                    <a:pt x="1580" y="4104"/>
                    <a:pt x="1672" y="3436"/>
                    <a:pt x="1672" y="2828"/>
                  </a:cubicBezTo>
                  <a:cubicBezTo>
                    <a:pt x="1672" y="2281"/>
                    <a:pt x="1459" y="1734"/>
                    <a:pt x="1398" y="1369"/>
                  </a:cubicBezTo>
                  <a:cubicBezTo>
                    <a:pt x="1277" y="943"/>
                    <a:pt x="1277" y="609"/>
                    <a:pt x="1277" y="366"/>
                  </a:cubicBezTo>
                  <a:cubicBezTo>
                    <a:pt x="1277" y="153"/>
                    <a:pt x="1307" y="31"/>
                    <a:pt x="1307" y="1"/>
                  </a:cubicBezTo>
                  <a:close/>
                  <a:moveTo>
                    <a:pt x="144" y="8795"/>
                  </a:moveTo>
                  <a:lnTo>
                    <a:pt x="144" y="8795"/>
                  </a:lnTo>
                  <a:cubicBezTo>
                    <a:pt x="147" y="8809"/>
                    <a:pt x="149" y="8823"/>
                    <a:pt x="152" y="8837"/>
                  </a:cubicBezTo>
                  <a:lnTo>
                    <a:pt x="152" y="8837"/>
                  </a:lnTo>
                  <a:cubicBezTo>
                    <a:pt x="152" y="8830"/>
                    <a:pt x="152" y="8823"/>
                    <a:pt x="152" y="8816"/>
                  </a:cubicBezTo>
                  <a:cubicBezTo>
                    <a:pt x="149" y="8809"/>
                    <a:pt x="147" y="8802"/>
                    <a:pt x="144" y="8795"/>
                  </a:cubicBezTo>
                  <a:close/>
                  <a:moveTo>
                    <a:pt x="152" y="8837"/>
                  </a:moveTo>
                  <a:cubicBezTo>
                    <a:pt x="154" y="9010"/>
                    <a:pt x="183" y="9150"/>
                    <a:pt x="213" y="9150"/>
                  </a:cubicBezTo>
                  <a:cubicBezTo>
                    <a:pt x="226" y="9150"/>
                    <a:pt x="190" y="9037"/>
                    <a:pt x="152" y="8837"/>
                  </a:cubicBezTo>
                  <a:close/>
                </a:path>
              </a:pathLst>
            </a:custGeom>
            <a:solidFill>
              <a:srgbClr val="212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47"/>
            <p:cNvSpPr/>
            <p:nvPr/>
          </p:nvSpPr>
          <p:spPr>
            <a:xfrm>
              <a:off x="4121925" y="1982025"/>
              <a:ext cx="74500" cy="78425"/>
            </a:xfrm>
            <a:custGeom>
              <a:avLst/>
              <a:gdLst/>
              <a:ahLst/>
              <a:cxnLst/>
              <a:rect l="l" t="t" r="r" b="b"/>
              <a:pathLst>
                <a:path w="2980" h="3137" extrusionOk="0">
                  <a:moveTo>
                    <a:pt x="2972" y="1"/>
                  </a:moveTo>
                  <a:cubicBezTo>
                    <a:pt x="2880" y="1"/>
                    <a:pt x="1906" y="293"/>
                    <a:pt x="1125" y="1219"/>
                  </a:cubicBezTo>
                  <a:cubicBezTo>
                    <a:pt x="244" y="2130"/>
                    <a:pt x="0" y="3134"/>
                    <a:pt x="61" y="3134"/>
                  </a:cubicBezTo>
                  <a:cubicBezTo>
                    <a:pt x="63" y="3135"/>
                    <a:pt x="65" y="3136"/>
                    <a:pt x="67" y="3136"/>
                  </a:cubicBezTo>
                  <a:cubicBezTo>
                    <a:pt x="141" y="3136"/>
                    <a:pt x="451" y="2196"/>
                    <a:pt x="1277" y="1371"/>
                  </a:cubicBezTo>
                  <a:cubicBezTo>
                    <a:pt x="2067" y="459"/>
                    <a:pt x="2979" y="64"/>
                    <a:pt x="2979" y="3"/>
                  </a:cubicBezTo>
                  <a:cubicBezTo>
                    <a:pt x="2979" y="1"/>
                    <a:pt x="2977" y="1"/>
                    <a:pt x="2972" y="1"/>
                  </a:cubicBezTo>
                  <a:close/>
                </a:path>
              </a:pathLst>
            </a:custGeom>
            <a:solidFill>
              <a:srgbClr val="212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8" name="Google Shape;2458;p47"/>
          <p:cNvGrpSpPr/>
          <p:nvPr/>
        </p:nvGrpSpPr>
        <p:grpSpPr>
          <a:xfrm>
            <a:off x="1268392" y="396925"/>
            <a:ext cx="668919" cy="486843"/>
            <a:chOff x="3349430" y="1025723"/>
            <a:chExt cx="1021562" cy="743499"/>
          </a:xfrm>
        </p:grpSpPr>
        <p:sp>
          <p:nvSpPr>
            <p:cNvPr id="2459" name="Google Shape;2459;p47"/>
            <p:cNvSpPr/>
            <p:nvPr/>
          </p:nvSpPr>
          <p:spPr>
            <a:xfrm>
              <a:off x="3349430" y="1025723"/>
              <a:ext cx="1021562" cy="743498"/>
            </a:xfrm>
            <a:custGeom>
              <a:avLst/>
              <a:gdLst/>
              <a:ahLst/>
              <a:cxnLst/>
              <a:rect l="l" t="t" r="r" b="b"/>
              <a:pathLst>
                <a:path w="16738" h="12182" extrusionOk="0">
                  <a:moveTo>
                    <a:pt x="16039" y="1"/>
                  </a:moveTo>
                  <a:cubicBezTo>
                    <a:pt x="15416" y="1"/>
                    <a:pt x="14792" y="152"/>
                    <a:pt x="14241" y="439"/>
                  </a:cubicBezTo>
                  <a:cubicBezTo>
                    <a:pt x="13857" y="642"/>
                    <a:pt x="13495" y="919"/>
                    <a:pt x="13207" y="1261"/>
                  </a:cubicBezTo>
                  <a:cubicBezTo>
                    <a:pt x="11648" y="667"/>
                    <a:pt x="9884" y="384"/>
                    <a:pt x="8142" y="384"/>
                  </a:cubicBezTo>
                  <a:cubicBezTo>
                    <a:pt x="6939" y="384"/>
                    <a:pt x="5747" y="519"/>
                    <a:pt x="4641" y="781"/>
                  </a:cubicBezTo>
                  <a:cubicBezTo>
                    <a:pt x="3339" y="1079"/>
                    <a:pt x="1590" y="1655"/>
                    <a:pt x="907" y="2914"/>
                  </a:cubicBezTo>
                  <a:cubicBezTo>
                    <a:pt x="224" y="4173"/>
                    <a:pt x="0" y="5656"/>
                    <a:pt x="107" y="7085"/>
                  </a:cubicBezTo>
                  <a:cubicBezTo>
                    <a:pt x="224" y="8643"/>
                    <a:pt x="203" y="10200"/>
                    <a:pt x="1547" y="11256"/>
                  </a:cubicBezTo>
                  <a:cubicBezTo>
                    <a:pt x="2336" y="11875"/>
                    <a:pt x="3531" y="12067"/>
                    <a:pt x="4513" y="12120"/>
                  </a:cubicBezTo>
                  <a:cubicBezTo>
                    <a:pt x="5245" y="12159"/>
                    <a:pt x="5986" y="12182"/>
                    <a:pt x="6730" y="12182"/>
                  </a:cubicBezTo>
                  <a:cubicBezTo>
                    <a:pt x="7839" y="12182"/>
                    <a:pt x="8955" y="12130"/>
                    <a:pt x="10060" y="12003"/>
                  </a:cubicBezTo>
                  <a:cubicBezTo>
                    <a:pt x="11638" y="11832"/>
                    <a:pt x="13399" y="11608"/>
                    <a:pt x="14433" y="10211"/>
                  </a:cubicBezTo>
                  <a:cubicBezTo>
                    <a:pt x="15148" y="9251"/>
                    <a:pt x="15479" y="8045"/>
                    <a:pt x="15500" y="6840"/>
                  </a:cubicBezTo>
                  <a:cubicBezTo>
                    <a:pt x="15511" y="6253"/>
                    <a:pt x="15447" y="5677"/>
                    <a:pt x="15308" y="5133"/>
                  </a:cubicBezTo>
                  <a:cubicBezTo>
                    <a:pt x="15105" y="4269"/>
                    <a:pt x="14967" y="3127"/>
                    <a:pt x="14444" y="2263"/>
                  </a:cubicBezTo>
                  <a:cubicBezTo>
                    <a:pt x="14572" y="1975"/>
                    <a:pt x="14732" y="1709"/>
                    <a:pt x="14935" y="1453"/>
                  </a:cubicBezTo>
                  <a:cubicBezTo>
                    <a:pt x="15404" y="855"/>
                    <a:pt x="16044" y="386"/>
                    <a:pt x="16738" y="66"/>
                  </a:cubicBezTo>
                  <a:cubicBezTo>
                    <a:pt x="16507" y="22"/>
                    <a:pt x="16273" y="1"/>
                    <a:pt x="16039" y="1"/>
                  </a:cubicBezTo>
                  <a:close/>
                </a:path>
              </a:pathLst>
            </a:custGeom>
            <a:solidFill>
              <a:srgbClr val="6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7"/>
            <p:cNvSpPr/>
            <p:nvPr/>
          </p:nvSpPr>
          <p:spPr>
            <a:xfrm>
              <a:off x="3574032" y="1169822"/>
              <a:ext cx="523964" cy="469218"/>
            </a:xfrm>
            <a:custGeom>
              <a:avLst/>
              <a:gdLst/>
              <a:ahLst/>
              <a:cxnLst/>
              <a:rect l="l" t="t" r="r" b="b"/>
              <a:pathLst>
                <a:path w="8585" h="7688" extrusionOk="0">
                  <a:moveTo>
                    <a:pt x="4368" y="0"/>
                  </a:moveTo>
                  <a:cubicBezTo>
                    <a:pt x="3721" y="0"/>
                    <a:pt x="3071" y="120"/>
                    <a:pt x="2518" y="318"/>
                  </a:cubicBezTo>
                  <a:cubicBezTo>
                    <a:pt x="1345" y="745"/>
                    <a:pt x="545" y="1599"/>
                    <a:pt x="203" y="2772"/>
                  </a:cubicBezTo>
                  <a:cubicBezTo>
                    <a:pt x="0" y="3455"/>
                    <a:pt x="54" y="4191"/>
                    <a:pt x="214" y="4884"/>
                  </a:cubicBezTo>
                  <a:cubicBezTo>
                    <a:pt x="310" y="5279"/>
                    <a:pt x="427" y="5684"/>
                    <a:pt x="641" y="6047"/>
                  </a:cubicBezTo>
                  <a:cubicBezTo>
                    <a:pt x="1003" y="6634"/>
                    <a:pt x="1590" y="7082"/>
                    <a:pt x="2230" y="7348"/>
                  </a:cubicBezTo>
                  <a:cubicBezTo>
                    <a:pt x="2768" y="7580"/>
                    <a:pt x="3336" y="7688"/>
                    <a:pt x="3899" y="7688"/>
                  </a:cubicBezTo>
                  <a:cubicBezTo>
                    <a:pt x="6290" y="7688"/>
                    <a:pt x="8585" y="5741"/>
                    <a:pt x="8118" y="3081"/>
                  </a:cubicBezTo>
                  <a:cubicBezTo>
                    <a:pt x="7948" y="2111"/>
                    <a:pt x="7361" y="1161"/>
                    <a:pt x="6518" y="585"/>
                  </a:cubicBezTo>
                  <a:cubicBezTo>
                    <a:pt x="5919" y="172"/>
                    <a:pt x="5145" y="0"/>
                    <a:pt x="4368" y="0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7"/>
            <p:cNvSpPr/>
            <p:nvPr/>
          </p:nvSpPr>
          <p:spPr>
            <a:xfrm>
              <a:off x="3704887" y="1330522"/>
              <a:ext cx="21544" cy="74948"/>
            </a:xfrm>
            <a:custGeom>
              <a:avLst/>
              <a:gdLst/>
              <a:ahLst/>
              <a:cxnLst/>
              <a:rect l="l" t="t" r="r" b="b"/>
              <a:pathLst>
                <a:path w="353" h="1228" extrusionOk="0">
                  <a:moveTo>
                    <a:pt x="129" y="0"/>
                  </a:moveTo>
                  <a:cubicBezTo>
                    <a:pt x="54" y="0"/>
                    <a:pt x="1" y="278"/>
                    <a:pt x="54" y="640"/>
                  </a:cubicBezTo>
                  <a:cubicBezTo>
                    <a:pt x="96" y="975"/>
                    <a:pt x="209" y="1227"/>
                    <a:pt x="284" y="1227"/>
                  </a:cubicBezTo>
                  <a:cubicBezTo>
                    <a:pt x="286" y="1227"/>
                    <a:pt x="287" y="1227"/>
                    <a:pt x="289" y="1227"/>
                  </a:cubicBezTo>
                  <a:cubicBezTo>
                    <a:pt x="353" y="1206"/>
                    <a:pt x="321" y="928"/>
                    <a:pt x="289" y="598"/>
                  </a:cubicBezTo>
                  <a:cubicBezTo>
                    <a:pt x="246" y="267"/>
                    <a:pt x="193" y="0"/>
                    <a:pt x="129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7"/>
            <p:cNvSpPr/>
            <p:nvPr/>
          </p:nvSpPr>
          <p:spPr>
            <a:xfrm>
              <a:off x="3914536" y="1283587"/>
              <a:ext cx="18310" cy="76901"/>
            </a:xfrm>
            <a:custGeom>
              <a:avLst/>
              <a:gdLst/>
              <a:ahLst/>
              <a:cxnLst/>
              <a:rect l="l" t="t" r="r" b="b"/>
              <a:pathLst>
                <a:path w="300" h="1260" extrusionOk="0">
                  <a:moveTo>
                    <a:pt x="68" y="1"/>
                  </a:moveTo>
                  <a:cubicBezTo>
                    <a:pt x="67" y="1"/>
                    <a:pt x="66" y="1"/>
                    <a:pt x="65" y="1"/>
                  </a:cubicBezTo>
                  <a:cubicBezTo>
                    <a:pt x="1" y="23"/>
                    <a:pt x="1" y="300"/>
                    <a:pt x="33" y="641"/>
                  </a:cubicBezTo>
                  <a:cubicBezTo>
                    <a:pt x="65" y="983"/>
                    <a:pt x="129" y="1260"/>
                    <a:pt x="193" y="1260"/>
                  </a:cubicBezTo>
                  <a:cubicBezTo>
                    <a:pt x="267" y="1260"/>
                    <a:pt x="299" y="961"/>
                    <a:pt x="267" y="620"/>
                  </a:cubicBezTo>
                  <a:cubicBezTo>
                    <a:pt x="225" y="274"/>
                    <a:pt x="132" y="1"/>
                    <a:pt x="68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7"/>
            <p:cNvSpPr/>
            <p:nvPr/>
          </p:nvSpPr>
          <p:spPr>
            <a:xfrm>
              <a:off x="3769338" y="1354813"/>
              <a:ext cx="119868" cy="90999"/>
            </a:xfrm>
            <a:custGeom>
              <a:avLst/>
              <a:gdLst/>
              <a:ahLst/>
              <a:cxnLst/>
              <a:rect l="l" t="t" r="r" b="b"/>
              <a:pathLst>
                <a:path w="1964" h="1491" extrusionOk="0">
                  <a:moveTo>
                    <a:pt x="1054" y="0"/>
                  </a:moveTo>
                  <a:cubicBezTo>
                    <a:pt x="955" y="0"/>
                    <a:pt x="851" y="14"/>
                    <a:pt x="747" y="40"/>
                  </a:cubicBezTo>
                  <a:cubicBezTo>
                    <a:pt x="513" y="104"/>
                    <a:pt x="299" y="274"/>
                    <a:pt x="193" y="466"/>
                  </a:cubicBezTo>
                  <a:cubicBezTo>
                    <a:pt x="65" y="648"/>
                    <a:pt x="33" y="840"/>
                    <a:pt x="11" y="1000"/>
                  </a:cubicBezTo>
                  <a:cubicBezTo>
                    <a:pt x="1" y="1320"/>
                    <a:pt x="97" y="1490"/>
                    <a:pt x="118" y="1490"/>
                  </a:cubicBezTo>
                  <a:cubicBezTo>
                    <a:pt x="161" y="1480"/>
                    <a:pt x="118" y="1309"/>
                    <a:pt x="171" y="1021"/>
                  </a:cubicBezTo>
                  <a:cubicBezTo>
                    <a:pt x="203" y="893"/>
                    <a:pt x="257" y="733"/>
                    <a:pt x="363" y="584"/>
                  </a:cubicBezTo>
                  <a:cubicBezTo>
                    <a:pt x="470" y="434"/>
                    <a:pt x="609" y="317"/>
                    <a:pt x="811" y="264"/>
                  </a:cubicBezTo>
                  <a:cubicBezTo>
                    <a:pt x="891" y="241"/>
                    <a:pt x="971" y="230"/>
                    <a:pt x="1049" y="230"/>
                  </a:cubicBezTo>
                  <a:cubicBezTo>
                    <a:pt x="1158" y="230"/>
                    <a:pt x="1262" y="252"/>
                    <a:pt x="1356" y="296"/>
                  </a:cubicBezTo>
                  <a:cubicBezTo>
                    <a:pt x="1516" y="360"/>
                    <a:pt x="1622" y="477"/>
                    <a:pt x="1697" y="594"/>
                  </a:cubicBezTo>
                  <a:cubicBezTo>
                    <a:pt x="1772" y="722"/>
                    <a:pt x="1814" y="829"/>
                    <a:pt x="1857" y="904"/>
                  </a:cubicBezTo>
                  <a:cubicBezTo>
                    <a:pt x="1905" y="951"/>
                    <a:pt x="1927" y="991"/>
                    <a:pt x="1946" y="991"/>
                  </a:cubicBezTo>
                  <a:cubicBezTo>
                    <a:pt x="1948" y="991"/>
                    <a:pt x="1951" y="990"/>
                    <a:pt x="1953" y="989"/>
                  </a:cubicBezTo>
                  <a:cubicBezTo>
                    <a:pt x="1964" y="989"/>
                    <a:pt x="1964" y="936"/>
                    <a:pt x="1953" y="850"/>
                  </a:cubicBezTo>
                  <a:cubicBezTo>
                    <a:pt x="1932" y="776"/>
                    <a:pt x="1910" y="648"/>
                    <a:pt x="1846" y="509"/>
                  </a:cubicBezTo>
                  <a:cubicBezTo>
                    <a:pt x="1772" y="360"/>
                    <a:pt x="1654" y="189"/>
                    <a:pt x="1452" y="93"/>
                  </a:cubicBezTo>
                  <a:cubicBezTo>
                    <a:pt x="1337" y="30"/>
                    <a:pt x="1200" y="0"/>
                    <a:pt x="1054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7"/>
            <p:cNvSpPr/>
            <p:nvPr/>
          </p:nvSpPr>
          <p:spPr>
            <a:xfrm>
              <a:off x="3670403" y="1271320"/>
              <a:ext cx="83370" cy="29906"/>
            </a:xfrm>
            <a:custGeom>
              <a:avLst/>
              <a:gdLst/>
              <a:ahLst/>
              <a:cxnLst/>
              <a:rect l="l" t="t" r="r" b="b"/>
              <a:pathLst>
                <a:path w="1366" h="490" extrusionOk="0">
                  <a:moveTo>
                    <a:pt x="102" y="0"/>
                  </a:moveTo>
                  <a:cubicBezTo>
                    <a:pt x="59" y="0"/>
                    <a:pt x="30" y="7"/>
                    <a:pt x="22" y="21"/>
                  </a:cubicBezTo>
                  <a:cubicBezTo>
                    <a:pt x="0" y="74"/>
                    <a:pt x="278" y="234"/>
                    <a:pt x="651" y="352"/>
                  </a:cubicBezTo>
                  <a:cubicBezTo>
                    <a:pt x="926" y="438"/>
                    <a:pt x="1172" y="490"/>
                    <a:pt x="1287" y="490"/>
                  </a:cubicBezTo>
                  <a:cubicBezTo>
                    <a:pt x="1328" y="490"/>
                    <a:pt x="1352" y="483"/>
                    <a:pt x="1355" y="469"/>
                  </a:cubicBezTo>
                  <a:cubicBezTo>
                    <a:pt x="1366" y="405"/>
                    <a:pt x="1088" y="256"/>
                    <a:pt x="726" y="138"/>
                  </a:cubicBezTo>
                  <a:cubicBezTo>
                    <a:pt x="467" y="52"/>
                    <a:pt x="225" y="0"/>
                    <a:pt x="102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7"/>
            <p:cNvSpPr/>
            <p:nvPr/>
          </p:nvSpPr>
          <p:spPr>
            <a:xfrm>
              <a:off x="3866991" y="1221150"/>
              <a:ext cx="52793" cy="56394"/>
            </a:xfrm>
            <a:custGeom>
              <a:avLst/>
              <a:gdLst/>
              <a:ahLst/>
              <a:cxnLst/>
              <a:rect l="l" t="t" r="r" b="b"/>
              <a:pathLst>
                <a:path w="865" h="924" extrusionOk="0">
                  <a:moveTo>
                    <a:pt x="805" y="0"/>
                  </a:moveTo>
                  <a:cubicBezTo>
                    <a:pt x="724" y="0"/>
                    <a:pt x="514" y="142"/>
                    <a:pt x="321" y="363"/>
                  </a:cubicBezTo>
                  <a:cubicBezTo>
                    <a:pt x="97" y="619"/>
                    <a:pt x="1" y="886"/>
                    <a:pt x="54" y="918"/>
                  </a:cubicBezTo>
                  <a:cubicBezTo>
                    <a:pt x="59" y="921"/>
                    <a:pt x="65" y="923"/>
                    <a:pt x="72" y="923"/>
                  </a:cubicBezTo>
                  <a:cubicBezTo>
                    <a:pt x="142" y="923"/>
                    <a:pt x="317" y="736"/>
                    <a:pt x="492" y="523"/>
                  </a:cubicBezTo>
                  <a:cubicBezTo>
                    <a:pt x="694" y="267"/>
                    <a:pt x="865" y="64"/>
                    <a:pt x="833" y="11"/>
                  </a:cubicBezTo>
                  <a:cubicBezTo>
                    <a:pt x="827" y="4"/>
                    <a:pt x="818" y="0"/>
                    <a:pt x="805" y="0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7"/>
            <p:cNvSpPr/>
            <p:nvPr/>
          </p:nvSpPr>
          <p:spPr>
            <a:xfrm>
              <a:off x="3349430" y="1113061"/>
              <a:ext cx="946065" cy="656160"/>
            </a:xfrm>
            <a:custGeom>
              <a:avLst/>
              <a:gdLst/>
              <a:ahLst/>
              <a:cxnLst/>
              <a:rect l="l" t="t" r="r" b="b"/>
              <a:pathLst>
                <a:path w="15501" h="10751" extrusionOk="0">
                  <a:moveTo>
                    <a:pt x="2656" y="0"/>
                  </a:moveTo>
                  <a:cubicBezTo>
                    <a:pt x="1920" y="342"/>
                    <a:pt x="1270" y="811"/>
                    <a:pt x="907" y="1483"/>
                  </a:cubicBezTo>
                  <a:cubicBezTo>
                    <a:pt x="224" y="2742"/>
                    <a:pt x="0" y="4225"/>
                    <a:pt x="107" y="5654"/>
                  </a:cubicBezTo>
                  <a:cubicBezTo>
                    <a:pt x="224" y="7212"/>
                    <a:pt x="203" y="8769"/>
                    <a:pt x="1547" y="9825"/>
                  </a:cubicBezTo>
                  <a:cubicBezTo>
                    <a:pt x="2336" y="10444"/>
                    <a:pt x="3531" y="10636"/>
                    <a:pt x="4502" y="10689"/>
                  </a:cubicBezTo>
                  <a:cubicBezTo>
                    <a:pt x="5239" y="10728"/>
                    <a:pt x="5982" y="10751"/>
                    <a:pt x="6728" y="10751"/>
                  </a:cubicBezTo>
                  <a:cubicBezTo>
                    <a:pt x="7839" y="10751"/>
                    <a:pt x="8955" y="10699"/>
                    <a:pt x="10060" y="10572"/>
                  </a:cubicBezTo>
                  <a:cubicBezTo>
                    <a:pt x="11638" y="10401"/>
                    <a:pt x="13399" y="10177"/>
                    <a:pt x="14433" y="8780"/>
                  </a:cubicBezTo>
                  <a:cubicBezTo>
                    <a:pt x="15148" y="7820"/>
                    <a:pt x="15479" y="6614"/>
                    <a:pt x="15500" y="5409"/>
                  </a:cubicBezTo>
                  <a:cubicBezTo>
                    <a:pt x="15500" y="5249"/>
                    <a:pt x="15500" y="5089"/>
                    <a:pt x="15479" y="4929"/>
                  </a:cubicBezTo>
                  <a:cubicBezTo>
                    <a:pt x="14711" y="5185"/>
                    <a:pt x="13943" y="5494"/>
                    <a:pt x="13175" y="5729"/>
                  </a:cubicBezTo>
                  <a:cubicBezTo>
                    <a:pt x="12339" y="6014"/>
                    <a:pt x="11449" y="6225"/>
                    <a:pt x="10565" y="6225"/>
                  </a:cubicBezTo>
                  <a:cubicBezTo>
                    <a:pt x="10162" y="6225"/>
                    <a:pt x="9761" y="6181"/>
                    <a:pt x="9366" y="6081"/>
                  </a:cubicBezTo>
                  <a:cubicBezTo>
                    <a:pt x="7798" y="5675"/>
                    <a:pt x="6571" y="4470"/>
                    <a:pt x="5590" y="3201"/>
                  </a:cubicBezTo>
                  <a:cubicBezTo>
                    <a:pt x="4843" y="2251"/>
                    <a:pt x="4161" y="1238"/>
                    <a:pt x="3254" y="448"/>
                  </a:cubicBezTo>
                  <a:cubicBezTo>
                    <a:pt x="3072" y="288"/>
                    <a:pt x="2870" y="150"/>
                    <a:pt x="2656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7" name="Google Shape;2467;p47"/>
          <p:cNvGrpSpPr/>
          <p:nvPr/>
        </p:nvGrpSpPr>
        <p:grpSpPr>
          <a:xfrm rot="-1252412">
            <a:off x="573789" y="748875"/>
            <a:ext cx="617740" cy="420365"/>
            <a:chOff x="3492675" y="2373759"/>
            <a:chExt cx="943441" cy="642001"/>
          </a:xfrm>
        </p:grpSpPr>
        <p:sp>
          <p:nvSpPr>
            <p:cNvPr id="2468" name="Google Shape;2468;p47"/>
            <p:cNvSpPr/>
            <p:nvPr/>
          </p:nvSpPr>
          <p:spPr>
            <a:xfrm>
              <a:off x="3492675" y="2373759"/>
              <a:ext cx="943440" cy="642001"/>
            </a:xfrm>
            <a:custGeom>
              <a:avLst/>
              <a:gdLst/>
              <a:ahLst/>
              <a:cxnLst/>
              <a:rect l="l" t="t" r="r" b="b"/>
              <a:pathLst>
                <a:path w="15458" h="10519" extrusionOk="0">
                  <a:moveTo>
                    <a:pt x="6448" y="1"/>
                  </a:moveTo>
                  <a:cubicBezTo>
                    <a:pt x="5834" y="1"/>
                    <a:pt x="5213" y="33"/>
                    <a:pt x="4576" y="82"/>
                  </a:cubicBezTo>
                  <a:cubicBezTo>
                    <a:pt x="2304" y="242"/>
                    <a:pt x="1088" y="1533"/>
                    <a:pt x="661" y="3719"/>
                  </a:cubicBezTo>
                  <a:cubicBezTo>
                    <a:pt x="373" y="5224"/>
                    <a:pt x="0" y="7634"/>
                    <a:pt x="1227" y="8797"/>
                  </a:cubicBezTo>
                  <a:cubicBezTo>
                    <a:pt x="2790" y="10296"/>
                    <a:pt x="5436" y="10519"/>
                    <a:pt x="7649" y="10519"/>
                  </a:cubicBezTo>
                  <a:cubicBezTo>
                    <a:pt x="8035" y="10519"/>
                    <a:pt x="8407" y="10512"/>
                    <a:pt x="8758" y="10504"/>
                  </a:cubicBezTo>
                  <a:cubicBezTo>
                    <a:pt x="10081" y="10483"/>
                    <a:pt x="11084" y="9811"/>
                    <a:pt x="11745" y="8840"/>
                  </a:cubicBezTo>
                  <a:cubicBezTo>
                    <a:pt x="12172" y="9075"/>
                    <a:pt x="12652" y="9224"/>
                    <a:pt x="13142" y="9224"/>
                  </a:cubicBezTo>
                  <a:cubicBezTo>
                    <a:pt x="14049" y="9224"/>
                    <a:pt x="14935" y="8755"/>
                    <a:pt x="15457" y="8029"/>
                  </a:cubicBezTo>
                  <a:lnTo>
                    <a:pt x="15457" y="8029"/>
                  </a:lnTo>
                  <a:cubicBezTo>
                    <a:pt x="15067" y="8172"/>
                    <a:pt x="14651" y="8257"/>
                    <a:pt x="14241" y="8257"/>
                  </a:cubicBezTo>
                  <a:cubicBezTo>
                    <a:pt x="13946" y="8257"/>
                    <a:pt x="13654" y="8213"/>
                    <a:pt x="13377" y="8114"/>
                  </a:cubicBezTo>
                  <a:cubicBezTo>
                    <a:pt x="13004" y="7997"/>
                    <a:pt x="12673" y="7773"/>
                    <a:pt x="12406" y="7496"/>
                  </a:cubicBezTo>
                  <a:cubicBezTo>
                    <a:pt x="12705" y="6589"/>
                    <a:pt x="12812" y="5576"/>
                    <a:pt x="12726" y="4584"/>
                  </a:cubicBezTo>
                  <a:cubicBezTo>
                    <a:pt x="12545" y="2695"/>
                    <a:pt x="11606" y="946"/>
                    <a:pt x="9878" y="455"/>
                  </a:cubicBezTo>
                  <a:cubicBezTo>
                    <a:pt x="8718" y="115"/>
                    <a:pt x="7595" y="1"/>
                    <a:pt x="6448" y="1"/>
                  </a:cubicBezTo>
                  <a:close/>
                </a:path>
              </a:pathLst>
            </a:custGeom>
            <a:solidFill>
              <a:srgbClr val="2845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7"/>
            <p:cNvSpPr/>
            <p:nvPr/>
          </p:nvSpPr>
          <p:spPr>
            <a:xfrm>
              <a:off x="3697075" y="2473609"/>
              <a:ext cx="345810" cy="461284"/>
            </a:xfrm>
            <a:custGeom>
              <a:avLst/>
              <a:gdLst/>
              <a:ahLst/>
              <a:cxnLst/>
              <a:rect l="l" t="t" r="r" b="b"/>
              <a:pathLst>
                <a:path w="5666" h="7558" extrusionOk="0">
                  <a:moveTo>
                    <a:pt x="4380" y="2560"/>
                  </a:moveTo>
                  <a:cubicBezTo>
                    <a:pt x="4710" y="2560"/>
                    <a:pt x="5022" y="2618"/>
                    <a:pt x="5245" y="2784"/>
                  </a:cubicBezTo>
                  <a:lnTo>
                    <a:pt x="5245" y="2784"/>
                  </a:lnTo>
                  <a:cubicBezTo>
                    <a:pt x="4891" y="3172"/>
                    <a:pt x="4289" y="3247"/>
                    <a:pt x="3748" y="3247"/>
                  </a:cubicBezTo>
                  <a:cubicBezTo>
                    <a:pt x="3602" y="3247"/>
                    <a:pt x="3460" y="3242"/>
                    <a:pt x="3329" y="3236"/>
                  </a:cubicBezTo>
                  <a:cubicBezTo>
                    <a:pt x="2972" y="3225"/>
                    <a:pt x="2620" y="3164"/>
                    <a:pt x="2279" y="3061"/>
                  </a:cubicBezTo>
                  <a:lnTo>
                    <a:pt x="2279" y="3061"/>
                  </a:lnTo>
                  <a:cubicBezTo>
                    <a:pt x="2533" y="2944"/>
                    <a:pt x="2798" y="2851"/>
                    <a:pt x="3062" y="2777"/>
                  </a:cubicBezTo>
                  <a:cubicBezTo>
                    <a:pt x="3406" y="2678"/>
                    <a:pt x="3912" y="2560"/>
                    <a:pt x="4380" y="2560"/>
                  </a:cubicBezTo>
                  <a:close/>
                  <a:moveTo>
                    <a:pt x="3906" y="5437"/>
                  </a:moveTo>
                  <a:cubicBezTo>
                    <a:pt x="4033" y="5437"/>
                    <a:pt x="4156" y="5468"/>
                    <a:pt x="4261" y="5537"/>
                  </a:cubicBezTo>
                  <a:lnTo>
                    <a:pt x="4261" y="5537"/>
                  </a:lnTo>
                  <a:cubicBezTo>
                    <a:pt x="3960" y="5912"/>
                    <a:pt x="3513" y="6021"/>
                    <a:pt x="3049" y="6021"/>
                  </a:cubicBezTo>
                  <a:cubicBezTo>
                    <a:pt x="3025" y="6021"/>
                    <a:pt x="3000" y="6020"/>
                    <a:pt x="2976" y="6020"/>
                  </a:cubicBezTo>
                  <a:lnTo>
                    <a:pt x="2976" y="6020"/>
                  </a:lnTo>
                  <a:cubicBezTo>
                    <a:pt x="3125" y="5695"/>
                    <a:pt x="3536" y="5437"/>
                    <a:pt x="3906" y="5437"/>
                  </a:cubicBezTo>
                  <a:close/>
                  <a:moveTo>
                    <a:pt x="3736" y="1"/>
                  </a:moveTo>
                  <a:cubicBezTo>
                    <a:pt x="2739" y="1"/>
                    <a:pt x="1767" y="270"/>
                    <a:pt x="929" y="846"/>
                  </a:cubicBezTo>
                  <a:cubicBezTo>
                    <a:pt x="310" y="1273"/>
                    <a:pt x="1" y="2041"/>
                    <a:pt x="609" y="2606"/>
                  </a:cubicBezTo>
                  <a:cubicBezTo>
                    <a:pt x="836" y="2816"/>
                    <a:pt x="1108" y="2986"/>
                    <a:pt x="1403" y="3121"/>
                  </a:cubicBezTo>
                  <a:lnTo>
                    <a:pt x="1403" y="3121"/>
                  </a:lnTo>
                  <a:cubicBezTo>
                    <a:pt x="950" y="3435"/>
                    <a:pt x="568" y="3837"/>
                    <a:pt x="417" y="4313"/>
                  </a:cubicBezTo>
                  <a:cubicBezTo>
                    <a:pt x="65" y="5390"/>
                    <a:pt x="971" y="6030"/>
                    <a:pt x="1921" y="6233"/>
                  </a:cubicBezTo>
                  <a:cubicBezTo>
                    <a:pt x="2122" y="6274"/>
                    <a:pt x="2333" y="6310"/>
                    <a:pt x="2547" y="6332"/>
                  </a:cubicBezTo>
                  <a:lnTo>
                    <a:pt x="2547" y="6332"/>
                  </a:lnTo>
                  <a:cubicBezTo>
                    <a:pt x="2549" y="6579"/>
                    <a:pt x="2641" y="6832"/>
                    <a:pt x="2817" y="7001"/>
                  </a:cubicBezTo>
                  <a:cubicBezTo>
                    <a:pt x="3222" y="7417"/>
                    <a:pt x="3745" y="7492"/>
                    <a:pt x="4310" y="7556"/>
                  </a:cubicBezTo>
                  <a:cubicBezTo>
                    <a:pt x="4320" y="7557"/>
                    <a:pt x="4329" y="7558"/>
                    <a:pt x="4338" y="7558"/>
                  </a:cubicBezTo>
                  <a:cubicBezTo>
                    <a:pt x="4534" y="7558"/>
                    <a:pt x="4525" y="7235"/>
                    <a:pt x="4310" y="7215"/>
                  </a:cubicBezTo>
                  <a:cubicBezTo>
                    <a:pt x="3776" y="7155"/>
                    <a:pt x="2911" y="7022"/>
                    <a:pt x="2908" y="6356"/>
                  </a:cubicBezTo>
                  <a:lnTo>
                    <a:pt x="2908" y="6356"/>
                  </a:lnTo>
                  <a:cubicBezTo>
                    <a:pt x="2936" y="6356"/>
                    <a:pt x="2963" y="6357"/>
                    <a:pt x="2990" y="6357"/>
                  </a:cubicBezTo>
                  <a:cubicBezTo>
                    <a:pt x="3640" y="6357"/>
                    <a:pt x="4264" y="6179"/>
                    <a:pt x="4641" y="5582"/>
                  </a:cubicBezTo>
                  <a:cubicBezTo>
                    <a:pt x="4684" y="5518"/>
                    <a:pt x="4662" y="5433"/>
                    <a:pt x="4609" y="5369"/>
                  </a:cubicBezTo>
                  <a:cubicBezTo>
                    <a:pt x="4415" y="5155"/>
                    <a:pt x="4179" y="5066"/>
                    <a:pt x="3936" y="5066"/>
                  </a:cubicBezTo>
                  <a:cubicBezTo>
                    <a:pt x="3430" y="5066"/>
                    <a:pt x="2895" y="5452"/>
                    <a:pt x="2657" y="5892"/>
                  </a:cubicBezTo>
                  <a:cubicBezTo>
                    <a:pt x="2638" y="5924"/>
                    <a:pt x="2622" y="5958"/>
                    <a:pt x="2608" y="5993"/>
                  </a:cubicBezTo>
                  <a:lnTo>
                    <a:pt x="2608" y="5993"/>
                  </a:lnTo>
                  <a:cubicBezTo>
                    <a:pt x="2406" y="5970"/>
                    <a:pt x="2209" y="5935"/>
                    <a:pt x="2027" y="5902"/>
                  </a:cubicBezTo>
                  <a:cubicBezTo>
                    <a:pt x="1611" y="5838"/>
                    <a:pt x="1238" y="5689"/>
                    <a:pt x="929" y="5401"/>
                  </a:cubicBezTo>
                  <a:cubicBezTo>
                    <a:pt x="374" y="4868"/>
                    <a:pt x="854" y="4164"/>
                    <a:pt x="1270" y="3748"/>
                  </a:cubicBezTo>
                  <a:cubicBezTo>
                    <a:pt x="1444" y="3574"/>
                    <a:pt x="1638" y="3424"/>
                    <a:pt x="1845" y="3295"/>
                  </a:cubicBezTo>
                  <a:lnTo>
                    <a:pt x="1845" y="3295"/>
                  </a:lnTo>
                  <a:cubicBezTo>
                    <a:pt x="2334" y="3458"/>
                    <a:pt x="2853" y="3544"/>
                    <a:pt x="3318" y="3577"/>
                  </a:cubicBezTo>
                  <a:cubicBezTo>
                    <a:pt x="3433" y="3585"/>
                    <a:pt x="3554" y="3589"/>
                    <a:pt x="3677" y="3589"/>
                  </a:cubicBezTo>
                  <a:cubicBezTo>
                    <a:pt x="4398" y="3589"/>
                    <a:pt x="5212" y="3432"/>
                    <a:pt x="5622" y="2830"/>
                  </a:cubicBezTo>
                  <a:cubicBezTo>
                    <a:pt x="5665" y="2766"/>
                    <a:pt x="5654" y="2670"/>
                    <a:pt x="5601" y="2617"/>
                  </a:cubicBezTo>
                  <a:cubicBezTo>
                    <a:pt x="5306" y="2297"/>
                    <a:pt x="4866" y="2191"/>
                    <a:pt x="4397" y="2191"/>
                  </a:cubicBezTo>
                  <a:cubicBezTo>
                    <a:pt x="3833" y="2191"/>
                    <a:pt x="3228" y="2345"/>
                    <a:pt x="2785" y="2468"/>
                  </a:cubicBezTo>
                  <a:cubicBezTo>
                    <a:pt x="2475" y="2558"/>
                    <a:pt x="2125" y="2698"/>
                    <a:pt x="1789" y="2883"/>
                  </a:cubicBezTo>
                  <a:lnTo>
                    <a:pt x="1789" y="2883"/>
                  </a:lnTo>
                  <a:cubicBezTo>
                    <a:pt x="1620" y="2811"/>
                    <a:pt x="1453" y="2729"/>
                    <a:pt x="1291" y="2638"/>
                  </a:cubicBezTo>
                  <a:cubicBezTo>
                    <a:pt x="1185" y="2574"/>
                    <a:pt x="1078" y="2521"/>
                    <a:pt x="971" y="2436"/>
                  </a:cubicBezTo>
                  <a:cubicBezTo>
                    <a:pt x="427" y="2094"/>
                    <a:pt x="587" y="1710"/>
                    <a:pt x="897" y="1347"/>
                  </a:cubicBezTo>
                  <a:cubicBezTo>
                    <a:pt x="1121" y="1081"/>
                    <a:pt x="1451" y="931"/>
                    <a:pt x="1761" y="771"/>
                  </a:cubicBezTo>
                  <a:cubicBezTo>
                    <a:pt x="2393" y="455"/>
                    <a:pt x="3103" y="344"/>
                    <a:pt x="3816" y="344"/>
                  </a:cubicBezTo>
                  <a:cubicBezTo>
                    <a:pt x="3849" y="344"/>
                    <a:pt x="3882" y="344"/>
                    <a:pt x="3916" y="345"/>
                  </a:cubicBezTo>
                  <a:cubicBezTo>
                    <a:pt x="3922" y="345"/>
                    <a:pt x="3928" y="346"/>
                    <a:pt x="3934" y="346"/>
                  </a:cubicBezTo>
                  <a:cubicBezTo>
                    <a:pt x="4129" y="346"/>
                    <a:pt x="4122" y="14"/>
                    <a:pt x="3905" y="3"/>
                  </a:cubicBezTo>
                  <a:cubicBezTo>
                    <a:pt x="3849" y="2"/>
                    <a:pt x="3792" y="1"/>
                    <a:pt x="3736" y="1"/>
                  </a:cubicBezTo>
                  <a:close/>
                </a:path>
              </a:pathLst>
            </a:custGeom>
            <a:solidFill>
              <a:srgbClr val="F2CC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7"/>
            <p:cNvSpPr/>
            <p:nvPr/>
          </p:nvSpPr>
          <p:spPr>
            <a:xfrm>
              <a:off x="3521299" y="2441872"/>
              <a:ext cx="914816" cy="573217"/>
            </a:xfrm>
            <a:custGeom>
              <a:avLst/>
              <a:gdLst/>
              <a:ahLst/>
              <a:cxnLst/>
              <a:rect l="l" t="t" r="r" b="b"/>
              <a:pathLst>
                <a:path w="14989" h="9392" extrusionOk="0">
                  <a:moveTo>
                    <a:pt x="10657" y="1"/>
                  </a:moveTo>
                  <a:cubicBezTo>
                    <a:pt x="9591" y="758"/>
                    <a:pt x="9089" y="2081"/>
                    <a:pt x="8342" y="3158"/>
                  </a:cubicBezTo>
                  <a:cubicBezTo>
                    <a:pt x="7148" y="4918"/>
                    <a:pt x="5174" y="6124"/>
                    <a:pt x="3062" y="6390"/>
                  </a:cubicBezTo>
                  <a:cubicBezTo>
                    <a:pt x="2755" y="6429"/>
                    <a:pt x="2445" y="6448"/>
                    <a:pt x="2135" y="6448"/>
                  </a:cubicBezTo>
                  <a:cubicBezTo>
                    <a:pt x="1411" y="6448"/>
                    <a:pt x="687" y="6343"/>
                    <a:pt x="0" y="6134"/>
                  </a:cubicBezTo>
                  <a:lnTo>
                    <a:pt x="0" y="6134"/>
                  </a:lnTo>
                  <a:cubicBezTo>
                    <a:pt x="107" y="6732"/>
                    <a:pt x="342" y="7265"/>
                    <a:pt x="758" y="7671"/>
                  </a:cubicBezTo>
                  <a:cubicBezTo>
                    <a:pt x="2321" y="9170"/>
                    <a:pt x="4967" y="9392"/>
                    <a:pt x="7180" y="9392"/>
                  </a:cubicBezTo>
                  <a:cubicBezTo>
                    <a:pt x="7566" y="9392"/>
                    <a:pt x="7938" y="9385"/>
                    <a:pt x="8289" y="9377"/>
                  </a:cubicBezTo>
                  <a:cubicBezTo>
                    <a:pt x="9612" y="9345"/>
                    <a:pt x="10615" y="8684"/>
                    <a:pt x="11276" y="7713"/>
                  </a:cubicBezTo>
                  <a:cubicBezTo>
                    <a:pt x="11703" y="7948"/>
                    <a:pt x="12183" y="8097"/>
                    <a:pt x="12673" y="8097"/>
                  </a:cubicBezTo>
                  <a:cubicBezTo>
                    <a:pt x="13580" y="8097"/>
                    <a:pt x="14466" y="7628"/>
                    <a:pt x="14988" y="6892"/>
                  </a:cubicBezTo>
                  <a:lnTo>
                    <a:pt x="14988" y="6892"/>
                  </a:lnTo>
                  <a:cubicBezTo>
                    <a:pt x="14593" y="7049"/>
                    <a:pt x="14171" y="7139"/>
                    <a:pt x="13757" y="7139"/>
                  </a:cubicBezTo>
                  <a:cubicBezTo>
                    <a:pt x="13467" y="7139"/>
                    <a:pt x="13180" y="7095"/>
                    <a:pt x="12908" y="6998"/>
                  </a:cubicBezTo>
                  <a:cubicBezTo>
                    <a:pt x="12535" y="6881"/>
                    <a:pt x="12204" y="6657"/>
                    <a:pt x="11937" y="6380"/>
                  </a:cubicBezTo>
                  <a:cubicBezTo>
                    <a:pt x="12236" y="5473"/>
                    <a:pt x="12343" y="4460"/>
                    <a:pt x="12257" y="3468"/>
                  </a:cubicBezTo>
                  <a:cubicBezTo>
                    <a:pt x="12119" y="2091"/>
                    <a:pt x="11585" y="801"/>
                    <a:pt x="10657" y="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2536;p50">
            <a:extLst>
              <a:ext uri="{FF2B5EF4-FFF2-40B4-BE49-F238E27FC236}">
                <a16:creationId xmlns:a16="http://schemas.microsoft.com/office/drawing/2014/main" id="{5997F2ED-C50E-48F2-9A54-C2584F579A22}"/>
              </a:ext>
            </a:extLst>
          </p:cNvPr>
          <p:cNvSpPr txBox="1"/>
          <p:nvPr/>
        </p:nvSpPr>
        <p:spPr>
          <a:xfrm>
            <a:off x="8784236" y="4907039"/>
            <a:ext cx="359764" cy="23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17</a:t>
            </a:r>
            <a:endParaRPr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otional Loneliness First Aid by Slidesgo">
  <a:themeElements>
    <a:clrScheme name="Simple Light">
      <a:dk1>
        <a:srgbClr val="455E70"/>
      </a:dk1>
      <a:lt1>
        <a:srgbClr val="F7F6F2"/>
      </a:lt1>
      <a:dk2>
        <a:srgbClr val="3A3939"/>
      </a:dk2>
      <a:lt2>
        <a:srgbClr val="E3D6C9"/>
      </a:lt2>
      <a:accent1>
        <a:srgbClr val="F2CC4E"/>
      </a:accent1>
      <a:accent2>
        <a:srgbClr val="E2BA4B"/>
      </a:accent2>
      <a:accent3>
        <a:srgbClr val="C69F3E"/>
      </a:accent3>
      <a:accent4>
        <a:srgbClr val="6FA0A4"/>
      </a:accent4>
      <a:accent5>
        <a:srgbClr val="98C4E6"/>
      </a:accent5>
      <a:accent6>
        <a:srgbClr val="73A0BE"/>
      </a:accent6>
      <a:hlink>
        <a:srgbClr val="2845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2164</TotalTime>
  <Words>206</Words>
  <Application>Microsoft Office PowerPoint</Application>
  <PresentationFormat>Apresentação na tela (16:9)</PresentationFormat>
  <Paragraphs>86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6" baseType="lpstr">
      <vt:lpstr>Paytone One</vt:lpstr>
      <vt:lpstr>Roboto</vt:lpstr>
      <vt:lpstr>Nunito Light</vt:lpstr>
      <vt:lpstr>Inter-Regular</vt:lpstr>
      <vt:lpstr>Encode Sans</vt:lpstr>
      <vt:lpstr>Montserrat Alternates</vt:lpstr>
      <vt:lpstr>Arial</vt:lpstr>
      <vt:lpstr>Oxygen</vt:lpstr>
      <vt:lpstr>Emotional Loneliness First Aid by Slidesgo</vt:lpstr>
      <vt:lpstr>Depressão</vt:lpstr>
      <vt:lpstr>AGENDA</vt:lpstr>
      <vt:lpstr>ESCOPO E CONTEXTO</vt:lpstr>
      <vt:lpstr>ESCOPO E CONTEXTO</vt:lpstr>
      <vt:lpstr>ESCOPO E CONTEXTO</vt:lpstr>
      <vt:lpstr>ARQUITETURA DO PROJETO</vt:lpstr>
      <vt:lpstr>ARQUITETURA DO PROJETO</vt:lpstr>
      <vt:lpstr>DESCRIÇÃO DAS ATIVIDADES</vt:lpstr>
      <vt:lpstr>Apresentação do PowerPoint</vt:lpstr>
      <vt:lpstr>REGRAS DE NEGÓCIO</vt:lpstr>
      <vt:lpstr>REGRAS DE NEGÓCIO</vt:lpstr>
      <vt:lpstr>PLANEJAMENTO</vt:lpstr>
      <vt:lpstr>CÓDIGOS</vt:lpstr>
      <vt:lpstr>DASHBOARD</vt:lpstr>
      <vt:lpstr>CONCLUSÃO</vt:lpstr>
      <vt:lpstr>CONCLUSÃO</vt:lpstr>
      <vt:lpstr>OBRIGADX.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Depressão</dc:title>
  <dc:creator>BlueShift</dc:creator>
  <cp:lastModifiedBy>Eduarda Dantas e Silva</cp:lastModifiedBy>
  <cp:revision>31</cp:revision>
  <dcterms:modified xsi:type="dcterms:W3CDTF">2021-03-05T17:38:31Z</dcterms:modified>
</cp:coreProperties>
</file>