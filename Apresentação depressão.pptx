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8"/>
  </p:notesMasterIdLst>
  <p:handoutMasterIdLst>
    <p:handoutMasterId r:id="rId9"/>
  </p:handoutMasterIdLst>
  <p:sldIdLst>
    <p:sldId id="306" r:id="rId2"/>
    <p:sldId id="257" r:id="rId3"/>
    <p:sldId id="310" r:id="rId4"/>
    <p:sldId id="308" r:id="rId5"/>
    <p:sldId id="311" r:id="rId6"/>
    <p:sldId id="312" r:id="rId7"/>
  </p:sldIdLst>
  <p:sldSz cx="9144000" cy="5143500" type="screen16x9"/>
  <p:notesSz cx="6858000" cy="9144000"/>
  <p:embeddedFontLst>
    <p:embeddedFont>
      <p:font typeface="Helvetica Neue" panose="020B0604020202020204" charset="0"/>
      <p:regular r:id="rId10"/>
      <p:bold r:id="rId11"/>
      <p:italic r:id="rId12"/>
      <p:boldItalic r:id="rId13"/>
    </p:embeddedFont>
    <p:embeddedFont>
      <p:font typeface="Inter" panose="020B0604020202020204" charset="0"/>
      <p:regular r:id="rId14"/>
      <p:bold r:id="rId15"/>
    </p:embeddedFont>
    <p:embeddedFont>
      <p:font typeface="Inter-Regular" panose="020B0604020202020204" charset="0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B1BBE3-5769-4D7C-9D72-810FC33715F1}">
  <a:tblStyle styleId="{30B1BBE3-5769-4D7C-9D72-810FC33715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75C6299-2A12-4CE3-8525-23882EF1DB9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9" autoAdjust="0"/>
    <p:restoredTop sz="92420" autoAdjust="0"/>
  </p:normalViewPr>
  <p:slideViewPr>
    <p:cSldViewPr snapToGrid="0">
      <p:cViewPr varScale="1">
        <p:scale>
          <a:sx n="91" d="100"/>
          <a:sy n="91" d="100"/>
        </p:scale>
        <p:origin x="42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809887-9C66-4FF3-9DF7-7E73D55E3B16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55A91C97-01FA-41B4-8998-265B067DC0D3}">
      <dgm:prSet phldrT="[Texto]" custT="1"/>
      <dgm:spPr>
        <a:noFill/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r>
            <a:rPr lang="pt-BR" sz="2400" dirty="0">
              <a:solidFill>
                <a:schemeClr val="tx2">
                  <a:lumMod val="25000"/>
                </a:schemeClr>
              </a:solidFill>
            </a:rPr>
            <a:t>Power BI | Dashboard</a:t>
          </a:r>
        </a:p>
      </dgm:t>
    </dgm:pt>
    <dgm:pt modelId="{CB3E3709-EB74-4C44-9F98-AE3A636EC6A7}" type="parTrans" cxnId="{6EF9D15B-AE8B-40DD-9FE5-507D79670C5C}">
      <dgm:prSet/>
      <dgm:spPr/>
      <dgm:t>
        <a:bodyPr/>
        <a:lstStyle/>
        <a:p>
          <a:endParaRPr lang="pt-BR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BF0CC52F-EF7A-4BAC-9122-5BC49C90BEEB}" type="sibTrans" cxnId="{6EF9D15B-AE8B-40DD-9FE5-507D79670C5C}">
      <dgm:prSet/>
      <dgm:spPr/>
      <dgm:t>
        <a:bodyPr/>
        <a:lstStyle/>
        <a:p>
          <a:endParaRPr lang="pt-BR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C3BEC644-D189-43DE-9BA9-10CB5405EC54}">
      <dgm:prSet phldrT="[Texto]" custT="1"/>
      <dgm:spPr>
        <a:noFill/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r>
            <a:rPr lang="pt-BR" sz="2400" dirty="0">
              <a:solidFill>
                <a:schemeClr val="tx2">
                  <a:lumMod val="25000"/>
                </a:schemeClr>
              </a:solidFill>
            </a:rPr>
            <a:t>Cloud | API e Cloud Storage</a:t>
          </a:r>
          <a:r>
            <a:rPr lang="pt-BR" sz="2400" dirty="0">
              <a:solidFill>
                <a:schemeClr val="tx1">
                  <a:lumMod val="65000"/>
                  <a:lumOff val="35000"/>
                </a:schemeClr>
              </a:solidFill>
            </a:rPr>
            <a:t> </a:t>
          </a:r>
        </a:p>
      </dgm:t>
    </dgm:pt>
    <dgm:pt modelId="{35407A75-D4D2-4D6F-84F5-0AE9D1779163}" type="parTrans" cxnId="{0FB4281D-111B-4469-9D48-479FADCC7DF8}">
      <dgm:prSet/>
      <dgm:spPr/>
      <dgm:t>
        <a:bodyPr/>
        <a:lstStyle/>
        <a:p>
          <a:endParaRPr lang="pt-BR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6D4076CD-A0CF-4274-89C2-D9E7F5F0F6E2}" type="sibTrans" cxnId="{0FB4281D-111B-4469-9D48-479FADCC7DF8}">
      <dgm:prSet/>
      <dgm:spPr/>
      <dgm:t>
        <a:bodyPr/>
        <a:lstStyle/>
        <a:p>
          <a:endParaRPr lang="pt-BR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2B12C24A-2E78-4D54-8697-3AD459FD315B}">
      <dgm:prSet phldrT="[Texto]" custT="1"/>
      <dgm:spPr>
        <a:noFill/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r>
            <a:rPr lang="pt-BR" sz="2400" dirty="0">
              <a:solidFill>
                <a:schemeClr val="tx2">
                  <a:lumMod val="25000"/>
                </a:schemeClr>
              </a:solidFill>
            </a:rPr>
            <a:t>Cloud</a:t>
          </a:r>
          <a:r>
            <a:rPr lang="pt-BR" sz="2400" baseline="0" dirty="0">
              <a:solidFill>
                <a:schemeClr val="tx2">
                  <a:lumMod val="25000"/>
                </a:schemeClr>
              </a:solidFill>
            </a:rPr>
            <a:t> | BigQuery</a:t>
          </a:r>
          <a:endParaRPr lang="pt-BR" sz="2400" dirty="0">
            <a:solidFill>
              <a:schemeClr val="tx2">
                <a:lumMod val="25000"/>
              </a:schemeClr>
            </a:solidFill>
          </a:endParaRPr>
        </a:p>
      </dgm:t>
    </dgm:pt>
    <dgm:pt modelId="{7708830B-30EA-446B-B7EA-8500E857E623}" type="sibTrans" cxnId="{918E5C01-B2A3-49F4-B48A-2A644572B60A}">
      <dgm:prSet/>
      <dgm:spPr/>
      <dgm:t>
        <a:bodyPr/>
        <a:lstStyle/>
        <a:p>
          <a:endParaRPr lang="pt-BR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618402A0-35E8-44DF-8656-26683083E90D}" type="parTrans" cxnId="{918E5C01-B2A3-49F4-B48A-2A644572B60A}">
      <dgm:prSet/>
      <dgm:spPr/>
      <dgm:t>
        <a:bodyPr/>
        <a:lstStyle/>
        <a:p>
          <a:endParaRPr lang="pt-BR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CE407DB5-45B1-4C51-AB16-604E91EE40BE}" type="pres">
      <dgm:prSet presAssocID="{E5809887-9C66-4FF3-9DF7-7E73D55E3B16}" presName="linearFlow" presStyleCnt="0">
        <dgm:presLayoutVars>
          <dgm:dir/>
          <dgm:resizeHandles val="exact"/>
        </dgm:presLayoutVars>
      </dgm:prSet>
      <dgm:spPr/>
    </dgm:pt>
    <dgm:pt modelId="{C0DA0F78-9049-477F-8D1F-9C60520DDC20}" type="pres">
      <dgm:prSet presAssocID="{C3BEC644-D189-43DE-9BA9-10CB5405EC54}" presName="composite" presStyleCnt="0"/>
      <dgm:spPr/>
    </dgm:pt>
    <dgm:pt modelId="{0286B64C-25C5-4EE7-A8F2-618DDDEA564D}" type="pres">
      <dgm:prSet presAssocID="{C3BEC644-D189-43DE-9BA9-10CB5405EC54}" presName="imgShp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50B0F1DA-95B6-4D0F-B970-71B8F72299C3}" type="pres">
      <dgm:prSet presAssocID="{C3BEC644-D189-43DE-9BA9-10CB5405EC54}" presName="txShp" presStyleLbl="node1" presStyleIdx="0" presStyleCnt="3">
        <dgm:presLayoutVars>
          <dgm:bulletEnabled val="1"/>
        </dgm:presLayoutVars>
      </dgm:prSet>
      <dgm:spPr/>
    </dgm:pt>
    <dgm:pt modelId="{4399CEDE-979E-44DB-8972-80052C65648A}" type="pres">
      <dgm:prSet presAssocID="{6D4076CD-A0CF-4274-89C2-D9E7F5F0F6E2}" presName="spacing" presStyleCnt="0"/>
      <dgm:spPr/>
    </dgm:pt>
    <dgm:pt modelId="{A2C1B3E7-5D8D-4808-98A6-44EF17715439}" type="pres">
      <dgm:prSet presAssocID="{2B12C24A-2E78-4D54-8697-3AD459FD315B}" presName="composite" presStyleCnt="0"/>
      <dgm:spPr/>
    </dgm:pt>
    <dgm:pt modelId="{407E7A5D-6834-4EDE-97DB-5D3552E4AEA6}" type="pres">
      <dgm:prSet presAssocID="{2B12C24A-2E78-4D54-8697-3AD459FD315B}" presName="imgShp" presStyleLbl="fgImgPlace1" presStyleIdx="1" presStyleCnt="3"/>
      <dgm:spPr>
        <a:blipFill>
          <a:blip xmlns:r="http://schemas.openxmlformats.org/officeDocument/2006/relationships" r:embed="rId2"/>
          <a:srcRect/>
          <a:stretch>
            <a:fillRect l="-17000" r="-17000"/>
          </a:stretch>
        </a:blipFill>
      </dgm:spPr>
    </dgm:pt>
    <dgm:pt modelId="{47141089-239C-4C41-8316-E080FFF78BCC}" type="pres">
      <dgm:prSet presAssocID="{2B12C24A-2E78-4D54-8697-3AD459FD315B}" presName="txShp" presStyleLbl="node1" presStyleIdx="1" presStyleCnt="3" custLinFactNeighborY="-2256">
        <dgm:presLayoutVars>
          <dgm:bulletEnabled val="1"/>
        </dgm:presLayoutVars>
      </dgm:prSet>
      <dgm:spPr/>
    </dgm:pt>
    <dgm:pt modelId="{12A6A945-19F7-4418-875C-0EE36421ED8D}" type="pres">
      <dgm:prSet presAssocID="{7708830B-30EA-446B-B7EA-8500E857E623}" presName="spacing" presStyleCnt="0"/>
      <dgm:spPr/>
    </dgm:pt>
    <dgm:pt modelId="{5B77114F-4050-4264-9135-130953DBD7ED}" type="pres">
      <dgm:prSet presAssocID="{55A91C97-01FA-41B4-8998-265B067DC0D3}" presName="composite" presStyleCnt="0"/>
      <dgm:spPr/>
    </dgm:pt>
    <dgm:pt modelId="{A0985C06-3AD6-4B35-97A5-5CEDB02613E6}" type="pres">
      <dgm:prSet presAssocID="{55A91C97-01FA-41B4-8998-265B067DC0D3}" presName="imgShp" presStyleLbl="fgImgPlace1" presStyleIdx="2" presStyleCnt="3"/>
      <dgm:spPr>
        <a:blipFill rotWithShape="1">
          <a:blip xmlns:r="http://schemas.openxmlformats.org/officeDocument/2006/relationships" r:embed="rId3"/>
          <a:srcRect/>
          <a:stretch>
            <a:fillRect t="-1000" b="-1000"/>
          </a:stretch>
        </a:blipFill>
      </dgm:spPr>
    </dgm:pt>
    <dgm:pt modelId="{C46929AB-0234-4185-8F5F-3A460ABA22BB}" type="pres">
      <dgm:prSet presAssocID="{55A91C97-01FA-41B4-8998-265B067DC0D3}" presName="txShp" presStyleLbl="node1" presStyleIdx="2" presStyleCnt="3" custLinFactNeighborY="2256">
        <dgm:presLayoutVars>
          <dgm:bulletEnabled val="1"/>
        </dgm:presLayoutVars>
      </dgm:prSet>
      <dgm:spPr/>
    </dgm:pt>
  </dgm:ptLst>
  <dgm:cxnLst>
    <dgm:cxn modelId="{918E5C01-B2A3-49F4-B48A-2A644572B60A}" srcId="{E5809887-9C66-4FF3-9DF7-7E73D55E3B16}" destId="{2B12C24A-2E78-4D54-8697-3AD459FD315B}" srcOrd="1" destOrd="0" parTransId="{618402A0-35E8-44DF-8656-26683083E90D}" sibTransId="{7708830B-30EA-446B-B7EA-8500E857E623}"/>
    <dgm:cxn modelId="{0FB4281D-111B-4469-9D48-479FADCC7DF8}" srcId="{E5809887-9C66-4FF3-9DF7-7E73D55E3B16}" destId="{C3BEC644-D189-43DE-9BA9-10CB5405EC54}" srcOrd="0" destOrd="0" parTransId="{35407A75-D4D2-4D6F-84F5-0AE9D1779163}" sibTransId="{6D4076CD-A0CF-4274-89C2-D9E7F5F0F6E2}"/>
    <dgm:cxn modelId="{0566363B-973D-41C8-9B85-559AE38E4C56}" type="presOf" srcId="{55A91C97-01FA-41B4-8998-265B067DC0D3}" destId="{C46929AB-0234-4185-8F5F-3A460ABA22BB}" srcOrd="0" destOrd="0" presId="urn:microsoft.com/office/officeart/2005/8/layout/vList3"/>
    <dgm:cxn modelId="{6EF9D15B-AE8B-40DD-9FE5-507D79670C5C}" srcId="{E5809887-9C66-4FF3-9DF7-7E73D55E3B16}" destId="{55A91C97-01FA-41B4-8998-265B067DC0D3}" srcOrd="2" destOrd="0" parTransId="{CB3E3709-EB74-4C44-9F98-AE3A636EC6A7}" sibTransId="{BF0CC52F-EF7A-4BAC-9122-5BC49C90BEEB}"/>
    <dgm:cxn modelId="{CD005F6F-5A11-40A1-A9F7-F9EAE593EBDC}" type="presOf" srcId="{E5809887-9C66-4FF3-9DF7-7E73D55E3B16}" destId="{CE407DB5-45B1-4C51-AB16-604E91EE40BE}" srcOrd="0" destOrd="0" presId="urn:microsoft.com/office/officeart/2005/8/layout/vList3"/>
    <dgm:cxn modelId="{2FCF939B-78D6-4232-A5C2-93954EBB4B4B}" type="presOf" srcId="{2B12C24A-2E78-4D54-8697-3AD459FD315B}" destId="{47141089-239C-4C41-8316-E080FFF78BCC}" srcOrd="0" destOrd="0" presId="urn:microsoft.com/office/officeart/2005/8/layout/vList3"/>
    <dgm:cxn modelId="{9FAE3AC7-22AF-4EDC-9542-2A3F720E8818}" type="presOf" srcId="{C3BEC644-D189-43DE-9BA9-10CB5405EC54}" destId="{50B0F1DA-95B6-4D0F-B970-71B8F72299C3}" srcOrd="0" destOrd="0" presId="urn:microsoft.com/office/officeart/2005/8/layout/vList3"/>
    <dgm:cxn modelId="{FB8666B5-E66D-4E07-9CB4-95D081055395}" type="presParOf" srcId="{CE407DB5-45B1-4C51-AB16-604E91EE40BE}" destId="{C0DA0F78-9049-477F-8D1F-9C60520DDC20}" srcOrd="0" destOrd="0" presId="urn:microsoft.com/office/officeart/2005/8/layout/vList3"/>
    <dgm:cxn modelId="{4AF5BFC7-65A3-4D46-BD0A-A3D0FEDA1FDA}" type="presParOf" srcId="{C0DA0F78-9049-477F-8D1F-9C60520DDC20}" destId="{0286B64C-25C5-4EE7-A8F2-618DDDEA564D}" srcOrd="0" destOrd="0" presId="urn:microsoft.com/office/officeart/2005/8/layout/vList3"/>
    <dgm:cxn modelId="{1542B81A-19C2-44C0-9B6F-0F24CD40DEBF}" type="presParOf" srcId="{C0DA0F78-9049-477F-8D1F-9C60520DDC20}" destId="{50B0F1DA-95B6-4D0F-B970-71B8F72299C3}" srcOrd="1" destOrd="0" presId="urn:microsoft.com/office/officeart/2005/8/layout/vList3"/>
    <dgm:cxn modelId="{B87CD780-7A35-44A8-A073-CAA1D25247FC}" type="presParOf" srcId="{CE407DB5-45B1-4C51-AB16-604E91EE40BE}" destId="{4399CEDE-979E-44DB-8972-80052C65648A}" srcOrd="1" destOrd="0" presId="urn:microsoft.com/office/officeart/2005/8/layout/vList3"/>
    <dgm:cxn modelId="{9BF927C3-1C28-4EB8-B759-0097A2E2B33C}" type="presParOf" srcId="{CE407DB5-45B1-4C51-AB16-604E91EE40BE}" destId="{A2C1B3E7-5D8D-4808-98A6-44EF17715439}" srcOrd="2" destOrd="0" presId="urn:microsoft.com/office/officeart/2005/8/layout/vList3"/>
    <dgm:cxn modelId="{561ED0C0-72CB-48CC-9D88-CD8A04455C05}" type="presParOf" srcId="{A2C1B3E7-5D8D-4808-98A6-44EF17715439}" destId="{407E7A5D-6834-4EDE-97DB-5D3552E4AEA6}" srcOrd="0" destOrd="0" presId="urn:microsoft.com/office/officeart/2005/8/layout/vList3"/>
    <dgm:cxn modelId="{DA01B765-68D1-4874-8D80-199C70700F0D}" type="presParOf" srcId="{A2C1B3E7-5D8D-4808-98A6-44EF17715439}" destId="{47141089-239C-4C41-8316-E080FFF78BCC}" srcOrd="1" destOrd="0" presId="urn:microsoft.com/office/officeart/2005/8/layout/vList3"/>
    <dgm:cxn modelId="{6E19214A-9410-4253-9143-9C9AEE385979}" type="presParOf" srcId="{CE407DB5-45B1-4C51-AB16-604E91EE40BE}" destId="{12A6A945-19F7-4418-875C-0EE36421ED8D}" srcOrd="3" destOrd="0" presId="urn:microsoft.com/office/officeart/2005/8/layout/vList3"/>
    <dgm:cxn modelId="{A5F4EC8E-DB97-4C52-AAA2-2255160AA71C}" type="presParOf" srcId="{CE407DB5-45B1-4C51-AB16-604E91EE40BE}" destId="{5B77114F-4050-4264-9135-130953DBD7ED}" srcOrd="4" destOrd="0" presId="urn:microsoft.com/office/officeart/2005/8/layout/vList3"/>
    <dgm:cxn modelId="{0162B0D8-6C7E-4978-AB8D-ED00CFD1F6BB}" type="presParOf" srcId="{5B77114F-4050-4264-9135-130953DBD7ED}" destId="{A0985C06-3AD6-4B35-97A5-5CEDB02613E6}" srcOrd="0" destOrd="0" presId="urn:microsoft.com/office/officeart/2005/8/layout/vList3"/>
    <dgm:cxn modelId="{15AEB8F1-D3DE-474C-A7BE-430FAB09DB3A}" type="presParOf" srcId="{5B77114F-4050-4264-9135-130953DBD7ED}" destId="{C46929AB-0234-4185-8F5F-3A460ABA22B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B0F1DA-95B6-4D0F-B970-71B8F72299C3}">
      <dsp:nvSpPr>
        <dsp:cNvPr id="0" name=""/>
        <dsp:cNvSpPr/>
      </dsp:nvSpPr>
      <dsp:spPr>
        <a:xfrm rot="10800000">
          <a:off x="1191246" y="370"/>
          <a:ext cx="3715329" cy="1021720"/>
        </a:xfrm>
        <a:prstGeom prst="homePlate">
          <a:avLst/>
        </a:prstGeom>
        <a:noFill/>
        <a:ln w="25400" cap="flat" cmpd="sng" algn="ctr">
          <a:solidFill>
            <a:schemeClr val="bg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0551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solidFill>
                <a:schemeClr val="tx2">
                  <a:lumMod val="25000"/>
                </a:schemeClr>
              </a:solidFill>
            </a:rPr>
            <a:t>Cloud | API e Cloud Storage</a:t>
          </a:r>
          <a:r>
            <a:rPr lang="pt-BR" sz="2400" kern="1200" dirty="0">
              <a:solidFill>
                <a:schemeClr val="tx1">
                  <a:lumMod val="65000"/>
                  <a:lumOff val="35000"/>
                </a:schemeClr>
              </a:solidFill>
            </a:rPr>
            <a:t> </a:t>
          </a:r>
        </a:p>
      </dsp:txBody>
      <dsp:txXfrm rot="10800000">
        <a:off x="1446676" y="370"/>
        <a:ext cx="3459899" cy="1021720"/>
      </dsp:txXfrm>
    </dsp:sp>
    <dsp:sp modelId="{0286B64C-25C5-4EE7-A8F2-618DDDEA564D}">
      <dsp:nvSpPr>
        <dsp:cNvPr id="0" name=""/>
        <dsp:cNvSpPr/>
      </dsp:nvSpPr>
      <dsp:spPr>
        <a:xfrm>
          <a:off x="680385" y="370"/>
          <a:ext cx="1021720" cy="1021720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141089-239C-4C41-8316-E080FFF78BCC}">
      <dsp:nvSpPr>
        <dsp:cNvPr id="0" name=""/>
        <dsp:cNvSpPr/>
      </dsp:nvSpPr>
      <dsp:spPr>
        <a:xfrm rot="10800000">
          <a:off x="1191246" y="1304033"/>
          <a:ext cx="3715329" cy="1021720"/>
        </a:xfrm>
        <a:prstGeom prst="homePlate">
          <a:avLst/>
        </a:prstGeom>
        <a:noFill/>
        <a:ln w="25400" cap="flat" cmpd="sng" algn="ctr">
          <a:solidFill>
            <a:schemeClr val="bg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0551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solidFill>
                <a:schemeClr val="tx2">
                  <a:lumMod val="25000"/>
                </a:schemeClr>
              </a:solidFill>
            </a:rPr>
            <a:t>Cloud</a:t>
          </a:r>
          <a:r>
            <a:rPr lang="pt-BR" sz="2400" kern="1200" baseline="0" dirty="0">
              <a:solidFill>
                <a:schemeClr val="tx2">
                  <a:lumMod val="25000"/>
                </a:schemeClr>
              </a:solidFill>
            </a:rPr>
            <a:t> | BigQuery</a:t>
          </a:r>
          <a:endParaRPr lang="pt-BR" sz="2400" kern="1200" dirty="0">
            <a:solidFill>
              <a:schemeClr val="tx2">
                <a:lumMod val="25000"/>
              </a:schemeClr>
            </a:solidFill>
          </a:endParaRPr>
        </a:p>
      </dsp:txBody>
      <dsp:txXfrm rot="10800000">
        <a:off x="1446676" y="1304033"/>
        <a:ext cx="3459899" cy="1021720"/>
      </dsp:txXfrm>
    </dsp:sp>
    <dsp:sp modelId="{407E7A5D-6834-4EDE-97DB-5D3552E4AEA6}">
      <dsp:nvSpPr>
        <dsp:cNvPr id="0" name=""/>
        <dsp:cNvSpPr/>
      </dsp:nvSpPr>
      <dsp:spPr>
        <a:xfrm>
          <a:off x="680385" y="1327083"/>
          <a:ext cx="1021720" cy="1021720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 l="-17000" r="-17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6929AB-0234-4185-8F5F-3A460ABA22BB}">
      <dsp:nvSpPr>
        <dsp:cNvPr id="0" name=""/>
        <dsp:cNvSpPr/>
      </dsp:nvSpPr>
      <dsp:spPr>
        <a:xfrm rot="10800000">
          <a:off x="1191246" y="2654166"/>
          <a:ext cx="3715329" cy="1021720"/>
        </a:xfrm>
        <a:prstGeom prst="homePlate">
          <a:avLst/>
        </a:prstGeom>
        <a:noFill/>
        <a:ln w="25400" cap="flat" cmpd="sng" algn="ctr">
          <a:solidFill>
            <a:schemeClr val="bg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0551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solidFill>
                <a:schemeClr val="tx2">
                  <a:lumMod val="25000"/>
                </a:schemeClr>
              </a:solidFill>
            </a:rPr>
            <a:t>Power BI | Dashboard</a:t>
          </a:r>
        </a:p>
      </dsp:txBody>
      <dsp:txXfrm rot="10800000">
        <a:off x="1446676" y="2654166"/>
        <a:ext cx="3459899" cy="1021720"/>
      </dsp:txXfrm>
    </dsp:sp>
    <dsp:sp modelId="{A0985C06-3AD6-4B35-97A5-5CEDB02613E6}">
      <dsp:nvSpPr>
        <dsp:cNvPr id="0" name=""/>
        <dsp:cNvSpPr/>
      </dsp:nvSpPr>
      <dsp:spPr>
        <a:xfrm>
          <a:off x="680385" y="2653795"/>
          <a:ext cx="1021720" cy="1021720"/>
        </a:xfrm>
        <a:prstGeom prst="ellipse">
          <a:avLst/>
        </a:prstGeom>
        <a:blipFill rotWithShape="1">
          <a:blip xmlns:r="http://schemas.openxmlformats.org/officeDocument/2006/relationships" r:embed="rId3"/>
          <a:srcRect/>
          <a:stretch>
            <a:fillRect t="-1000" b="-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6CD5788E-D118-49CD-90B8-3A8E3CC692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24CBFA2-804E-4FE3-922C-60E19D8186E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AC5AC-8141-4B5B-9599-F91362BA2330}" type="datetimeFigureOut">
              <a:rPr lang="pt-BR" smtClean="0"/>
              <a:t>18/02/2021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5A30CC7-B763-4AA2-83C2-FEE482EBCA8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80F7597-E865-4B9C-8379-4459AE4747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200307-04ED-47EB-AFD8-175003342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9159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8c678e2da0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8c678e2da0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5432625" y="1925250"/>
            <a:ext cx="3001800" cy="1293000"/>
          </a:xfrm>
          <a:prstGeom prst="rect">
            <a:avLst/>
          </a:prstGeom>
        </p:spPr>
        <p:txBody>
          <a:bodyPr spcFirstLastPara="1" wrap="square" lIns="228600" tIns="228600" rIns="228600" bIns="2286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5432625" y="539425"/>
            <a:ext cx="3001800" cy="743100"/>
          </a:xfrm>
          <a:prstGeom prst="rect">
            <a:avLst/>
          </a:prstGeom>
        </p:spPr>
        <p:txBody>
          <a:bodyPr spcFirstLastPara="1" wrap="square" lIns="228600" tIns="228600" rIns="228600" bIns="2286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Inter-Regular"/>
              <a:buNone/>
              <a:defRPr sz="2100" b="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Inter-Regular"/>
              <a:buNone/>
              <a:defRPr sz="21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Inter-Regular"/>
              <a:buNone/>
              <a:defRPr sz="21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Inter-Regular"/>
              <a:buNone/>
              <a:defRPr sz="21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Inter-Regular"/>
              <a:buNone/>
              <a:defRPr sz="21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Inter-Regular"/>
              <a:buNone/>
              <a:defRPr sz="21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Inter-Regular"/>
              <a:buNone/>
              <a:defRPr sz="21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Inter-Regular"/>
              <a:buNone/>
              <a:defRPr sz="21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Inter-Regular"/>
              <a:buNone/>
              <a:defRPr sz="21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5445200" y="3636150"/>
            <a:ext cx="2251200" cy="978600"/>
          </a:xfrm>
          <a:prstGeom prst="rect">
            <a:avLst/>
          </a:prstGeom>
        </p:spPr>
        <p:txBody>
          <a:bodyPr spcFirstLastPara="1" wrap="square" lIns="228600" tIns="228600" rIns="228600" bIns="2286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cxnSp>
        <p:nvCxnSpPr>
          <p:cNvPr id="15" name="Google Shape;15;p3"/>
          <p:cNvCxnSpPr/>
          <p:nvPr/>
        </p:nvCxnSpPr>
        <p:spPr>
          <a:xfrm>
            <a:off x="5445200" y="553300"/>
            <a:ext cx="2985600" cy="0"/>
          </a:xfrm>
          <a:prstGeom prst="straightConnector1">
            <a:avLst/>
          </a:prstGeom>
          <a:noFill/>
          <a:ln w="9525" cap="flat" cmpd="sng">
            <a:solidFill>
              <a:srgbClr val="0363E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704425" y="939025"/>
            <a:ext cx="7726500" cy="3664800"/>
          </a:xfrm>
          <a:prstGeom prst="rect">
            <a:avLst/>
          </a:prstGeom>
        </p:spPr>
        <p:txBody>
          <a:bodyPr spcFirstLastPara="1" wrap="square" lIns="228600" tIns="228600" rIns="228600" bIns="2286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600"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600"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600"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600"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600"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600"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600"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704400" y="255100"/>
            <a:ext cx="3698400" cy="596400"/>
          </a:xfrm>
          <a:prstGeom prst="rect">
            <a:avLst/>
          </a:prstGeom>
        </p:spPr>
        <p:txBody>
          <a:bodyPr spcFirstLastPara="1" wrap="square" lIns="228600" tIns="228600" rIns="228600" bIns="2286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4F4F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228600" rIns="228600" bIns="2286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228600" rIns="228600" bIns="228600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8" r:id="rId3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9173ABB-1823-4E16-81D3-BD4C28050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51120"/>
          </a:xfrm>
          <a:prstGeom prst="rect">
            <a:avLst/>
          </a:prstGeom>
        </p:spPr>
      </p:pic>
      <p:sp>
        <p:nvSpPr>
          <p:cNvPr id="6" name="Google Shape;142;p27">
            <a:extLst>
              <a:ext uri="{FF2B5EF4-FFF2-40B4-BE49-F238E27FC236}">
                <a16:creationId xmlns:a16="http://schemas.microsoft.com/office/drawing/2014/main" id="{C7B47371-FA89-482A-972F-75BCA02450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2450" y="1619054"/>
            <a:ext cx="4019550" cy="1444859"/>
          </a:xfrm>
          <a:prstGeom prst="rect">
            <a:avLst/>
          </a:prstGeom>
        </p:spPr>
        <p:txBody>
          <a:bodyPr spcFirstLastPara="1" wrap="square" lIns="228600" tIns="228600" rIns="228600" bIns="228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dirty="0">
                <a:solidFill>
                  <a:schemeClr val="accent2">
                    <a:lumMod val="75000"/>
                  </a:schemeClr>
                </a:solidFill>
              </a:rPr>
              <a:t>Depressão:</a:t>
            </a:r>
            <a:br>
              <a:rPr lang="pt-BR" dirty="0">
                <a:solidFill>
                  <a:schemeClr val="tx2"/>
                </a:solidFill>
              </a:rPr>
            </a:br>
            <a:r>
              <a:rPr lang="pt-BR" sz="2800" dirty="0">
                <a:solidFill>
                  <a:schemeClr val="accent2">
                    <a:lumMod val="75000"/>
                  </a:schemeClr>
                </a:solidFill>
              </a:rPr>
              <a:t>O Mal do Século XXI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Google Shape;166;p30">
            <a:extLst>
              <a:ext uri="{FF2B5EF4-FFF2-40B4-BE49-F238E27FC236}">
                <a16:creationId xmlns:a16="http://schemas.microsoft.com/office/drawing/2014/main" id="{A41FE8F4-4BC6-472D-96C0-8BE4FAF94888}"/>
              </a:ext>
            </a:extLst>
          </p:cNvPr>
          <p:cNvCxnSpPr>
            <a:cxnSpLocks/>
          </p:cNvCxnSpPr>
          <p:nvPr/>
        </p:nvCxnSpPr>
        <p:spPr>
          <a:xfrm>
            <a:off x="4572000" y="1097280"/>
            <a:ext cx="0" cy="2928915"/>
          </a:xfrm>
          <a:prstGeom prst="straightConnector1">
            <a:avLst/>
          </a:prstGeom>
          <a:noFill/>
          <a:ln w="9525" cap="flat" cmpd="sng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Retângulo 11">
            <a:extLst>
              <a:ext uri="{FF2B5EF4-FFF2-40B4-BE49-F238E27FC236}">
                <a16:creationId xmlns:a16="http://schemas.microsoft.com/office/drawing/2014/main" id="{44B4B16B-CBA1-43C1-A48A-BF7CDDB3CD35}"/>
              </a:ext>
            </a:extLst>
          </p:cNvPr>
          <p:cNvSpPr/>
          <p:nvPr/>
        </p:nvSpPr>
        <p:spPr>
          <a:xfrm>
            <a:off x="4686302" y="2041951"/>
            <a:ext cx="29946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sz="1800" dirty="0">
                <a:solidFill>
                  <a:schemeClr val="bg1">
                    <a:lumMod val="75000"/>
                  </a:schemeClr>
                </a:solidFill>
                <a:latin typeface="Inter-Regular" panose="020B0604020202020204" charset="0"/>
                <a:ea typeface="Inter-Regular" panose="020B0604020202020204" charset="0"/>
              </a:rPr>
              <a:t>Deborah de Lemos </a:t>
            </a:r>
            <a:br>
              <a:rPr lang="en" sz="1800" dirty="0">
                <a:solidFill>
                  <a:schemeClr val="bg1">
                    <a:lumMod val="75000"/>
                  </a:schemeClr>
                </a:solidFill>
                <a:latin typeface="Inter-Regular" panose="020B0604020202020204" charset="0"/>
                <a:ea typeface="Inter-Regular" panose="020B0604020202020204" charset="0"/>
              </a:rPr>
            </a:br>
            <a:r>
              <a:rPr lang="en" sz="1800" dirty="0">
                <a:solidFill>
                  <a:schemeClr val="bg1">
                    <a:lumMod val="75000"/>
                  </a:schemeClr>
                </a:solidFill>
                <a:latin typeface="Inter-Regular" panose="020B0604020202020204" charset="0"/>
                <a:ea typeface="Inter-Regular" panose="020B0604020202020204" charset="0"/>
              </a:rPr>
              <a:t>Eduarda Dantas e Silva</a:t>
            </a:r>
            <a:br>
              <a:rPr lang="en" sz="1800" dirty="0">
                <a:solidFill>
                  <a:schemeClr val="bg1">
                    <a:lumMod val="75000"/>
                  </a:schemeClr>
                </a:solidFill>
                <a:latin typeface="Inter-Regular" panose="020B0604020202020204" charset="0"/>
                <a:ea typeface="Inter-Regular" panose="020B0604020202020204" charset="0"/>
              </a:rPr>
            </a:br>
            <a:r>
              <a:rPr lang="en" sz="1800" dirty="0">
                <a:solidFill>
                  <a:schemeClr val="bg1">
                    <a:lumMod val="75000"/>
                  </a:schemeClr>
                </a:solidFill>
                <a:latin typeface="Inter-Regular" panose="020B0604020202020204" charset="0"/>
                <a:ea typeface="Inter-Regular" panose="020B0604020202020204" charset="0"/>
              </a:rPr>
              <a:t>Jonathan Mota de Souza</a:t>
            </a:r>
            <a:endParaRPr lang="pt-BR" sz="1800" dirty="0">
              <a:solidFill>
                <a:schemeClr val="bg1">
                  <a:lumMod val="75000"/>
                </a:schemeClr>
              </a:solidFill>
              <a:latin typeface="Inter-Regular" panose="020B0604020202020204" charset="0"/>
              <a:ea typeface="Inter-Regula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554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>
            <a:spLocks noGrp="1"/>
          </p:cNvSpPr>
          <p:nvPr>
            <p:ph type="title"/>
          </p:nvPr>
        </p:nvSpPr>
        <p:spPr>
          <a:xfrm>
            <a:off x="236220" y="255100"/>
            <a:ext cx="2575560" cy="596400"/>
          </a:xfrm>
          <a:prstGeom prst="rect">
            <a:avLst/>
          </a:prstGeom>
        </p:spPr>
        <p:txBody>
          <a:bodyPr spcFirstLastPara="1" wrap="square" lIns="228600" tIns="228600" rIns="228600" bIns="228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>
                    <a:lumMod val="50000"/>
                  </a:schemeClr>
                </a:solidFill>
              </a:rPr>
              <a:t>Porque</a:t>
            </a:r>
            <a:r>
              <a:rPr lang="en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" b="0" dirty="0">
                <a:solidFill>
                  <a:schemeClr val="tx2">
                    <a:lumMod val="25000"/>
                  </a:schemeClr>
                </a:solidFill>
              </a:rPr>
              <a:t>depressão?</a:t>
            </a:r>
            <a:r>
              <a:rPr lang="pt-BR" b="0" dirty="0">
                <a:solidFill>
                  <a:schemeClr val="tx2">
                    <a:lumMod val="25000"/>
                  </a:schemeClr>
                </a:solidFill>
              </a:rPr>
              <a:t> </a:t>
            </a:r>
            <a:endParaRPr b="0" dirty="0">
              <a:solidFill>
                <a:schemeClr val="tx2">
                  <a:lumMod val="25000"/>
                </a:schemeClr>
              </a:solidFill>
            </a:endParaRPr>
          </a:p>
        </p:txBody>
      </p:sp>
      <p:cxnSp>
        <p:nvCxnSpPr>
          <p:cNvPr id="154" name="Google Shape;154;p28"/>
          <p:cNvCxnSpPr>
            <a:cxnSpLocks/>
            <a:stCxn id="152" idx="3"/>
          </p:cNvCxnSpPr>
          <p:nvPr/>
        </p:nvCxnSpPr>
        <p:spPr>
          <a:xfrm>
            <a:off x="2811780" y="553300"/>
            <a:ext cx="5753520" cy="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Imagem 1">
            <a:extLst>
              <a:ext uri="{FF2B5EF4-FFF2-40B4-BE49-F238E27FC236}">
                <a16:creationId xmlns:a16="http://schemas.microsoft.com/office/drawing/2014/main" id="{F3916736-9F1E-4102-9A86-B11EA5F5A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00" y="1089660"/>
            <a:ext cx="3221662" cy="113624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6FCAC46-BF2C-44AE-A9EE-ACAE64DC2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5844" y="1657784"/>
            <a:ext cx="3693872" cy="105824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9000AFB-0378-46BA-81C0-6ACD3CE860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762267"/>
            <a:ext cx="3586805" cy="96449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930DC15-F81C-4459-B3C9-4E8B276D3A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5844" y="3308879"/>
            <a:ext cx="3947156" cy="1281321"/>
          </a:xfrm>
          <a:prstGeom prst="rect">
            <a:avLst/>
          </a:prstGeom>
        </p:spPr>
      </p:pic>
      <p:pic>
        <p:nvPicPr>
          <p:cNvPr id="9" name="Imagem 8" descr="Blueshift Academy">
            <a:extLst>
              <a:ext uri="{FF2B5EF4-FFF2-40B4-BE49-F238E27FC236}">
                <a16:creationId xmlns:a16="http://schemas.microsoft.com/office/drawing/2014/main" id="{3A0B9C12-076B-4EA3-9304-054FD8CDF633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716" y="16941"/>
            <a:ext cx="634284" cy="47835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BC71CEF-4771-4465-A74F-FC09D27391B1}"/>
              </a:ext>
            </a:extLst>
          </p:cNvPr>
          <p:cNvSpPr txBox="1"/>
          <p:nvPr/>
        </p:nvSpPr>
        <p:spPr>
          <a:xfrm>
            <a:off x="8826858" y="4889584"/>
            <a:ext cx="2024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>
                <a:solidFill>
                  <a:schemeClr val="bg2">
                    <a:lumMod val="50000"/>
                  </a:schemeClr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2;p28">
            <a:extLst>
              <a:ext uri="{FF2B5EF4-FFF2-40B4-BE49-F238E27FC236}">
                <a16:creationId xmlns:a16="http://schemas.microsoft.com/office/drawing/2014/main" id="{A4276A68-85C1-493F-A332-67307E4DD6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219" y="255100"/>
            <a:ext cx="2946460" cy="596400"/>
          </a:xfrm>
          <a:prstGeom prst="rect">
            <a:avLst/>
          </a:prstGeom>
        </p:spPr>
        <p:txBody>
          <a:bodyPr spcFirstLastPara="1" wrap="square" lIns="228600" tIns="228600" rIns="228600" bIns="228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>
                    <a:lumMod val="50000"/>
                  </a:schemeClr>
                </a:solidFill>
              </a:rPr>
              <a:t>Arquitetura</a:t>
            </a:r>
            <a:r>
              <a:rPr lang="en" b="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" b="0" dirty="0">
                <a:solidFill>
                  <a:schemeClr val="tx2">
                    <a:lumMod val="25000"/>
                  </a:schemeClr>
                </a:solidFill>
              </a:rPr>
              <a:t>do </a:t>
            </a:r>
            <a:r>
              <a:rPr lang="pt-BR" b="0" dirty="0">
                <a:solidFill>
                  <a:schemeClr val="tx2">
                    <a:lumMod val="25000"/>
                  </a:schemeClr>
                </a:solidFill>
              </a:rPr>
              <a:t>P</a:t>
            </a:r>
            <a:r>
              <a:rPr lang="en" b="0" dirty="0">
                <a:solidFill>
                  <a:schemeClr val="tx2">
                    <a:lumMod val="25000"/>
                  </a:schemeClr>
                </a:solidFill>
              </a:rPr>
              <a:t>rojeto</a:t>
            </a:r>
            <a:r>
              <a:rPr lang="pt-BR" b="0" dirty="0">
                <a:solidFill>
                  <a:schemeClr val="tx2">
                    <a:lumMod val="25000"/>
                  </a:schemeClr>
                </a:solidFill>
              </a:rPr>
              <a:t> </a:t>
            </a:r>
            <a:endParaRPr b="0" dirty="0">
              <a:solidFill>
                <a:schemeClr val="tx2">
                  <a:lumMod val="25000"/>
                </a:schemeClr>
              </a:solidFill>
            </a:endParaRPr>
          </a:p>
        </p:txBody>
      </p:sp>
      <p:cxnSp>
        <p:nvCxnSpPr>
          <p:cNvPr id="5" name="Google Shape;154;p28">
            <a:extLst>
              <a:ext uri="{FF2B5EF4-FFF2-40B4-BE49-F238E27FC236}">
                <a16:creationId xmlns:a16="http://schemas.microsoft.com/office/drawing/2014/main" id="{BCD438DC-8955-44BC-BC0B-008CB8E0CB19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182679" y="553300"/>
            <a:ext cx="5382621" cy="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Imagem 5" descr="Blueshift Academy">
            <a:extLst>
              <a:ext uri="{FF2B5EF4-FFF2-40B4-BE49-F238E27FC236}">
                <a16:creationId xmlns:a16="http://schemas.microsoft.com/office/drawing/2014/main" id="{0F94F933-7C74-4829-8F0C-ACCDB52E426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716" y="16941"/>
            <a:ext cx="634284" cy="47835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2456C5D-03E2-482B-9428-85F5CC6DE818}"/>
              </a:ext>
            </a:extLst>
          </p:cNvPr>
          <p:cNvSpPr txBox="1"/>
          <p:nvPr/>
        </p:nvSpPr>
        <p:spPr>
          <a:xfrm>
            <a:off x="8826858" y="4889584"/>
            <a:ext cx="2024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>
                <a:solidFill>
                  <a:schemeClr val="bg2">
                    <a:lumMod val="50000"/>
                  </a:schemeClr>
                </a:solidFill>
              </a:rPr>
              <a:t>3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7466805-BBD8-4651-9D9A-6BA61C8F4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75" y="1083364"/>
            <a:ext cx="7789850" cy="406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248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DBEA17B-B912-4A55-BF93-53DBBDC84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220" y="255100"/>
            <a:ext cx="3490536" cy="596400"/>
          </a:xfrm>
        </p:spPr>
        <p:txBody>
          <a:bodyPr/>
          <a:lstStyle/>
          <a:p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Distribuição</a:t>
            </a:r>
            <a:r>
              <a:rPr lang="pt-BR" dirty="0"/>
              <a:t> </a:t>
            </a:r>
            <a:r>
              <a:rPr lang="pt-BR" b="0" dirty="0">
                <a:solidFill>
                  <a:schemeClr val="tx2">
                    <a:lumMod val="25000"/>
                  </a:schemeClr>
                </a:solidFill>
              </a:rPr>
              <a:t>das Atividades</a:t>
            </a:r>
          </a:p>
        </p:txBody>
      </p:sp>
      <p:cxnSp>
        <p:nvCxnSpPr>
          <p:cNvPr id="4" name="Google Shape;154;p28">
            <a:extLst>
              <a:ext uri="{FF2B5EF4-FFF2-40B4-BE49-F238E27FC236}">
                <a16:creationId xmlns:a16="http://schemas.microsoft.com/office/drawing/2014/main" id="{FBC6284B-6FE0-4295-8B5A-1820FE1DC5B2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726756" y="553300"/>
            <a:ext cx="4838544" cy="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9" name="Diagrama 18">
            <a:extLst>
              <a:ext uri="{FF2B5EF4-FFF2-40B4-BE49-F238E27FC236}">
                <a16:creationId xmlns:a16="http://schemas.microsoft.com/office/drawing/2014/main" id="{946200D9-66A3-4B41-9C57-2A076B73A4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5317636"/>
              </p:ext>
            </p:extLst>
          </p:nvPr>
        </p:nvGraphicFramePr>
        <p:xfrm>
          <a:off x="1778519" y="992199"/>
          <a:ext cx="5586961" cy="3675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m 4" descr="Blueshift Academy">
            <a:extLst>
              <a:ext uri="{FF2B5EF4-FFF2-40B4-BE49-F238E27FC236}">
                <a16:creationId xmlns:a16="http://schemas.microsoft.com/office/drawing/2014/main" id="{2667B834-277B-401F-9C04-0E4883838121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716" y="16941"/>
            <a:ext cx="634284" cy="47835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932674F-F84D-4086-97ED-6E58F0593CEC}"/>
              </a:ext>
            </a:extLst>
          </p:cNvPr>
          <p:cNvSpPr txBox="1"/>
          <p:nvPr/>
        </p:nvSpPr>
        <p:spPr>
          <a:xfrm>
            <a:off x="8826858" y="4889584"/>
            <a:ext cx="2024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>
                <a:solidFill>
                  <a:schemeClr val="bg2">
                    <a:lumMod val="50000"/>
                  </a:schemeClr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69247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2;p28">
            <a:extLst>
              <a:ext uri="{FF2B5EF4-FFF2-40B4-BE49-F238E27FC236}">
                <a16:creationId xmlns:a16="http://schemas.microsoft.com/office/drawing/2014/main" id="{95D9E341-9AEB-4014-A124-E08AC48BFF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219" y="255100"/>
            <a:ext cx="3187465" cy="596400"/>
          </a:xfrm>
          <a:prstGeom prst="rect">
            <a:avLst/>
          </a:prstGeom>
        </p:spPr>
        <p:txBody>
          <a:bodyPr spcFirstLastPara="1" wrap="square" lIns="228600" tIns="228600" rIns="228600" bIns="228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>
                    <a:lumMod val="50000"/>
                  </a:schemeClr>
                </a:solidFill>
              </a:rPr>
              <a:t>Planejamento</a:t>
            </a:r>
            <a:r>
              <a:rPr lang="en" b="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pt-BR" b="0" dirty="0">
                <a:solidFill>
                  <a:schemeClr val="tx2">
                    <a:lumMod val="25000"/>
                  </a:schemeClr>
                </a:solidFill>
              </a:rPr>
              <a:t>do Projeto</a:t>
            </a:r>
            <a:endParaRPr b="0" dirty="0">
              <a:solidFill>
                <a:schemeClr val="tx2">
                  <a:lumMod val="25000"/>
                </a:schemeClr>
              </a:solidFill>
            </a:endParaRPr>
          </a:p>
        </p:txBody>
      </p:sp>
      <p:cxnSp>
        <p:nvCxnSpPr>
          <p:cNvPr id="5" name="Google Shape;154;p28">
            <a:extLst>
              <a:ext uri="{FF2B5EF4-FFF2-40B4-BE49-F238E27FC236}">
                <a16:creationId xmlns:a16="http://schemas.microsoft.com/office/drawing/2014/main" id="{B1AF2849-2FCE-464E-90A7-9A59CEF20460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423684" y="553300"/>
            <a:ext cx="5141616" cy="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" name="Objeto 7">
            <a:extLst>
              <a:ext uri="{FF2B5EF4-FFF2-40B4-BE49-F238E27FC236}">
                <a16:creationId xmlns:a16="http://schemas.microsoft.com/office/drawing/2014/main" id="{A6121D54-2EF5-4F15-9B79-98825A1FD5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851386"/>
              </p:ext>
            </p:extLst>
          </p:nvPr>
        </p:nvGraphicFramePr>
        <p:xfrm>
          <a:off x="762001" y="778303"/>
          <a:ext cx="7506688" cy="2035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Worksheet" r:id="rId3" imgW="8687007" imgH="2355827" progId="Excel.Sheet.12">
                  <p:embed/>
                </p:oleObj>
              </mc:Choice>
              <mc:Fallback>
                <p:oleObj name="Worksheet" r:id="rId3" imgW="8687007" imgH="235582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2001" y="778303"/>
                        <a:ext cx="7506688" cy="2035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o 8">
            <a:extLst>
              <a:ext uri="{FF2B5EF4-FFF2-40B4-BE49-F238E27FC236}">
                <a16:creationId xmlns:a16="http://schemas.microsoft.com/office/drawing/2014/main" id="{7CE2D5E3-6397-471F-9A07-3A2D9F90C8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968837"/>
              </p:ext>
            </p:extLst>
          </p:nvPr>
        </p:nvGraphicFramePr>
        <p:xfrm>
          <a:off x="762001" y="3039110"/>
          <a:ext cx="7506706" cy="2035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Worksheet" r:id="rId5" imgW="8687007" imgH="2355827" progId="Excel.Sheet.12">
                  <p:embed/>
                </p:oleObj>
              </mc:Choice>
              <mc:Fallback>
                <p:oleObj name="Worksheet" r:id="rId5" imgW="8687007" imgH="235582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2001" y="3039110"/>
                        <a:ext cx="7506706" cy="20358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Imagem 9" descr="Blueshift Academy">
            <a:extLst>
              <a:ext uri="{FF2B5EF4-FFF2-40B4-BE49-F238E27FC236}">
                <a16:creationId xmlns:a16="http://schemas.microsoft.com/office/drawing/2014/main" id="{D9C29FEF-F042-4A21-9306-F620470CD4D6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716" y="16941"/>
            <a:ext cx="634284" cy="47835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4D21119-1675-40A0-97E4-A37FE40174DE}"/>
              </a:ext>
            </a:extLst>
          </p:cNvPr>
          <p:cNvSpPr txBox="1"/>
          <p:nvPr/>
        </p:nvSpPr>
        <p:spPr>
          <a:xfrm>
            <a:off x="8826858" y="4889584"/>
            <a:ext cx="2024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>
                <a:solidFill>
                  <a:schemeClr val="bg2">
                    <a:lumMod val="50000"/>
                  </a:schemeClr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58176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633F6C9C-2ACE-46EB-85F2-93608C99D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980" y="2141389"/>
            <a:ext cx="3698400" cy="596400"/>
          </a:xfrm>
        </p:spPr>
        <p:txBody>
          <a:bodyPr/>
          <a:lstStyle/>
          <a:p>
            <a:pPr algn="ctr"/>
            <a:r>
              <a:rPr lang="pt-BR" sz="3600" dirty="0">
                <a:solidFill>
                  <a:schemeClr val="bg2">
                    <a:lumMod val="50000"/>
                  </a:schemeClr>
                </a:solidFill>
              </a:rPr>
              <a:t>Dúvidas?</a:t>
            </a:r>
          </a:p>
        </p:txBody>
      </p:sp>
      <p:pic>
        <p:nvPicPr>
          <p:cNvPr id="7" name="Google Shape;368;p43">
            <a:extLst>
              <a:ext uri="{FF2B5EF4-FFF2-40B4-BE49-F238E27FC236}">
                <a16:creationId xmlns:a16="http://schemas.microsoft.com/office/drawing/2014/main" id="{1028636C-8B16-440B-B943-723AB76A7D1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36760"/>
          <a:stretch/>
        </p:blipFill>
        <p:spPr>
          <a:xfrm>
            <a:off x="713225" y="543000"/>
            <a:ext cx="4568577" cy="406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369;p43">
            <a:extLst>
              <a:ext uri="{FF2B5EF4-FFF2-40B4-BE49-F238E27FC236}">
                <a16:creationId xmlns:a16="http://schemas.microsoft.com/office/drawing/2014/main" id="{F95BBE0E-6E5C-4B37-98A1-7ECFCD5283D2}"/>
              </a:ext>
            </a:extLst>
          </p:cNvPr>
          <p:cNvSpPr/>
          <p:nvPr/>
        </p:nvSpPr>
        <p:spPr>
          <a:xfrm>
            <a:off x="2788690" y="2439589"/>
            <a:ext cx="1845300" cy="1845300"/>
          </a:xfrm>
          <a:prstGeom prst="arc">
            <a:avLst>
              <a:gd name="adj1" fmla="val 16200000"/>
              <a:gd name="adj2" fmla="val 0"/>
            </a:avLst>
          </a:prstGeom>
          <a:noFill/>
          <a:ln w="114300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Google Shape;370;p43">
            <a:extLst>
              <a:ext uri="{FF2B5EF4-FFF2-40B4-BE49-F238E27FC236}">
                <a16:creationId xmlns:a16="http://schemas.microsoft.com/office/drawing/2014/main" id="{BEDC1542-A60E-4BBB-B97E-A76568D5CFB0}"/>
              </a:ext>
            </a:extLst>
          </p:cNvPr>
          <p:cNvSpPr/>
          <p:nvPr/>
        </p:nvSpPr>
        <p:spPr>
          <a:xfrm rot="10800000">
            <a:off x="2788710" y="2439608"/>
            <a:ext cx="1845300" cy="1845300"/>
          </a:xfrm>
          <a:prstGeom prst="arc">
            <a:avLst>
              <a:gd name="adj1" fmla="val 16200000"/>
              <a:gd name="adj2" fmla="val 0"/>
            </a:avLst>
          </a:prstGeom>
          <a:noFill/>
          <a:ln w="114300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10" name="Google Shape;154;p28">
            <a:extLst>
              <a:ext uri="{FF2B5EF4-FFF2-40B4-BE49-F238E27FC236}">
                <a16:creationId xmlns:a16="http://schemas.microsoft.com/office/drawing/2014/main" id="{F891059F-C7F5-4B95-9D84-B1E01AFD14CB}"/>
              </a:ext>
            </a:extLst>
          </p:cNvPr>
          <p:cNvCxnSpPr>
            <a:cxnSpLocks/>
          </p:cNvCxnSpPr>
          <p:nvPr/>
        </p:nvCxnSpPr>
        <p:spPr>
          <a:xfrm>
            <a:off x="5570220" y="553300"/>
            <a:ext cx="2995080" cy="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54;p28">
            <a:extLst>
              <a:ext uri="{FF2B5EF4-FFF2-40B4-BE49-F238E27FC236}">
                <a16:creationId xmlns:a16="http://schemas.microsoft.com/office/drawing/2014/main" id="{59551FAE-087E-4639-A428-C61EC4F61153}"/>
              </a:ext>
            </a:extLst>
          </p:cNvPr>
          <p:cNvCxnSpPr>
            <a:cxnSpLocks/>
          </p:cNvCxnSpPr>
          <p:nvPr/>
        </p:nvCxnSpPr>
        <p:spPr>
          <a:xfrm>
            <a:off x="5501640" y="4607400"/>
            <a:ext cx="2995080" cy="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" name="Imagem 14" descr="Blueshift Academy">
            <a:extLst>
              <a:ext uri="{FF2B5EF4-FFF2-40B4-BE49-F238E27FC236}">
                <a16:creationId xmlns:a16="http://schemas.microsoft.com/office/drawing/2014/main" id="{5D1BE7E2-E5FE-4954-8906-7BEB07A9B9B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716" y="16941"/>
            <a:ext cx="634284" cy="47835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C51DF663-201E-482A-9518-4E25A2AF73F3}"/>
              </a:ext>
            </a:extLst>
          </p:cNvPr>
          <p:cNvSpPr txBox="1"/>
          <p:nvPr/>
        </p:nvSpPr>
        <p:spPr>
          <a:xfrm>
            <a:off x="8826858" y="4889584"/>
            <a:ext cx="2024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>
                <a:solidFill>
                  <a:schemeClr val="bg2">
                    <a:lumMod val="50000"/>
                  </a:schemeClr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19093988"/>
      </p:ext>
    </p:extLst>
  </p:cSld>
  <p:clrMapOvr>
    <a:masterClrMapping/>
  </p:clrMapOvr>
</p:sld>
</file>

<file path=ppt/theme/theme1.xml><?xml version="1.0" encoding="utf-8"?>
<a:theme xmlns:a="http://schemas.openxmlformats.org/drawingml/2006/main" name="Mental State by Slidesgo">
  <a:themeElements>
    <a:clrScheme name="Simple Light">
      <a:dk1>
        <a:srgbClr val="000000"/>
      </a:dk1>
      <a:lt1>
        <a:srgbClr val="EEEEEE"/>
      </a:lt1>
      <a:dk2>
        <a:srgbClr val="0363EB"/>
      </a:dk2>
      <a:lt2>
        <a:srgbClr val="EEEEEE"/>
      </a:lt2>
      <a:accent1>
        <a:srgbClr val="0363EB"/>
      </a:accent1>
      <a:accent2>
        <a:srgbClr val="EEEEEE"/>
      </a:accent2>
      <a:accent3>
        <a:srgbClr val="000000"/>
      </a:accent3>
      <a:accent4>
        <a:srgbClr val="74A6ED"/>
      </a:accent4>
      <a:accent5>
        <a:srgbClr val="589AFF"/>
      </a:accent5>
      <a:accent6>
        <a:srgbClr val="94BDFC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4389</TotalTime>
  <Words>54</Words>
  <Application>Microsoft Office PowerPoint</Application>
  <PresentationFormat>Apresentação na tela (16:9)</PresentationFormat>
  <Paragraphs>15</Paragraphs>
  <Slides>6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6</vt:i4>
      </vt:variant>
    </vt:vector>
  </HeadingPairs>
  <TitlesOfParts>
    <vt:vector size="13" baseType="lpstr">
      <vt:lpstr>Helvetica Neue</vt:lpstr>
      <vt:lpstr>Inter-Regular</vt:lpstr>
      <vt:lpstr>Arial</vt:lpstr>
      <vt:lpstr>Inter</vt:lpstr>
      <vt:lpstr>Mental State by Slidesgo</vt:lpstr>
      <vt:lpstr>Worksheet</vt:lpstr>
      <vt:lpstr>Planilha do Microsoft Excel</vt:lpstr>
      <vt:lpstr>Depressão: O Mal do Século XXI</vt:lpstr>
      <vt:lpstr>Porque depressão? </vt:lpstr>
      <vt:lpstr>Arquitetura do Projeto </vt:lpstr>
      <vt:lpstr>Distribuição das Atividades</vt:lpstr>
      <vt:lpstr>Planejamento do Projeto</vt:lpstr>
      <vt:lpstr>Dúvidas?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State</dc:title>
  <dc:creator>BlueShift</dc:creator>
  <cp:lastModifiedBy>Eduarda Dantas e Silva</cp:lastModifiedBy>
  <cp:revision>38</cp:revision>
  <dcterms:modified xsi:type="dcterms:W3CDTF">2021-02-19T13:13:45Z</dcterms:modified>
</cp:coreProperties>
</file>